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8" r:id="rId6"/>
    <p:sldId id="275" r:id="rId7"/>
    <p:sldId id="270" r:id="rId8"/>
    <p:sldId id="271" r:id="rId9"/>
    <p:sldId id="289" r:id="rId10"/>
    <p:sldId id="288" r:id="rId11"/>
    <p:sldId id="287" r:id="rId12"/>
    <p:sldId id="269" r:id="rId13"/>
    <p:sldId id="272" r:id="rId14"/>
    <p:sldId id="273" r:id="rId15"/>
    <p:sldId id="263" r:id="rId16"/>
    <p:sldId id="264" r:id="rId17"/>
    <p:sldId id="265" r:id="rId18"/>
    <p:sldId id="266" r:id="rId19"/>
    <p:sldId id="267" r:id="rId20"/>
    <p:sldId id="274" r:id="rId21"/>
    <p:sldId id="277" r:id="rId22"/>
    <p:sldId id="279" r:id="rId23"/>
    <p:sldId id="278" r:id="rId24"/>
    <p:sldId id="284" r:id="rId25"/>
    <p:sldId id="280" r:id="rId26"/>
    <p:sldId id="281" r:id="rId27"/>
    <p:sldId id="282" r:id="rId28"/>
    <p:sldId id="283" r:id="rId29"/>
    <p:sldId id="290" r:id="rId30"/>
    <p:sldId id="285"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FCC66"/>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97" d="100"/>
          <a:sy n="97" d="100"/>
        </p:scale>
        <p:origin x="108" y="222"/>
      </p:cViewPr>
      <p:guideLst/>
    </p:cSldViewPr>
  </p:slideViewPr>
  <p:notesTextViewPr>
    <p:cViewPr>
      <p:scale>
        <a:sx n="1" d="1"/>
        <a:sy n="1" d="1"/>
      </p:scale>
      <p:origin x="0" y="0"/>
    </p:cViewPr>
  </p:notesTextViewPr>
  <p:sorterViewPr>
    <p:cViewPr>
      <p:scale>
        <a:sx n="100" d="100"/>
        <a:sy n="100" d="100"/>
      </p:scale>
      <p:origin x="0" y="-798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D7ADD76-8F04-421A-8C27-B2CF0D4A81DF}" type="datetimeFigureOut">
              <a:rPr lang="en-IN" smtClean="0"/>
              <a:t>16-09-2025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D15E44AF-D132-4D0E-A50C-475825D95589}"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8850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7ADD76-8F04-421A-8C27-B2CF0D4A81DF}" type="datetimeFigureOut">
              <a:rPr lang="en-IN" smtClean="0"/>
              <a:t>16-09-2025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5E44AF-D132-4D0E-A50C-475825D95589}" type="slidenum">
              <a:rPr lang="en-IN" smtClean="0"/>
              <a:t>‹#›</a:t>
            </a:fld>
            <a:endParaRPr lang="en-IN"/>
          </a:p>
        </p:txBody>
      </p:sp>
    </p:spTree>
    <p:extLst>
      <p:ext uri="{BB962C8B-B14F-4D97-AF65-F5344CB8AC3E}">
        <p14:creationId xmlns:p14="http://schemas.microsoft.com/office/powerpoint/2010/main" val="1718753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7ADD76-8F04-421A-8C27-B2CF0D4A81DF}" type="datetimeFigureOut">
              <a:rPr lang="en-IN" smtClean="0"/>
              <a:t>16-09-2025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5E44AF-D132-4D0E-A50C-475825D95589}"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334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7ADD76-8F04-421A-8C27-B2CF0D4A81DF}" type="datetimeFigureOut">
              <a:rPr lang="en-IN" smtClean="0"/>
              <a:t>16-09-2025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5E44AF-D132-4D0E-A50C-475825D95589}" type="slidenum">
              <a:rPr lang="en-IN" smtClean="0"/>
              <a:t>‹#›</a:t>
            </a:fld>
            <a:endParaRPr lang="en-IN"/>
          </a:p>
        </p:txBody>
      </p:sp>
    </p:spTree>
    <p:extLst>
      <p:ext uri="{BB962C8B-B14F-4D97-AF65-F5344CB8AC3E}">
        <p14:creationId xmlns:p14="http://schemas.microsoft.com/office/powerpoint/2010/main" val="315202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7ADD76-8F04-421A-8C27-B2CF0D4A81DF}" type="datetimeFigureOut">
              <a:rPr lang="en-IN" smtClean="0"/>
              <a:t>16-09-2025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5E44AF-D132-4D0E-A50C-475825D95589}"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0525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7ADD76-8F04-421A-8C27-B2CF0D4A81DF}" type="datetimeFigureOut">
              <a:rPr lang="en-IN" smtClean="0"/>
              <a:t>16-09-2025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5E44AF-D132-4D0E-A50C-475825D95589}"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9727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ADD76-8F04-421A-8C27-B2CF0D4A81DF}" type="datetimeFigureOut">
              <a:rPr lang="en-IN" smtClean="0"/>
              <a:t>16-09-2025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15E44AF-D132-4D0E-A50C-475825D95589}" type="slidenum">
              <a:rPr lang="en-IN" smtClean="0"/>
              <a:t>‹#›</a:t>
            </a:fld>
            <a:endParaRPr lang="en-IN"/>
          </a:p>
        </p:txBody>
      </p:sp>
    </p:spTree>
    <p:extLst>
      <p:ext uri="{BB962C8B-B14F-4D97-AF65-F5344CB8AC3E}">
        <p14:creationId xmlns:p14="http://schemas.microsoft.com/office/powerpoint/2010/main" val="340108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D7ADD76-8F04-421A-8C27-B2CF0D4A81DF}" type="datetimeFigureOut">
              <a:rPr lang="en-IN" smtClean="0"/>
              <a:t>16-09-2025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5E44AF-D132-4D0E-A50C-475825D95589}"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7234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D7ADD76-8F04-421A-8C27-B2CF0D4A81DF}" type="datetimeFigureOut">
              <a:rPr lang="en-IN" smtClean="0"/>
              <a:t>16-09-2025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5E44AF-D132-4D0E-A50C-475825D95589}" type="slidenum">
              <a:rPr lang="en-IN" smtClean="0"/>
              <a:t>‹#›</a:t>
            </a:fld>
            <a:endParaRPr lang="en-IN"/>
          </a:p>
        </p:txBody>
      </p:sp>
    </p:spTree>
    <p:extLst>
      <p:ext uri="{BB962C8B-B14F-4D97-AF65-F5344CB8AC3E}">
        <p14:creationId xmlns:p14="http://schemas.microsoft.com/office/powerpoint/2010/main" val="228031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D7ADD76-8F04-421A-8C27-B2CF0D4A81DF}" type="datetimeFigureOut">
              <a:rPr lang="en-IN" smtClean="0"/>
              <a:t>16-09-2025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5E44AF-D132-4D0E-A50C-475825D95589}" type="slidenum">
              <a:rPr lang="en-IN" smtClean="0"/>
              <a:t>‹#›</a:t>
            </a:fld>
            <a:endParaRPr lang="en-IN"/>
          </a:p>
        </p:txBody>
      </p:sp>
    </p:spTree>
    <p:extLst>
      <p:ext uri="{BB962C8B-B14F-4D97-AF65-F5344CB8AC3E}">
        <p14:creationId xmlns:p14="http://schemas.microsoft.com/office/powerpoint/2010/main" val="420442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7ADD76-8F04-421A-8C27-B2CF0D4A81DF}" type="datetimeFigureOut">
              <a:rPr lang="en-IN" smtClean="0"/>
              <a:t>16-09-2025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5E44AF-D132-4D0E-A50C-475825D95589}"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72564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7ADD76-8F04-421A-8C27-B2CF0D4A81DF}" type="datetimeFigureOut">
              <a:rPr lang="en-IN" smtClean="0"/>
              <a:t>16-09-2025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5E44AF-D132-4D0E-A50C-475825D95589}"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0240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7ADD76-8F04-421A-8C27-B2CF0D4A81DF}" type="datetimeFigureOut">
              <a:rPr lang="en-IN" smtClean="0"/>
              <a:t>16-09-2025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5E44AF-D132-4D0E-A50C-475825D95589}" type="slidenum">
              <a:rPr lang="en-IN" smtClean="0"/>
              <a:t>‹#›</a:t>
            </a:fld>
            <a:endParaRPr lang="en-IN"/>
          </a:p>
        </p:txBody>
      </p:sp>
    </p:spTree>
    <p:extLst>
      <p:ext uri="{BB962C8B-B14F-4D97-AF65-F5344CB8AC3E}">
        <p14:creationId xmlns:p14="http://schemas.microsoft.com/office/powerpoint/2010/main" val="25254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7ADD76-8F04-421A-8C27-B2CF0D4A81DF}" type="datetimeFigureOut">
              <a:rPr lang="en-IN" smtClean="0"/>
              <a:t>16-09-2025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5E44AF-D132-4D0E-A50C-475825D95589}"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4181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7ADD76-8F04-421A-8C27-B2CF0D4A81DF}" type="datetimeFigureOut">
              <a:rPr lang="en-IN" smtClean="0"/>
              <a:t>16-09-2025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5E44AF-D132-4D0E-A50C-475825D95589}"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0927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7ADD76-8F04-421A-8C27-B2CF0D4A81DF}" type="datetimeFigureOut">
              <a:rPr lang="en-IN" smtClean="0"/>
              <a:t>16-09-2025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5E44AF-D132-4D0E-A50C-475825D95589}"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1726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7ADD76-8F04-421A-8C27-B2CF0D4A81DF}" type="datetimeFigureOut">
              <a:rPr lang="en-IN" smtClean="0"/>
              <a:t>16-09-2025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5E44AF-D132-4D0E-A50C-475825D95589}"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5139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D7ADD76-8F04-421A-8C27-B2CF0D4A81DF}" type="datetimeFigureOut">
              <a:rPr lang="en-IN" smtClean="0"/>
              <a:t>16-09-2025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15E44AF-D132-4D0E-A50C-475825D95589}" type="slidenum">
              <a:rPr lang="en-IN" smtClean="0"/>
              <a:t>‹#›</a:t>
            </a:fld>
            <a:endParaRPr lang="en-IN"/>
          </a:p>
        </p:txBody>
      </p:sp>
    </p:spTree>
    <p:extLst>
      <p:ext uri="{BB962C8B-B14F-4D97-AF65-F5344CB8AC3E}">
        <p14:creationId xmlns:p14="http://schemas.microsoft.com/office/powerpoint/2010/main" val="843534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jpeg"/><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2398" y="1901111"/>
            <a:ext cx="3680743" cy="1515533"/>
          </a:xfrm>
        </p:spPr>
        <p:txBody>
          <a:bodyPr/>
          <a:lstStyle/>
          <a:p>
            <a:r>
              <a:rPr lang="en-US" dirty="0"/>
              <a:t>IoT</a:t>
            </a:r>
            <a:br>
              <a:rPr lang="en-US" dirty="0"/>
            </a:br>
            <a:r>
              <a:rPr lang="en-US" sz="3600" dirty="0"/>
              <a:t>Internet of Things</a:t>
            </a:r>
            <a:endParaRPr lang="en-IN" sz="3600" dirty="0"/>
          </a:p>
        </p:txBody>
      </p:sp>
      <p:pic>
        <p:nvPicPr>
          <p:cNvPr id="9" name="Picture 8"/>
          <p:cNvPicPr>
            <a:picLocks noChangeAspect="1"/>
          </p:cNvPicPr>
          <p:nvPr/>
        </p:nvPicPr>
        <p:blipFill>
          <a:blip r:embed="rId2"/>
          <a:stretch>
            <a:fillRect/>
          </a:stretch>
        </p:blipFill>
        <p:spPr>
          <a:xfrm>
            <a:off x="5762803" y="1916101"/>
            <a:ext cx="3964658" cy="3107267"/>
          </a:xfrm>
          <a:prstGeom prst="rect">
            <a:avLst/>
          </a:prstGeom>
        </p:spPr>
      </p:pic>
      <p:sp>
        <p:nvSpPr>
          <p:cNvPr id="4" name="Subtitle 3"/>
          <p:cNvSpPr>
            <a:spLocks noGrp="1"/>
          </p:cNvSpPr>
          <p:nvPr>
            <p:ph type="subTitle" idx="1"/>
          </p:nvPr>
        </p:nvSpPr>
        <p:spPr>
          <a:xfrm>
            <a:off x="2692398" y="3657597"/>
            <a:ext cx="2833331" cy="1320802"/>
          </a:xfrm>
        </p:spPr>
        <p:txBody>
          <a:bodyPr/>
          <a:lstStyle/>
          <a:p>
            <a:r>
              <a:rPr lang="en-US" dirty="0" smtClean="0"/>
              <a:t>Dr. Bhale Pradeepkumar, IIITDM </a:t>
            </a:r>
            <a:endParaRPr lang="en-US" dirty="0"/>
          </a:p>
        </p:txBody>
      </p:sp>
    </p:spTree>
    <p:extLst>
      <p:ext uri="{BB962C8B-B14F-4D97-AF65-F5344CB8AC3E}">
        <p14:creationId xmlns:p14="http://schemas.microsoft.com/office/powerpoint/2010/main" val="14398217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endParaRPr lang="en-IN" dirty="0"/>
          </a:p>
        </p:txBody>
      </p:sp>
      <p:sp>
        <p:nvSpPr>
          <p:cNvPr id="3" name="Content Placeholder 2"/>
          <p:cNvSpPr>
            <a:spLocks noGrp="1"/>
          </p:cNvSpPr>
          <p:nvPr>
            <p:ph idx="1"/>
          </p:nvPr>
        </p:nvSpPr>
        <p:spPr>
          <a:xfrm>
            <a:off x="1295401" y="2556931"/>
            <a:ext cx="9601196" cy="3631597"/>
          </a:xfrm>
        </p:spPr>
        <p:txBody>
          <a:bodyPr>
            <a:normAutofit fontScale="92500" lnSpcReduction="10000"/>
          </a:bodyPr>
          <a:lstStyle/>
          <a:p>
            <a:pPr>
              <a:spcBef>
                <a:spcPts val="600"/>
              </a:spcBef>
            </a:pPr>
            <a:r>
              <a:rPr lang="en-US" dirty="0"/>
              <a:t>Overview of IoT</a:t>
            </a:r>
          </a:p>
          <a:p>
            <a:pPr>
              <a:spcBef>
                <a:spcPts val="600"/>
              </a:spcBef>
            </a:pPr>
            <a:r>
              <a:rPr lang="en-US" dirty="0"/>
              <a:t>History of IoT</a:t>
            </a:r>
          </a:p>
          <a:p>
            <a:pPr>
              <a:spcBef>
                <a:spcPts val="600"/>
              </a:spcBef>
            </a:pPr>
            <a:r>
              <a:rPr lang="en-US" dirty="0"/>
              <a:t>Advantages of IOT</a:t>
            </a:r>
          </a:p>
          <a:p>
            <a:pPr>
              <a:spcBef>
                <a:spcPts val="600"/>
              </a:spcBef>
            </a:pPr>
            <a:r>
              <a:rPr lang="en-US" dirty="0"/>
              <a:t>Challenges of IOT</a:t>
            </a:r>
          </a:p>
          <a:p>
            <a:pPr>
              <a:spcBef>
                <a:spcPts val="600"/>
              </a:spcBef>
            </a:pPr>
            <a:r>
              <a:rPr lang="en-US" dirty="0"/>
              <a:t>Architecture of IOT</a:t>
            </a:r>
          </a:p>
          <a:p>
            <a:pPr>
              <a:spcBef>
                <a:spcPts val="600"/>
              </a:spcBef>
            </a:pPr>
            <a:r>
              <a:rPr lang="en-US" dirty="0"/>
              <a:t>Devices and Network</a:t>
            </a:r>
          </a:p>
          <a:p>
            <a:pPr>
              <a:spcBef>
                <a:spcPts val="600"/>
              </a:spcBef>
            </a:pPr>
            <a:r>
              <a:rPr lang="en-US" dirty="0"/>
              <a:t>Applications of IOT </a:t>
            </a:r>
          </a:p>
          <a:p>
            <a:pPr>
              <a:spcBef>
                <a:spcPts val="600"/>
              </a:spcBef>
            </a:pPr>
            <a:r>
              <a:rPr lang="en-US" dirty="0"/>
              <a:t>IOT Tools and Platforms</a:t>
            </a:r>
            <a:endParaRPr lang="en-IN" dirty="0"/>
          </a:p>
        </p:txBody>
      </p:sp>
    </p:spTree>
    <p:extLst>
      <p:ext uri="{BB962C8B-B14F-4D97-AF65-F5344CB8AC3E}">
        <p14:creationId xmlns:p14="http://schemas.microsoft.com/office/powerpoint/2010/main" val="22740239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IoT</a:t>
            </a:r>
            <a:endParaRPr lang="en-IN" dirty="0"/>
          </a:p>
        </p:txBody>
      </p:sp>
      <p:sp>
        <p:nvSpPr>
          <p:cNvPr id="3" name="Content Placeholder 2"/>
          <p:cNvSpPr>
            <a:spLocks noGrp="1"/>
          </p:cNvSpPr>
          <p:nvPr>
            <p:ph idx="1"/>
          </p:nvPr>
        </p:nvSpPr>
        <p:spPr/>
        <p:txBody>
          <a:bodyPr>
            <a:normAutofit/>
          </a:bodyPr>
          <a:lstStyle/>
          <a:p>
            <a:pPr algn="just"/>
            <a:r>
              <a:rPr lang="en-US" dirty="0"/>
              <a:t>Internet of Things (IoT) refers to a system of interrelated, internet-connected objects that are able to collect and transfer data over a wireless channel without human intervention</a:t>
            </a:r>
          </a:p>
          <a:p>
            <a:pPr algn="just"/>
            <a:r>
              <a:rPr lang="en-US" dirty="0"/>
              <a:t>IoT describes the network of physical objects - “things” - that are embedded with sensors, software, and other technologies for the purpose of connecting and exchanging data with other devices and systems over the internet</a:t>
            </a:r>
          </a:p>
          <a:p>
            <a:pPr algn="just"/>
            <a:r>
              <a:rPr lang="en-US" dirty="0"/>
              <a:t>IoT enables to analyze and act on data, facilitating the decision making process with aid of insights obtained </a:t>
            </a:r>
            <a:endParaRPr lang="en-IN" dirty="0"/>
          </a:p>
        </p:txBody>
      </p:sp>
    </p:spTree>
    <p:extLst>
      <p:ext uri="{BB962C8B-B14F-4D97-AF65-F5344CB8AC3E}">
        <p14:creationId xmlns:p14="http://schemas.microsoft.com/office/powerpoint/2010/main" val="24496928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IoT</a:t>
            </a:r>
            <a:endParaRPr lang="en-IN" dirty="0"/>
          </a:p>
        </p:txBody>
      </p:sp>
      <p:sp>
        <p:nvSpPr>
          <p:cNvPr id="3" name="Content Placeholder 2"/>
          <p:cNvSpPr>
            <a:spLocks noGrp="1"/>
          </p:cNvSpPr>
          <p:nvPr>
            <p:ph idx="1"/>
          </p:nvPr>
        </p:nvSpPr>
        <p:spPr/>
        <p:txBody>
          <a:bodyPr>
            <a:normAutofit/>
          </a:bodyPr>
          <a:lstStyle/>
          <a:p>
            <a:pPr algn="just"/>
            <a:r>
              <a:rPr lang="en-US" dirty="0"/>
              <a:t>Insights aid in transforming business and lower costs with aid of reliable real-time data through,</a:t>
            </a:r>
          </a:p>
          <a:p>
            <a:pPr lvl="1" algn="just"/>
            <a:r>
              <a:rPr lang="en-US" dirty="0"/>
              <a:t>Reduction of wasted materials</a:t>
            </a:r>
          </a:p>
          <a:p>
            <a:pPr lvl="1" algn="just"/>
            <a:r>
              <a:rPr lang="en-US" dirty="0"/>
              <a:t>Streamlined Operational and Mechanical Processes</a:t>
            </a:r>
          </a:p>
          <a:p>
            <a:pPr lvl="1" algn="just"/>
            <a:r>
              <a:rPr lang="en-US" dirty="0"/>
              <a:t>Expansion into new lines of business</a:t>
            </a:r>
          </a:p>
        </p:txBody>
      </p:sp>
      <p:pic>
        <p:nvPicPr>
          <p:cNvPr id="4" name="Picture 3"/>
          <p:cNvPicPr>
            <a:picLocks noChangeAspect="1"/>
          </p:cNvPicPr>
          <p:nvPr/>
        </p:nvPicPr>
        <p:blipFill>
          <a:blip r:embed="rId2"/>
          <a:stretch>
            <a:fillRect/>
          </a:stretch>
        </p:blipFill>
        <p:spPr>
          <a:xfrm>
            <a:off x="3514726" y="5086127"/>
            <a:ext cx="818212" cy="713930"/>
          </a:xfrm>
          <a:prstGeom prst="rect">
            <a:avLst/>
          </a:prstGeom>
        </p:spPr>
      </p:pic>
      <p:pic>
        <p:nvPicPr>
          <p:cNvPr id="5" name="Picture 4"/>
          <p:cNvPicPr>
            <a:picLocks noChangeAspect="1"/>
          </p:cNvPicPr>
          <p:nvPr/>
        </p:nvPicPr>
        <p:blipFill>
          <a:blip r:embed="rId3"/>
          <a:stretch>
            <a:fillRect/>
          </a:stretch>
        </p:blipFill>
        <p:spPr>
          <a:xfrm>
            <a:off x="4620639" y="5086126"/>
            <a:ext cx="682089" cy="694491"/>
          </a:xfrm>
          <a:prstGeom prst="rect">
            <a:avLst/>
          </a:prstGeom>
        </p:spPr>
      </p:pic>
      <p:pic>
        <p:nvPicPr>
          <p:cNvPr id="6" name="Picture 5"/>
          <p:cNvPicPr>
            <a:picLocks noChangeAspect="1"/>
          </p:cNvPicPr>
          <p:nvPr/>
        </p:nvPicPr>
        <p:blipFill>
          <a:blip r:embed="rId4"/>
          <a:stretch>
            <a:fillRect/>
          </a:stretch>
        </p:blipFill>
        <p:spPr>
          <a:xfrm>
            <a:off x="5590428" y="5086126"/>
            <a:ext cx="738917" cy="766285"/>
          </a:xfrm>
          <a:prstGeom prst="rect">
            <a:avLst/>
          </a:prstGeom>
        </p:spPr>
      </p:pic>
      <p:pic>
        <p:nvPicPr>
          <p:cNvPr id="7" name="Picture 6"/>
          <p:cNvPicPr>
            <a:picLocks noChangeAspect="1"/>
          </p:cNvPicPr>
          <p:nvPr/>
        </p:nvPicPr>
        <p:blipFill>
          <a:blip r:embed="rId5"/>
          <a:stretch>
            <a:fillRect/>
          </a:stretch>
        </p:blipFill>
        <p:spPr>
          <a:xfrm>
            <a:off x="6617045" y="5086127"/>
            <a:ext cx="700576" cy="730388"/>
          </a:xfrm>
          <a:prstGeom prst="rect">
            <a:avLst/>
          </a:prstGeom>
        </p:spPr>
      </p:pic>
      <p:pic>
        <p:nvPicPr>
          <p:cNvPr id="8" name="Picture 7"/>
          <p:cNvPicPr>
            <a:picLocks noChangeAspect="1"/>
          </p:cNvPicPr>
          <p:nvPr/>
        </p:nvPicPr>
        <p:blipFill>
          <a:blip r:embed="rId6"/>
          <a:stretch>
            <a:fillRect/>
          </a:stretch>
        </p:blipFill>
        <p:spPr>
          <a:xfrm>
            <a:off x="7605321" y="5086126"/>
            <a:ext cx="942524" cy="694491"/>
          </a:xfrm>
          <a:prstGeom prst="rect">
            <a:avLst/>
          </a:prstGeom>
        </p:spPr>
      </p:pic>
    </p:spTree>
    <p:extLst>
      <p:ext uri="{BB962C8B-B14F-4D97-AF65-F5344CB8AC3E}">
        <p14:creationId xmlns:p14="http://schemas.microsoft.com/office/powerpoint/2010/main" val="26690548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IoT – How it Works?</a:t>
            </a:r>
            <a:endParaRPr lang="en-IN" dirty="0">
              <a:latin typeface="+mn-lt"/>
            </a:endParaRPr>
          </a:p>
        </p:txBody>
      </p:sp>
      <p:grpSp>
        <p:nvGrpSpPr>
          <p:cNvPr id="47" name="Group 46"/>
          <p:cNvGrpSpPr/>
          <p:nvPr/>
        </p:nvGrpSpPr>
        <p:grpSpPr>
          <a:xfrm>
            <a:off x="1511062" y="2669028"/>
            <a:ext cx="10065891" cy="3421531"/>
            <a:chOff x="839740" y="1441961"/>
            <a:chExt cx="11347513" cy="4462089"/>
          </a:xfrm>
        </p:grpSpPr>
        <p:grpSp>
          <p:nvGrpSpPr>
            <p:cNvPr id="26" name="Google Shape;174;p4"/>
            <p:cNvGrpSpPr/>
            <p:nvPr/>
          </p:nvGrpSpPr>
          <p:grpSpPr>
            <a:xfrm>
              <a:off x="3990554" y="1512596"/>
              <a:ext cx="4244804" cy="4391454"/>
              <a:chOff x="4152839" y="1680488"/>
              <a:chExt cx="3920234" cy="4055670"/>
            </a:xfrm>
          </p:grpSpPr>
          <p:sp>
            <p:nvSpPr>
              <p:cNvPr id="27" name="Google Shape;175;p4"/>
              <p:cNvSpPr/>
              <p:nvPr/>
            </p:nvSpPr>
            <p:spPr>
              <a:xfrm>
                <a:off x="4152839" y="1680488"/>
                <a:ext cx="1568193" cy="1351890"/>
              </a:xfrm>
              <a:prstGeom prst="hexagon">
                <a:avLst>
                  <a:gd name="adj" fmla="val 29084"/>
                  <a:gd name="vf" fmla="val 115470"/>
                </a:avLst>
              </a:prstGeom>
              <a:solidFill>
                <a:srgbClr val="FFC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ea typeface="Calibri"/>
                  <a:cs typeface="Calibri"/>
                  <a:sym typeface="Calibri"/>
                </a:endParaRPr>
              </a:p>
            </p:txBody>
          </p:sp>
          <p:sp>
            <p:nvSpPr>
              <p:cNvPr id="28" name="Google Shape;176;p4"/>
              <p:cNvSpPr/>
              <p:nvPr/>
            </p:nvSpPr>
            <p:spPr>
              <a:xfrm>
                <a:off x="5329590" y="2356433"/>
                <a:ext cx="1568193" cy="1351890"/>
              </a:xfrm>
              <a:prstGeom prst="hexagon">
                <a:avLst>
                  <a:gd name="adj" fmla="val 29084"/>
                  <a:gd name="vf" fmla="val 115470"/>
                </a:avLst>
              </a:prstGeom>
              <a:solidFill>
                <a:srgbClr val="ED7D31"/>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ea typeface="Calibri"/>
                  <a:cs typeface="Calibri"/>
                  <a:sym typeface="Calibri"/>
                </a:endParaRPr>
              </a:p>
            </p:txBody>
          </p:sp>
          <p:sp>
            <p:nvSpPr>
              <p:cNvPr id="29" name="Google Shape;177;p4"/>
              <p:cNvSpPr/>
              <p:nvPr/>
            </p:nvSpPr>
            <p:spPr>
              <a:xfrm>
                <a:off x="5329589" y="3708323"/>
                <a:ext cx="1568193" cy="1351890"/>
              </a:xfrm>
              <a:prstGeom prst="hexagon">
                <a:avLst>
                  <a:gd name="adj" fmla="val 29084"/>
                  <a:gd name="vf" fmla="val 115470"/>
                </a:avLst>
              </a:prstGeom>
              <a:solidFill>
                <a:srgbClr val="5B9BD5"/>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ea typeface="Calibri"/>
                  <a:cs typeface="Calibri"/>
                  <a:sym typeface="Calibri"/>
                </a:endParaRPr>
              </a:p>
            </p:txBody>
          </p:sp>
          <p:sp>
            <p:nvSpPr>
              <p:cNvPr id="30" name="Google Shape;178;p4"/>
              <p:cNvSpPr/>
              <p:nvPr/>
            </p:nvSpPr>
            <p:spPr>
              <a:xfrm>
                <a:off x="6504880" y="4384268"/>
                <a:ext cx="1568193" cy="1351890"/>
              </a:xfrm>
              <a:prstGeom prst="hexagon">
                <a:avLst>
                  <a:gd name="adj" fmla="val 29084"/>
                  <a:gd name="vf" fmla="val 115470"/>
                </a:avLst>
              </a:prstGeom>
              <a:solidFill>
                <a:srgbClr val="70AD47"/>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ea typeface="Calibri"/>
                    <a:cs typeface="Calibri"/>
                    <a:sym typeface="Calibri"/>
                  </a:rPr>
                  <a:t> </a:t>
                </a:r>
                <a:endParaRPr kumimoji="0" sz="1800" b="0" i="0" u="none" strike="noStrike" kern="0" cap="none" spc="0" normalizeH="0" baseline="0" noProof="0">
                  <a:ln>
                    <a:noFill/>
                  </a:ln>
                  <a:solidFill>
                    <a:prstClr val="white"/>
                  </a:solidFill>
                  <a:effectLst/>
                  <a:uLnTx/>
                  <a:uFillTx/>
                  <a:ea typeface="Calibri"/>
                  <a:cs typeface="Calibri"/>
                  <a:sym typeface="Calibri"/>
                </a:endParaRPr>
              </a:p>
            </p:txBody>
          </p:sp>
        </p:grpSp>
        <p:sp>
          <p:nvSpPr>
            <p:cNvPr id="31" name="Google Shape;179;p4"/>
            <p:cNvSpPr txBox="1"/>
            <p:nvPr/>
          </p:nvSpPr>
          <p:spPr>
            <a:xfrm>
              <a:off x="1031313" y="2022733"/>
              <a:ext cx="2533506" cy="421394"/>
            </a:xfrm>
            <a:prstGeom prst="rect">
              <a:avLst/>
            </a:prstGeom>
            <a:noFill/>
            <a:ln>
              <a:noFill/>
            </a:ln>
          </p:spPr>
          <p:txBody>
            <a:bodyPr spcFirstLastPara="1" wrap="square" lIns="91425" tIns="45700" rIns="91425" bIns="45700" anchor="t" anchorCtr="0">
              <a:spAutoFit/>
            </a:bodyPr>
            <a:lstStyle/>
            <a:p>
              <a:pPr algn="just" defTabSz="914400">
                <a:buClr>
                  <a:prstClr val="black"/>
                </a:buClr>
                <a:buSzPts val="1500"/>
                <a:buFont typeface="Open Sans"/>
                <a:buNone/>
              </a:pPr>
              <a:r>
                <a:rPr lang="en-US" sz="1500" dirty="0">
                  <a:solidFill>
                    <a:prstClr val="black"/>
                  </a:solidFill>
                  <a:ea typeface="Open Sans"/>
                  <a:cs typeface="Open Sans"/>
                  <a:sym typeface="Open Sans"/>
                </a:rPr>
                <a:t>Collecting data</a:t>
              </a:r>
              <a:endParaRPr sz="1500" dirty="0">
                <a:solidFill>
                  <a:prstClr val="black"/>
                </a:solidFill>
                <a:ea typeface="Arial"/>
                <a:cs typeface="Arial"/>
                <a:sym typeface="Arial"/>
              </a:endParaRPr>
            </a:p>
          </p:txBody>
        </p:sp>
        <p:sp>
          <p:nvSpPr>
            <p:cNvPr id="32" name="Google Shape;180;p4"/>
            <p:cNvSpPr/>
            <p:nvPr/>
          </p:nvSpPr>
          <p:spPr>
            <a:xfrm>
              <a:off x="839740" y="1538287"/>
              <a:ext cx="98520" cy="1081055"/>
            </a:xfrm>
            <a:prstGeom prst="rect">
              <a:avLst/>
            </a:prstGeom>
            <a:solidFill>
              <a:srgbClr val="FFC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ea typeface="Calibri"/>
                <a:cs typeface="Calibri"/>
                <a:sym typeface="Calibri"/>
              </a:endParaRPr>
            </a:p>
          </p:txBody>
        </p:sp>
        <p:sp>
          <p:nvSpPr>
            <p:cNvPr id="33" name="Google Shape;181;p4"/>
            <p:cNvSpPr txBox="1"/>
            <p:nvPr/>
          </p:nvSpPr>
          <p:spPr>
            <a:xfrm>
              <a:off x="1031314" y="1441961"/>
              <a:ext cx="3131233" cy="682290"/>
            </a:xfrm>
            <a:prstGeom prst="rect">
              <a:avLst/>
            </a:prstGeom>
            <a:noFill/>
            <a:ln>
              <a:noFill/>
            </a:ln>
          </p:spPr>
          <p:txBody>
            <a:bodyPr spcFirstLastPara="1" wrap="square" lIns="91425" tIns="45700" rIns="91425" bIns="45700" anchor="t" anchorCtr="0">
              <a:spAutoFit/>
            </a:bodyPr>
            <a:lstStyle/>
            <a:p>
              <a:pPr algn="just" defTabSz="914400"/>
              <a:r>
                <a:rPr lang="en-US" sz="2800" b="1" dirty="0">
                  <a:solidFill>
                    <a:prstClr val="black"/>
                  </a:solidFill>
                  <a:ea typeface="Calibri"/>
                  <a:cs typeface="Calibri"/>
                  <a:sym typeface="Calibri"/>
                </a:rPr>
                <a:t>Sensors/Devices</a:t>
              </a:r>
              <a:endParaRPr sz="2500" b="1" dirty="0">
                <a:solidFill>
                  <a:prstClr val="black"/>
                </a:solidFill>
                <a:ea typeface="Arial"/>
                <a:cs typeface="Arial"/>
                <a:sym typeface="Arial"/>
              </a:endParaRPr>
            </a:p>
          </p:txBody>
        </p:sp>
        <p:sp>
          <p:nvSpPr>
            <p:cNvPr id="34" name="Google Shape;182;p4"/>
            <p:cNvSpPr txBox="1"/>
            <p:nvPr/>
          </p:nvSpPr>
          <p:spPr>
            <a:xfrm>
              <a:off x="1031313" y="5046183"/>
              <a:ext cx="2533506" cy="421394"/>
            </a:xfrm>
            <a:prstGeom prst="rect">
              <a:avLst/>
            </a:prstGeom>
            <a:noFill/>
            <a:ln>
              <a:noFill/>
            </a:ln>
          </p:spPr>
          <p:txBody>
            <a:bodyPr spcFirstLastPara="1" wrap="square" lIns="91425" tIns="45700" rIns="91425" bIns="45700" anchor="t" anchorCtr="0">
              <a:spAutoFit/>
            </a:bodyPr>
            <a:lstStyle/>
            <a:p>
              <a:pPr algn="just" defTabSz="914400">
                <a:buClr>
                  <a:prstClr val="black"/>
                </a:buClr>
                <a:buSzPts val="1500"/>
                <a:buFont typeface="Arial"/>
                <a:buNone/>
              </a:pPr>
              <a:r>
                <a:rPr lang="en-US" sz="1500" dirty="0">
                  <a:solidFill>
                    <a:prstClr val="black"/>
                  </a:solidFill>
                  <a:ea typeface="Arial"/>
                  <a:cs typeface="Arial"/>
                  <a:sym typeface="Arial"/>
                </a:rPr>
                <a:t>Sending data to cloud</a:t>
              </a:r>
              <a:endParaRPr dirty="0">
                <a:solidFill>
                  <a:prstClr val="black"/>
                </a:solidFill>
              </a:endParaRPr>
            </a:p>
          </p:txBody>
        </p:sp>
        <p:sp>
          <p:nvSpPr>
            <p:cNvPr id="35" name="Google Shape;183;p4"/>
            <p:cNvSpPr/>
            <p:nvPr/>
          </p:nvSpPr>
          <p:spPr>
            <a:xfrm>
              <a:off x="839740" y="4588396"/>
              <a:ext cx="98520" cy="1081055"/>
            </a:xfrm>
            <a:prstGeom prst="rect">
              <a:avLst/>
            </a:prstGeom>
            <a:solidFill>
              <a:srgbClr val="ED7D31"/>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ea typeface="Calibri"/>
                <a:cs typeface="Calibri"/>
                <a:sym typeface="Calibri"/>
              </a:endParaRPr>
            </a:p>
          </p:txBody>
        </p:sp>
        <p:sp>
          <p:nvSpPr>
            <p:cNvPr id="36" name="Google Shape;184;p4"/>
            <p:cNvSpPr txBox="1"/>
            <p:nvPr/>
          </p:nvSpPr>
          <p:spPr>
            <a:xfrm>
              <a:off x="1031313" y="4446633"/>
              <a:ext cx="2533506" cy="682290"/>
            </a:xfrm>
            <a:prstGeom prst="rect">
              <a:avLst/>
            </a:prstGeom>
            <a:noFill/>
            <a:ln>
              <a:noFill/>
            </a:ln>
          </p:spPr>
          <p:txBody>
            <a:bodyPr spcFirstLastPara="1" wrap="square" lIns="91425" tIns="45700" rIns="91425" bIns="45700" anchor="t" anchorCtr="0">
              <a:spAutoFit/>
            </a:bodyPr>
            <a:lstStyle/>
            <a:p>
              <a:pPr algn="just" defTabSz="914400"/>
              <a:r>
                <a:rPr lang="en-US" sz="2800" b="1" dirty="0">
                  <a:solidFill>
                    <a:prstClr val="black"/>
                  </a:solidFill>
                  <a:ea typeface="Calibri"/>
                  <a:cs typeface="Calibri"/>
                  <a:sym typeface="Calibri"/>
                </a:rPr>
                <a:t>Connectivity</a:t>
              </a:r>
              <a:endParaRPr sz="2500" b="1" dirty="0">
                <a:solidFill>
                  <a:prstClr val="black"/>
                </a:solidFill>
                <a:ea typeface="Arial"/>
                <a:cs typeface="Arial"/>
                <a:sym typeface="Arial"/>
              </a:endParaRPr>
            </a:p>
          </p:txBody>
        </p:sp>
        <p:sp>
          <p:nvSpPr>
            <p:cNvPr id="37" name="Google Shape;185;p4"/>
            <p:cNvSpPr txBox="1"/>
            <p:nvPr/>
          </p:nvSpPr>
          <p:spPr>
            <a:xfrm>
              <a:off x="8912873" y="2022733"/>
              <a:ext cx="2533506" cy="421394"/>
            </a:xfrm>
            <a:prstGeom prst="rect">
              <a:avLst/>
            </a:prstGeom>
            <a:noFill/>
            <a:ln>
              <a:noFill/>
            </a:ln>
          </p:spPr>
          <p:txBody>
            <a:bodyPr spcFirstLastPara="1" wrap="square" lIns="91425" tIns="45700" rIns="91425" bIns="45700" anchor="t" anchorCtr="0">
              <a:spAutoFit/>
            </a:bodyPr>
            <a:lstStyle/>
            <a:p>
              <a:pPr algn="just" defTabSz="914400">
                <a:buClr>
                  <a:prstClr val="black"/>
                </a:buClr>
                <a:buSzPts val="1500"/>
                <a:buFont typeface="Arial"/>
                <a:buNone/>
              </a:pPr>
              <a:r>
                <a:rPr lang="en-US" sz="1500" dirty="0">
                  <a:solidFill>
                    <a:prstClr val="black"/>
                  </a:solidFill>
                  <a:ea typeface="Arial"/>
                  <a:cs typeface="Arial"/>
                  <a:sym typeface="Arial"/>
                </a:rPr>
                <a:t>Making data useful</a:t>
              </a:r>
              <a:endParaRPr dirty="0">
                <a:solidFill>
                  <a:prstClr val="black"/>
                </a:solidFill>
              </a:endParaRPr>
            </a:p>
          </p:txBody>
        </p:sp>
        <p:sp>
          <p:nvSpPr>
            <p:cNvPr id="38" name="Google Shape;186;p4"/>
            <p:cNvSpPr/>
            <p:nvPr/>
          </p:nvSpPr>
          <p:spPr>
            <a:xfrm>
              <a:off x="8721299" y="1538287"/>
              <a:ext cx="98520" cy="1081055"/>
            </a:xfrm>
            <a:prstGeom prst="rect">
              <a:avLst/>
            </a:prstGeom>
            <a:solidFill>
              <a:srgbClr val="5B9BD5"/>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ea typeface="Calibri"/>
                <a:cs typeface="Calibri"/>
                <a:sym typeface="Calibri"/>
              </a:endParaRPr>
            </a:p>
          </p:txBody>
        </p:sp>
        <p:sp>
          <p:nvSpPr>
            <p:cNvPr id="39" name="Google Shape;187;p4"/>
            <p:cNvSpPr txBox="1"/>
            <p:nvPr/>
          </p:nvSpPr>
          <p:spPr>
            <a:xfrm>
              <a:off x="8912870" y="1441961"/>
              <a:ext cx="3071904" cy="682290"/>
            </a:xfrm>
            <a:prstGeom prst="rect">
              <a:avLst/>
            </a:prstGeom>
            <a:noFill/>
            <a:ln>
              <a:noFill/>
            </a:ln>
          </p:spPr>
          <p:txBody>
            <a:bodyPr spcFirstLastPara="1" wrap="square" lIns="91425" tIns="45700" rIns="91425" bIns="45700" anchor="t" anchorCtr="0">
              <a:spAutoFit/>
            </a:bodyPr>
            <a:lstStyle/>
            <a:p>
              <a:pPr algn="just" defTabSz="914400"/>
              <a:r>
                <a:rPr lang="en-US" sz="2800" b="1" dirty="0">
                  <a:solidFill>
                    <a:prstClr val="black"/>
                  </a:solidFill>
                  <a:ea typeface="Calibri"/>
                  <a:cs typeface="Calibri"/>
                  <a:sym typeface="Calibri"/>
                </a:rPr>
                <a:t>Data Processing</a:t>
              </a:r>
              <a:endParaRPr sz="2500" b="1" dirty="0">
                <a:solidFill>
                  <a:prstClr val="black"/>
                </a:solidFill>
                <a:ea typeface="Arial"/>
                <a:cs typeface="Arial"/>
                <a:sym typeface="Arial"/>
              </a:endParaRPr>
            </a:p>
          </p:txBody>
        </p:sp>
        <p:sp>
          <p:nvSpPr>
            <p:cNvPr id="40" name="Google Shape;188;p4"/>
            <p:cNvSpPr txBox="1"/>
            <p:nvPr/>
          </p:nvSpPr>
          <p:spPr>
            <a:xfrm>
              <a:off x="8912871" y="5169801"/>
              <a:ext cx="3274382" cy="421394"/>
            </a:xfrm>
            <a:prstGeom prst="rect">
              <a:avLst/>
            </a:prstGeom>
            <a:noFill/>
            <a:ln>
              <a:noFill/>
            </a:ln>
          </p:spPr>
          <p:txBody>
            <a:bodyPr spcFirstLastPara="1" wrap="square" lIns="91425" tIns="45700" rIns="91425" bIns="45700" anchor="t" anchorCtr="0">
              <a:spAutoFit/>
            </a:bodyPr>
            <a:lstStyle/>
            <a:p>
              <a:pPr algn="just" defTabSz="914400">
                <a:buClr>
                  <a:prstClr val="black"/>
                </a:buClr>
                <a:buSzPts val="1500"/>
                <a:buFont typeface="Open Sans"/>
                <a:buNone/>
              </a:pPr>
              <a:r>
                <a:rPr lang="en-US" sz="1500" dirty="0">
                  <a:solidFill>
                    <a:prstClr val="black"/>
                  </a:solidFill>
                  <a:ea typeface="Open Sans"/>
                  <a:cs typeface="Open Sans"/>
                  <a:sym typeface="Open Sans"/>
                </a:rPr>
                <a:t>Delivering information to user</a:t>
              </a:r>
              <a:endParaRPr sz="1500" dirty="0">
                <a:solidFill>
                  <a:prstClr val="black"/>
                </a:solidFill>
                <a:ea typeface="Arial"/>
                <a:cs typeface="Arial"/>
                <a:sym typeface="Arial"/>
              </a:endParaRPr>
            </a:p>
          </p:txBody>
        </p:sp>
        <p:sp>
          <p:nvSpPr>
            <p:cNvPr id="41" name="Google Shape;189;p4"/>
            <p:cNvSpPr/>
            <p:nvPr/>
          </p:nvSpPr>
          <p:spPr>
            <a:xfrm>
              <a:off x="8721299" y="4588396"/>
              <a:ext cx="98520" cy="1081055"/>
            </a:xfrm>
            <a:prstGeom prst="rect">
              <a:avLst/>
            </a:prstGeom>
            <a:solidFill>
              <a:srgbClr val="70AD47"/>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ea typeface="Calibri"/>
                <a:cs typeface="Calibri"/>
                <a:sym typeface="Calibri"/>
              </a:endParaRPr>
            </a:p>
          </p:txBody>
        </p:sp>
        <p:sp>
          <p:nvSpPr>
            <p:cNvPr id="42" name="Google Shape;190;p4"/>
            <p:cNvSpPr txBox="1"/>
            <p:nvPr/>
          </p:nvSpPr>
          <p:spPr>
            <a:xfrm>
              <a:off x="8912873" y="4492070"/>
              <a:ext cx="2758971" cy="682290"/>
            </a:xfrm>
            <a:prstGeom prst="rect">
              <a:avLst/>
            </a:prstGeom>
            <a:noFill/>
            <a:ln>
              <a:noFill/>
            </a:ln>
          </p:spPr>
          <p:txBody>
            <a:bodyPr spcFirstLastPara="1" wrap="square" lIns="91425" tIns="45700" rIns="91425" bIns="45700" anchor="t" anchorCtr="0">
              <a:spAutoFit/>
            </a:bodyPr>
            <a:lstStyle/>
            <a:p>
              <a:pPr algn="just" defTabSz="914400"/>
              <a:r>
                <a:rPr lang="en-US" sz="2800" b="1" dirty="0">
                  <a:solidFill>
                    <a:prstClr val="black"/>
                  </a:solidFill>
                  <a:ea typeface="Calibri"/>
                  <a:cs typeface="Calibri"/>
                  <a:sym typeface="Calibri"/>
                </a:rPr>
                <a:t>User Interface</a:t>
              </a:r>
              <a:endParaRPr sz="2500" b="1" dirty="0">
                <a:solidFill>
                  <a:prstClr val="black"/>
                </a:solidFill>
                <a:ea typeface="Arial"/>
                <a:cs typeface="Arial"/>
                <a:sym typeface="Arial"/>
              </a:endParaRPr>
            </a:p>
          </p:txBody>
        </p:sp>
        <p:pic>
          <p:nvPicPr>
            <p:cNvPr id="43" name="Google Shape;191;p4"/>
            <p:cNvPicPr preferRelativeResize="0"/>
            <p:nvPr/>
          </p:nvPicPr>
          <p:blipFill rotWithShape="1">
            <a:blip r:embed="rId2">
              <a:alphaModFix/>
            </a:blip>
            <a:srcRect/>
            <a:stretch/>
          </p:blipFill>
          <p:spPr>
            <a:xfrm>
              <a:off x="4407870" y="1790747"/>
              <a:ext cx="884827" cy="907515"/>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44" name="Google Shape;192;p4"/>
            <p:cNvPicPr preferRelativeResize="0"/>
            <p:nvPr/>
          </p:nvPicPr>
          <p:blipFill rotWithShape="1">
            <a:blip r:embed="rId3">
              <a:alphaModFix/>
            </a:blip>
            <a:srcRect/>
            <a:stretch/>
          </p:blipFill>
          <p:spPr>
            <a:xfrm>
              <a:off x="5608752" y="2527764"/>
              <a:ext cx="994293" cy="892835"/>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45" name="Google Shape;193;p4"/>
            <p:cNvPicPr preferRelativeResize="0"/>
            <p:nvPr/>
          </p:nvPicPr>
          <p:blipFill rotWithShape="1">
            <a:blip r:embed="rId4">
              <a:alphaModFix/>
            </a:blip>
            <a:srcRect/>
            <a:stretch/>
          </p:blipFill>
          <p:spPr>
            <a:xfrm>
              <a:off x="5690288" y="4050147"/>
              <a:ext cx="847041" cy="780170"/>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46" name="Google Shape;194;p4"/>
            <p:cNvPicPr preferRelativeResize="0"/>
            <p:nvPr/>
          </p:nvPicPr>
          <p:blipFill rotWithShape="1">
            <a:blip r:embed="rId5">
              <a:alphaModFix/>
            </a:blip>
            <a:srcRect/>
            <a:stretch/>
          </p:blipFill>
          <p:spPr>
            <a:xfrm>
              <a:off x="6891102" y="4753680"/>
              <a:ext cx="994293" cy="908173"/>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grpSp>
    </p:spTree>
    <p:extLst>
      <p:ext uri="{BB962C8B-B14F-4D97-AF65-F5344CB8AC3E}">
        <p14:creationId xmlns:p14="http://schemas.microsoft.com/office/powerpoint/2010/main" val="35512543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mn-lt"/>
              </a:rPr>
              <a:t>History Of IoT </a:t>
            </a:r>
          </a:p>
        </p:txBody>
      </p:sp>
      <p:grpSp>
        <p:nvGrpSpPr>
          <p:cNvPr id="3" name="Google Shape;199;p5"/>
          <p:cNvGrpSpPr/>
          <p:nvPr/>
        </p:nvGrpSpPr>
        <p:grpSpPr>
          <a:xfrm>
            <a:off x="720247" y="482565"/>
            <a:ext cx="10723119" cy="5807075"/>
            <a:chOff x="969" y="744"/>
            <a:chExt cx="5584" cy="3024"/>
          </a:xfrm>
        </p:grpSpPr>
        <p:sp>
          <p:nvSpPr>
            <p:cNvPr id="4" name="Google Shape;200;p5"/>
            <p:cNvSpPr/>
            <p:nvPr/>
          </p:nvSpPr>
          <p:spPr>
            <a:xfrm>
              <a:off x="969" y="744"/>
              <a:ext cx="5584" cy="3024"/>
            </a:xfrm>
            <a:custGeom>
              <a:avLst/>
              <a:gdLst/>
              <a:ahLst/>
              <a:cxnLst/>
              <a:rect l="l" t="t" r="r" b="b"/>
              <a:pathLst>
                <a:path w="2788" h="1509" extrusionOk="0">
                  <a:moveTo>
                    <a:pt x="1256" y="418"/>
                  </a:moveTo>
                  <a:cubicBezTo>
                    <a:pt x="1256" y="420"/>
                    <a:pt x="1257" y="422"/>
                    <a:pt x="1260" y="421"/>
                  </a:cubicBezTo>
                  <a:cubicBezTo>
                    <a:pt x="1258" y="426"/>
                    <a:pt x="1253" y="421"/>
                    <a:pt x="1251" y="418"/>
                  </a:cubicBezTo>
                  <a:cubicBezTo>
                    <a:pt x="1251" y="418"/>
                    <a:pt x="1252" y="417"/>
                    <a:pt x="1252" y="417"/>
                  </a:cubicBezTo>
                  <a:cubicBezTo>
                    <a:pt x="1253" y="417"/>
                    <a:pt x="1253" y="418"/>
                    <a:pt x="1254" y="418"/>
                  </a:cubicBezTo>
                  <a:cubicBezTo>
                    <a:pt x="1254" y="417"/>
                    <a:pt x="1254" y="417"/>
                    <a:pt x="1254" y="416"/>
                  </a:cubicBezTo>
                  <a:cubicBezTo>
                    <a:pt x="1255" y="416"/>
                    <a:pt x="1256" y="417"/>
                    <a:pt x="1256" y="418"/>
                  </a:cubicBezTo>
                  <a:close/>
                  <a:moveTo>
                    <a:pt x="554" y="204"/>
                  </a:moveTo>
                  <a:cubicBezTo>
                    <a:pt x="554" y="205"/>
                    <a:pt x="552" y="205"/>
                    <a:pt x="551" y="206"/>
                  </a:cubicBezTo>
                  <a:cubicBezTo>
                    <a:pt x="548" y="199"/>
                    <a:pt x="546" y="201"/>
                    <a:pt x="540" y="201"/>
                  </a:cubicBezTo>
                  <a:cubicBezTo>
                    <a:pt x="543" y="198"/>
                    <a:pt x="547" y="196"/>
                    <a:pt x="550" y="194"/>
                  </a:cubicBezTo>
                  <a:cubicBezTo>
                    <a:pt x="549" y="193"/>
                    <a:pt x="548" y="192"/>
                    <a:pt x="547" y="191"/>
                  </a:cubicBezTo>
                  <a:cubicBezTo>
                    <a:pt x="548" y="190"/>
                    <a:pt x="550" y="189"/>
                    <a:pt x="552" y="188"/>
                  </a:cubicBezTo>
                  <a:cubicBezTo>
                    <a:pt x="548" y="186"/>
                    <a:pt x="546" y="184"/>
                    <a:pt x="542" y="186"/>
                  </a:cubicBezTo>
                  <a:cubicBezTo>
                    <a:pt x="538" y="187"/>
                    <a:pt x="536" y="188"/>
                    <a:pt x="532" y="186"/>
                  </a:cubicBezTo>
                  <a:cubicBezTo>
                    <a:pt x="528" y="184"/>
                    <a:pt x="526" y="186"/>
                    <a:pt x="522" y="186"/>
                  </a:cubicBezTo>
                  <a:cubicBezTo>
                    <a:pt x="520" y="186"/>
                    <a:pt x="517" y="191"/>
                    <a:pt x="516" y="192"/>
                  </a:cubicBezTo>
                  <a:cubicBezTo>
                    <a:pt x="517" y="193"/>
                    <a:pt x="525" y="195"/>
                    <a:pt x="525" y="197"/>
                  </a:cubicBezTo>
                  <a:cubicBezTo>
                    <a:pt x="525" y="201"/>
                    <a:pt x="526" y="206"/>
                    <a:pt x="520" y="205"/>
                  </a:cubicBezTo>
                  <a:cubicBezTo>
                    <a:pt x="517" y="204"/>
                    <a:pt x="514" y="198"/>
                    <a:pt x="512" y="199"/>
                  </a:cubicBezTo>
                  <a:cubicBezTo>
                    <a:pt x="509" y="200"/>
                    <a:pt x="505" y="203"/>
                    <a:pt x="508" y="205"/>
                  </a:cubicBezTo>
                  <a:cubicBezTo>
                    <a:pt x="515" y="211"/>
                    <a:pt x="522" y="212"/>
                    <a:pt x="528" y="219"/>
                  </a:cubicBezTo>
                  <a:cubicBezTo>
                    <a:pt x="530" y="222"/>
                    <a:pt x="532" y="226"/>
                    <a:pt x="536" y="227"/>
                  </a:cubicBezTo>
                  <a:cubicBezTo>
                    <a:pt x="539" y="228"/>
                    <a:pt x="544" y="225"/>
                    <a:pt x="542" y="221"/>
                  </a:cubicBezTo>
                  <a:cubicBezTo>
                    <a:pt x="548" y="224"/>
                    <a:pt x="562" y="214"/>
                    <a:pt x="552" y="211"/>
                  </a:cubicBezTo>
                  <a:cubicBezTo>
                    <a:pt x="554" y="211"/>
                    <a:pt x="555" y="210"/>
                    <a:pt x="557" y="209"/>
                  </a:cubicBezTo>
                  <a:cubicBezTo>
                    <a:pt x="556" y="208"/>
                    <a:pt x="555" y="206"/>
                    <a:pt x="554" y="204"/>
                  </a:cubicBezTo>
                  <a:close/>
                  <a:moveTo>
                    <a:pt x="1246" y="418"/>
                  </a:moveTo>
                  <a:cubicBezTo>
                    <a:pt x="1247" y="419"/>
                    <a:pt x="1245" y="421"/>
                    <a:pt x="1247" y="423"/>
                  </a:cubicBezTo>
                  <a:cubicBezTo>
                    <a:pt x="1247" y="421"/>
                    <a:pt x="1247" y="419"/>
                    <a:pt x="1249" y="417"/>
                  </a:cubicBezTo>
                  <a:cubicBezTo>
                    <a:pt x="1248" y="417"/>
                    <a:pt x="1246" y="416"/>
                    <a:pt x="1246" y="416"/>
                  </a:cubicBezTo>
                  <a:cubicBezTo>
                    <a:pt x="1245" y="417"/>
                    <a:pt x="1246" y="417"/>
                    <a:pt x="1246" y="418"/>
                  </a:cubicBezTo>
                  <a:close/>
                  <a:moveTo>
                    <a:pt x="706" y="285"/>
                  </a:moveTo>
                  <a:cubicBezTo>
                    <a:pt x="708" y="288"/>
                    <a:pt x="716" y="292"/>
                    <a:pt x="719" y="287"/>
                  </a:cubicBezTo>
                  <a:cubicBezTo>
                    <a:pt x="722" y="282"/>
                    <a:pt x="720" y="280"/>
                    <a:pt x="721" y="275"/>
                  </a:cubicBezTo>
                  <a:cubicBezTo>
                    <a:pt x="715" y="267"/>
                    <a:pt x="699" y="279"/>
                    <a:pt x="706" y="285"/>
                  </a:cubicBezTo>
                  <a:close/>
                  <a:moveTo>
                    <a:pt x="752" y="228"/>
                  </a:moveTo>
                  <a:cubicBezTo>
                    <a:pt x="749" y="221"/>
                    <a:pt x="740" y="222"/>
                    <a:pt x="735" y="224"/>
                  </a:cubicBezTo>
                  <a:cubicBezTo>
                    <a:pt x="733" y="225"/>
                    <a:pt x="725" y="214"/>
                    <a:pt x="722" y="211"/>
                  </a:cubicBezTo>
                  <a:cubicBezTo>
                    <a:pt x="719" y="207"/>
                    <a:pt x="711" y="204"/>
                    <a:pt x="706" y="204"/>
                  </a:cubicBezTo>
                  <a:cubicBezTo>
                    <a:pt x="704" y="205"/>
                    <a:pt x="699" y="204"/>
                    <a:pt x="697" y="206"/>
                  </a:cubicBezTo>
                  <a:cubicBezTo>
                    <a:pt x="696" y="207"/>
                    <a:pt x="692" y="212"/>
                    <a:pt x="690" y="212"/>
                  </a:cubicBezTo>
                  <a:cubicBezTo>
                    <a:pt x="685" y="208"/>
                    <a:pt x="686" y="208"/>
                    <a:pt x="681" y="212"/>
                  </a:cubicBezTo>
                  <a:cubicBezTo>
                    <a:pt x="679" y="215"/>
                    <a:pt x="676" y="215"/>
                    <a:pt x="678" y="211"/>
                  </a:cubicBezTo>
                  <a:cubicBezTo>
                    <a:pt x="680" y="206"/>
                    <a:pt x="681" y="206"/>
                    <a:pt x="679" y="201"/>
                  </a:cubicBezTo>
                  <a:cubicBezTo>
                    <a:pt x="677" y="198"/>
                    <a:pt x="676" y="198"/>
                    <a:pt x="674" y="195"/>
                  </a:cubicBezTo>
                  <a:cubicBezTo>
                    <a:pt x="672" y="193"/>
                    <a:pt x="673" y="188"/>
                    <a:pt x="669" y="188"/>
                  </a:cubicBezTo>
                  <a:cubicBezTo>
                    <a:pt x="667" y="188"/>
                    <a:pt x="663" y="187"/>
                    <a:pt x="661" y="188"/>
                  </a:cubicBezTo>
                  <a:cubicBezTo>
                    <a:pt x="655" y="190"/>
                    <a:pt x="649" y="193"/>
                    <a:pt x="643" y="194"/>
                  </a:cubicBezTo>
                  <a:cubicBezTo>
                    <a:pt x="643" y="192"/>
                    <a:pt x="644" y="190"/>
                    <a:pt x="644" y="187"/>
                  </a:cubicBezTo>
                  <a:cubicBezTo>
                    <a:pt x="635" y="186"/>
                    <a:pt x="631" y="186"/>
                    <a:pt x="623" y="190"/>
                  </a:cubicBezTo>
                  <a:cubicBezTo>
                    <a:pt x="616" y="193"/>
                    <a:pt x="612" y="197"/>
                    <a:pt x="609" y="204"/>
                  </a:cubicBezTo>
                  <a:cubicBezTo>
                    <a:pt x="608" y="207"/>
                    <a:pt x="605" y="213"/>
                    <a:pt x="605" y="216"/>
                  </a:cubicBezTo>
                  <a:cubicBezTo>
                    <a:pt x="605" y="217"/>
                    <a:pt x="606" y="226"/>
                    <a:pt x="607" y="226"/>
                  </a:cubicBezTo>
                  <a:cubicBezTo>
                    <a:pt x="615" y="227"/>
                    <a:pt x="621" y="226"/>
                    <a:pt x="627" y="233"/>
                  </a:cubicBezTo>
                  <a:cubicBezTo>
                    <a:pt x="621" y="232"/>
                    <a:pt x="615" y="232"/>
                    <a:pt x="609" y="231"/>
                  </a:cubicBezTo>
                  <a:cubicBezTo>
                    <a:pt x="611" y="236"/>
                    <a:pt x="616" y="240"/>
                    <a:pt x="620" y="242"/>
                  </a:cubicBezTo>
                  <a:cubicBezTo>
                    <a:pt x="624" y="244"/>
                    <a:pt x="625" y="241"/>
                    <a:pt x="628" y="241"/>
                  </a:cubicBezTo>
                  <a:cubicBezTo>
                    <a:pt x="634" y="240"/>
                    <a:pt x="630" y="242"/>
                    <a:pt x="633" y="245"/>
                  </a:cubicBezTo>
                  <a:cubicBezTo>
                    <a:pt x="635" y="247"/>
                    <a:pt x="640" y="248"/>
                    <a:pt x="642" y="248"/>
                  </a:cubicBezTo>
                  <a:cubicBezTo>
                    <a:pt x="648" y="248"/>
                    <a:pt x="656" y="247"/>
                    <a:pt x="661" y="249"/>
                  </a:cubicBezTo>
                  <a:cubicBezTo>
                    <a:pt x="663" y="250"/>
                    <a:pt x="665" y="250"/>
                    <a:pt x="667" y="251"/>
                  </a:cubicBezTo>
                  <a:cubicBezTo>
                    <a:pt x="668" y="251"/>
                    <a:pt x="669" y="248"/>
                    <a:pt x="670" y="249"/>
                  </a:cubicBezTo>
                  <a:cubicBezTo>
                    <a:pt x="673" y="249"/>
                    <a:pt x="673" y="253"/>
                    <a:pt x="677" y="252"/>
                  </a:cubicBezTo>
                  <a:cubicBezTo>
                    <a:pt x="674" y="250"/>
                    <a:pt x="672" y="247"/>
                    <a:pt x="670" y="245"/>
                  </a:cubicBezTo>
                  <a:cubicBezTo>
                    <a:pt x="679" y="248"/>
                    <a:pt x="685" y="250"/>
                    <a:pt x="694" y="248"/>
                  </a:cubicBezTo>
                  <a:cubicBezTo>
                    <a:pt x="692" y="244"/>
                    <a:pt x="692" y="242"/>
                    <a:pt x="688" y="241"/>
                  </a:cubicBezTo>
                  <a:cubicBezTo>
                    <a:pt x="693" y="236"/>
                    <a:pt x="692" y="243"/>
                    <a:pt x="696" y="245"/>
                  </a:cubicBezTo>
                  <a:cubicBezTo>
                    <a:pt x="697" y="246"/>
                    <a:pt x="700" y="244"/>
                    <a:pt x="701" y="245"/>
                  </a:cubicBezTo>
                  <a:cubicBezTo>
                    <a:pt x="701" y="247"/>
                    <a:pt x="702" y="249"/>
                    <a:pt x="702" y="251"/>
                  </a:cubicBezTo>
                  <a:cubicBezTo>
                    <a:pt x="706" y="247"/>
                    <a:pt x="714" y="257"/>
                    <a:pt x="717" y="260"/>
                  </a:cubicBezTo>
                  <a:cubicBezTo>
                    <a:pt x="711" y="262"/>
                    <a:pt x="710" y="261"/>
                    <a:pt x="710" y="268"/>
                  </a:cubicBezTo>
                  <a:cubicBezTo>
                    <a:pt x="713" y="267"/>
                    <a:pt x="715" y="266"/>
                    <a:pt x="718" y="265"/>
                  </a:cubicBezTo>
                  <a:cubicBezTo>
                    <a:pt x="722" y="263"/>
                    <a:pt x="722" y="263"/>
                    <a:pt x="724" y="267"/>
                  </a:cubicBezTo>
                  <a:cubicBezTo>
                    <a:pt x="727" y="272"/>
                    <a:pt x="734" y="270"/>
                    <a:pt x="737" y="276"/>
                  </a:cubicBezTo>
                  <a:cubicBezTo>
                    <a:pt x="739" y="280"/>
                    <a:pt x="741" y="284"/>
                    <a:pt x="743" y="287"/>
                  </a:cubicBezTo>
                  <a:cubicBezTo>
                    <a:pt x="744" y="289"/>
                    <a:pt x="742" y="290"/>
                    <a:pt x="740" y="291"/>
                  </a:cubicBezTo>
                  <a:cubicBezTo>
                    <a:pt x="736" y="296"/>
                    <a:pt x="731" y="301"/>
                    <a:pt x="726" y="306"/>
                  </a:cubicBezTo>
                  <a:cubicBezTo>
                    <a:pt x="727" y="307"/>
                    <a:pt x="734" y="310"/>
                    <a:pt x="733" y="313"/>
                  </a:cubicBezTo>
                  <a:cubicBezTo>
                    <a:pt x="732" y="314"/>
                    <a:pt x="723" y="316"/>
                    <a:pt x="722" y="316"/>
                  </a:cubicBezTo>
                  <a:cubicBezTo>
                    <a:pt x="716" y="318"/>
                    <a:pt x="710" y="316"/>
                    <a:pt x="704" y="315"/>
                  </a:cubicBezTo>
                  <a:cubicBezTo>
                    <a:pt x="704" y="319"/>
                    <a:pt x="699" y="320"/>
                    <a:pt x="697" y="323"/>
                  </a:cubicBezTo>
                  <a:cubicBezTo>
                    <a:pt x="696" y="325"/>
                    <a:pt x="700" y="330"/>
                    <a:pt x="703" y="330"/>
                  </a:cubicBezTo>
                  <a:cubicBezTo>
                    <a:pt x="707" y="330"/>
                    <a:pt x="712" y="331"/>
                    <a:pt x="715" y="328"/>
                  </a:cubicBezTo>
                  <a:cubicBezTo>
                    <a:pt x="718" y="325"/>
                    <a:pt x="721" y="328"/>
                    <a:pt x="725" y="329"/>
                  </a:cubicBezTo>
                  <a:cubicBezTo>
                    <a:pt x="725" y="327"/>
                    <a:pt x="726" y="326"/>
                    <a:pt x="725" y="325"/>
                  </a:cubicBezTo>
                  <a:cubicBezTo>
                    <a:pt x="728" y="325"/>
                    <a:pt x="729" y="326"/>
                    <a:pt x="729" y="329"/>
                  </a:cubicBezTo>
                  <a:cubicBezTo>
                    <a:pt x="736" y="325"/>
                    <a:pt x="736" y="328"/>
                    <a:pt x="740" y="335"/>
                  </a:cubicBezTo>
                  <a:cubicBezTo>
                    <a:pt x="742" y="338"/>
                    <a:pt x="746" y="338"/>
                    <a:pt x="750" y="340"/>
                  </a:cubicBezTo>
                  <a:cubicBezTo>
                    <a:pt x="747" y="341"/>
                    <a:pt x="745" y="342"/>
                    <a:pt x="743" y="343"/>
                  </a:cubicBezTo>
                  <a:cubicBezTo>
                    <a:pt x="747" y="345"/>
                    <a:pt x="749" y="347"/>
                    <a:pt x="753" y="346"/>
                  </a:cubicBezTo>
                  <a:cubicBezTo>
                    <a:pt x="753" y="347"/>
                    <a:pt x="752" y="348"/>
                    <a:pt x="752" y="348"/>
                  </a:cubicBezTo>
                  <a:cubicBezTo>
                    <a:pt x="756" y="349"/>
                    <a:pt x="760" y="350"/>
                    <a:pt x="764" y="352"/>
                  </a:cubicBezTo>
                  <a:cubicBezTo>
                    <a:pt x="765" y="352"/>
                    <a:pt x="765" y="356"/>
                    <a:pt x="768" y="356"/>
                  </a:cubicBezTo>
                  <a:cubicBezTo>
                    <a:pt x="776" y="358"/>
                    <a:pt x="784" y="360"/>
                    <a:pt x="792" y="362"/>
                  </a:cubicBezTo>
                  <a:cubicBezTo>
                    <a:pt x="792" y="359"/>
                    <a:pt x="793" y="357"/>
                    <a:pt x="790" y="355"/>
                  </a:cubicBezTo>
                  <a:cubicBezTo>
                    <a:pt x="787" y="353"/>
                    <a:pt x="785" y="351"/>
                    <a:pt x="782" y="349"/>
                  </a:cubicBezTo>
                  <a:cubicBezTo>
                    <a:pt x="780" y="348"/>
                    <a:pt x="775" y="348"/>
                    <a:pt x="774" y="346"/>
                  </a:cubicBezTo>
                  <a:cubicBezTo>
                    <a:pt x="773" y="343"/>
                    <a:pt x="771" y="341"/>
                    <a:pt x="770" y="338"/>
                  </a:cubicBezTo>
                  <a:cubicBezTo>
                    <a:pt x="772" y="339"/>
                    <a:pt x="775" y="340"/>
                    <a:pt x="778" y="342"/>
                  </a:cubicBezTo>
                  <a:cubicBezTo>
                    <a:pt x="777" y="340"/>
                    <a:pt x="777" y="339"/>
                    <a:pt x="777" y="337"/>
                  </a:cubicBezTo>
                  <a:cubicBezTo>
                    <a:pt x="781" y="340"/>
                    <a:pt x="786" y="343"/>
                    <a:pt x="791" y="346"/>
                  </a:cubicBezTo>
                  <a:cubicBezTo>
                    <a:pt x="794" y="348"/>
                    <a:pt x="798" y="354"/>
                    <a:pt x="800" y="353"/>
                  </a:cubicBezTo>
                  <a:cubicBezTo>
                    <a:pt x="799" y="352"/>
                    <a:pt x="798" y="350"/>
                    <a:pt x="798" y="348"/>
                  </a:cubicBezTo>
                  <a:cubicBezTo>
                    <a:pt x="799" y="349"/>
                    <a:pt x="800" y="349"/>
                    <a:pt x="801" y="349"/>
                  </a:cubicBezTo>
                  <a:cubicBezTo>
                    <a:pt x="803" y="345"/>
                    <a:pt x="796" y="344"/>
                    <a:pt x="799" y="340"/>
                  </a:cubicBezTo>
                  <a:cubicBezTo>
                    <a:pt x="800" y="342"/>
                    <a:pt x="801" y="343"/>
                    <a:pt x="803" y="345"/>
                  </a:cubicBezTo>
                  <a:cubicBezTo>
                    <a:pt x="802" y="342"/>
                    <a:pt x="803" y="337"/>
                    <a:pt x="801" y="335"/>
                  </a:cubicBezTo>
                  <a:cubicBezTo>
                    <a:pt x="800" y="332"/>
                    <a:pt x="797" y="333"/>
                    <a:pt x="796" y="329"/>
                  </a:cubicBezTo>
                  <a:cubicBezTo>
                    <a:pt x="795" y="325"/>
                    <a:pt x="795" y="324"/>
                    <a:pt x="792" y="322"/>
                  </a:cubicBezTo>
                  <a:cubicBezTo>
                    <a:pt x="789" y="321"/>
                    <a:pt x="786" y="319"/>
                    <a:pt x="785" y="324"/>
                  </a:cubicBezTo>
                  <a:cubicBezTo>
                    <a:pt x="784" y="321"/>
                    <a:pt x="783" y="317"/>
                    <a:pt x="782" y="314"/>
                  </a:cubicBezTo>
                  <a:cubicBezTo>
                    <a:pt x="781" y="310"/>
                    <a:pt x="780" y="312"/>
                    <a:pt x="777" y="313"/>
                  </a:cubicBezTo>
                  <a:cubicBezTo>
                    <a:pt x="776" y="311"/>
                    <a:pt x="776" y="309"/>
                    <a:pt x="775" y="307"/>
                  </a:cubicBezTo>
                  <a:cubicBezTo>
                    <a:pt x="777" y="307"/>
                    <a:pt x="779" y="307"/>
                    <a:pt x="781" y="308"/>
                  </a:cubicBezTo>
                  <a:cubicBezTo>
                    <a:pt x="781" y="303"/>
                    <a:pt x="777" y="304"/>
                    <a:pt x="779" y="300"/>
                  </a:cubicBezTo>
                  <a:cubicBezTo>
                    <a:pt x="781" y="297"/>
                    <a:pt x="783" y="297"/>
                    <a:pt x="786" y="299"/>
                  </a:cubicBezTo>
                  <a:cubicBezTo>
                    <a:pt x="788" y="300"/>
                    <a:pt x="791" y="305"/>
                    <a:pt x="793" y="306"/>
                  </a:cubicBezTo>
                  <a:cubicBezTo>
                    <a:pt x="795" y="306"/>
                    <a:pt x="800" y="304"/>
                    <a:pt x="801" y="303"/>
                  </a:cubicBezTo>
                  <a:cubicBezTo>
                    <a:pt x="803" y="308"/>
                    <a:pt x="798" y="308"/>
                    <a:pt x="795" y="310"/>
                  </a:cubicBezTo>
                  <a:cubicBezTo>
                    <a:pt x="800" y="316"/>
                    <a:pt x="803" y="318"/>
                    <a:pt x="810" y="322"/>
                  </a:cubicBezTo>
                  <a:cubicBezTo>
                    <a:pt x="812" y="317"/>
                    <a:pt x="811" y="313"/>
                    <a:pt x="810" y="308"/>
                  </a:cubicBezTo>
                  <a:cubicBezTo>
                    <a:pt x="816" y="312"/>
                    <a:pt x="818" y="309"/>
                    <a:pt x="824" y="306"/>
                  </a:cubicBezTo>
                  <a:cubicBezTo>
                    <a:pt x="822" y="305"/>
                    <a:pt x="820" y="304"/>
                    <a:pt x="818" y="303"/>
                  </a:cubicBezTo>
                  <a:cubicBezTo>
                    <a:pt x="820" y="301"/>
                    <a:pt x="824" y="303"/>
                    <a:pt x="827" y="303"/>
                  </a:cubicBezTo>
                  <a:cubicBezTo>
                    <a:pt x="827" y="297"/>
                    <a:pt x="829" y="294"/>
                    <a:pt x="824" y="292"/>
                  </a:cubicBezTo>
                  <a:cubicBezTo>
                    <a:pt x="821" y="290"/>
                    <a:pt x="815" y="292"/>
                    <a:pt x="811" y="292"/>
                  </a:cubicBezTo>
                  <a:cubicBezTo>
                    <a:pt x="812" y="290"/>
                    <a:pt x="813" y="289"/>
                    <a:pt x="815" y="287"/>
                  </a:cubicBezTo>
                  <a:cubicBezTo>
                    <a:pt x="809" y="286"/>
                    <a:pt x="807" y="286"/>
                    <a:pt x="803" y="282"/>
                  </a:cubicBezTo>
                  <a:cubicBezTo>
                    <a:pt x="800" y="279"/>
                    <a:pt x="799" y="278"/>
                    <a:pt x="795" y="276"/>
                  </a:cubicBezTo>
                  <a:cubicBezTo>
                    <a:pt x="786" y="273"/>
                    <a:pt x="778" y="270"/>
                    <a:pt x="770" y="266"/>
                  </a:cubicBezTo>
                  <a:cubicBezTo>
                    <a:pt x="772" y="266"/>
                    <a:pt x="774" y="265"/>
                    <a:pt x="777" y="265"/>
                  </a:cubicBezTo>
                  <a:cubicBezTo>
                    <a:pt x="776" y="263"/>
                    <a:pt x="776" y="261"/>
                    <a:pt x="776" y="258"/>
                  </a:cubicBezTo>
                  <a:cubicBezTo>
                    <a:pt x="779" y="259"/>
                    <a:pt x="782" y="260"/>
                    <a:pt x="786" y="260"/>
                  </a:cubicBezTo>
                  <a:cubicBezTo>
                    <a:pt x="784" y="255"/>
                    <a:pt x="784" y="255"/>
                    <a:pt x="779" y="256"/>
                  </a:cubicBezTo>
                  <a:cubicBezTo>
                    <a:pt x="776" y="257"/>
                    <a:pt x="774" y="255"/>
                    <a:pt x="771" y="254"/>
                  </a:cubicBezTo>
                  <a:cubicBezTo>
                    <a:pt x="776" y="251"/>
                    <a:pt x="777" y="251"/>
                    <a:pt x="782" y="251"/>
                  </a:cubicBezTo>
                  <a:cubicBezTo>
                    <a:pt x="782" y="247"/>
                    <a:pt x="778" y="245"/>
                    <a:pt x="775" y="243"/>
                  </a:cubicBezTo>
                  <a:cubicBezTo>
                    <a:pt x="775" y="247"/>
                    <a:pt x="770" y="248"/>
                    <a:pt x="767" y="250"/>
                  </a:cubicBezTo>
                  <a:cubicBezTo>
                    <a:pt x="768" y="245"/>
                    <a:pt x="765" y="246"/>
                    <a:pt x="762" y="245"/>
                  </a:cubicBezTo>
                  <a:cubicBezTo>
                    <a:pt x="766" y="244"/>
                    <a:pt x="772" y="244"/>
                    <a:pt x="773" y="240"/>
                  </a:cubicBezTo>
                  <a:cubicBezTo>
                    <a:pt x="770" y="238"/>
                    <a:pt x="754" y="227"/>
                    <a:pt x="752" y="232"/>
                  </a:cubicBezTo>
                  <a:cubicBezTo>
                    <a:pt x="750" y="235"/>
                    <a:pt x="745" y="239"/>
                    <a:pt x="743" y="235"/>
                  </a:cubicBezTo>
                  <a:cubicBezTo>
                    <a:pt x="742" y="232"/>
                    <a:pt x="750" y="229"/>
                    <a:pt x="752" y="228"/>
                  </a:cubicBezTo>
                  <a:close/>
                  <a:moveTo>
                    <a:pt x="507" y="151"/>
                  </a:moveTo>
                  <a:cubicBezTo>
                    <a:pt x="505" y="151"/>
                    <a:pt x="503" y="151"/>
                    <a:pt x="502" y="153"/>
                  </a:cubicBezTo>
                  <a:cubicBezTo>
                    <a:pt x="504" y="153"/>
                    <a:pt x="506" y="153"/>
                    <a:pt x="508" y="153"/>
                  </a:cubicBezTo>
                  <a:cubicBezTo>
                    <a:pt x="501" y="158"/>
                    <a:pt x="511" y="158"/>
                    <a:pt x="515" y="157"/>
                  </a:cubicBezTo>
                  <a:cubicBezTo>
                    <a:pt x="520" y="156"/>
                    <a:pt x="525" y="156"/>
                    <a:pt x="530" y="155"/>
                  </a:cubicBezTo>
                  <a:cubicBezTo>
                    <a:pt x="529" y="157"/>
                    <a:pt x="528" y="158"/>
                    <a:pt x="526" y="158"/>
                  </a:cubicBezTo>
                  <a:cubicBezTo>
                    <a:pt x="526" y="158"/>
                    <a:pt x="527" y="158"/>
                    <a:pt x="527" y="159"/>
                  </a:cubicBezTo>
                  <a:cubicBezTo>
                    <a:pt x="525" y="159"/>
                    <a:pt x="523" y="159"/>
                    <a:pt x="522" y="161"/>
                  </a:cubicBezTo>
                  <a:cubicBezTo>
                    <a:pt x="524" y="161"/>
                    <a:pt x="526" y="162"/>
                    <a:pt x="528" y="163"/>
                  </a:cubicBezTo>
                  <a:cubicBezTo>
                    <a:pt x="527" y="163"/>
                    <a:pt x="525" y="163"/>
                    <a:pt x="524" y="163"/>
                  </a:cubicBezTo>
                  <a:cubicBezTo>
                    <a:pt x="525" y="167"/>
                    <a:pt x="527" y="166"/>
                    <a:pt x="530" y="167"/>
                  </a:cubicBezTo>
                  <a:cubicBezTo>
                    <a:pt x="532" y="168"/>
                    <a:pt x="532" y="165"/>
                    <a:pt x="534" y="165"/>
                  </a:cubicBezTo>
                  <a:cubicBezTo>
                    <a:pt x="538" y="166"/>
                    <a:pt x="544" y="168"/>
                    <a:pt x="547" y="164"/>
                  </a:cubicBezTo>
                  <a:cubicBezTo>
                    <a:pt x="546" y="163"/>
                    <a:pt x="545" y="162"/>
                    <a:pt x="543" y="161"/>
                  </a:cubicBezTo>
                  <a:cubicBezTo>
                    <a:pt x="545" y="160"/>
                    <a:pt x="546" y="159"/>
                    <a:pt x="545" y="157"/>
                  </a:cubicBezTo>
                  <a:cubicBezTo>
                    <a:pt x="546" y="158"/>
                    <a:pt x="547" y="158"/>
                    <a:pt x="548" y="159"/>
                  </a:cubicBezTo>
                  <a:cubicBezTo>
                    <a:pt x="549" y="156"/>
                    <a:pt x="547" y="155"/>
                    <a:pt x="547" y="152"/>
                  </a:cubicBezTo>
                  <a:cubicBezTo>
                    <a:pt x="546" y="150"/>
                    <a:pt x="548" y="148"/>
                    <a:pt x="548" y="146"/>
                  </a:cubicBezTo>
                  <a:cubicBezTo>
                    <a:pt x="547" y="145"/>
                    <a:pt x="545" y="140"/>
                    <a:pt x="544" y="140"/>
                  </a:cubicBezTo>
                  <a:cubicBezTo>
                    <a:pt x="542" y="139"/>
                    <a:pt x="539" y="137"/>
                    <a:pt x="537" y="138"/>
                  </a:cubicBezTo>
                  <a:cubicBezTo>
                    <a:pt x="533" y="141"/>
                    <a:pt x="529" y="137"/>
                    <a:pt x="523" y="139"/>
                  </a:cubicBezTo>
                  <a:cubicBezTo>
                    <a:pt x="517" y="141"/>
                    <a:pt x="527" y="142"/>
                    <a:pt x="528" y="145"/>
                  </a:cubicBezTo>
                  <a:cubicBezTo>
                    <a:pt x="527" y="145"/>
                    <a:pt x="526" y="145"/>
                    <a:pt x="524" y="145"/>
                  </a:cubicBezTo>
                  <a:cubicBezTo>
                    <a:pt x="526" y="147"/>
                    <a:pt x="528" y="149"/>
                    <a:pt x="529" y="152"/>
                  </a:cubicBezTo>
                  <a:cubicBezTo>
                    <a:pt x="527" y="150"/>
                    <a:pt x="511" y="135"/>
                    <a:pt x="512" y="145"/>
                  </a:cubicBezTo>
                  <a:cubicBezTo>
                    <a:pt x="513" y="145"/>
                    <a:pt x="515" y="146"/>
                    <a:pt x="516" y="146"/>
                  </a:cubicBezTo>
                  <a:cubicBezTo>
                    <a:pt x="513" y="147"/>
                    <a:pt x="513" y="151"/>
                    <a:pt x="517" y="150"/>
                  </a:cubicBezTo>
                  <a:cubicBezTo>
                    <a:pt x="516" y="153"/>
                    <a:pt x="510" y="150"/>
                    <a:pt x="507" y="151"/>
                  </a:cubicBezTo>
                  <a:close/>
                  <a:moveTo>
                    <a:pt x="507" y="255"/>
                  </a:moveTo>
                  <a:cubicBezTo>
                    <a:pt x="508" y="248"/>
                    <a:pt x="512" y="250"/>
                    <a:pt x="515" y="253"/>
                  </a:cubicBezTo>
                  <a:cubicBezTo>
                    <a:pt x="515" y="252"/>
                    <a:pt x="516" y="251"/>
                    <a:pt x="517" y="250"/>
                  </a:cubicBezTo>
                  <a:cubicBezTo>
                    <a:pt x="521" y="257"/>
                    <a:pt x="521" y="248"/>
                    <a:pt x="520" y="244"/>
                  </a:cubicBezTo>
                  <a:cubicBezTo>
                    <a:pt x="515" y="245"/>
                    <a:pt x="509" y="242"/>
                    <a:pt x="503" y="238"/>
                  </a:cubicBezTo>
                  <a:cubicBezTo>
                    <a:pt x="501" y="237"/>
                    <a:pt x="493" y="234"/>
                    <a:pt x="492" y="232"/>
                  </a:cubicBezTo>
                  <a:cubicBezTo>
                    <a:pt x="491" y="229"/>
                    <a:pt x="494" y="226"/>
                    <a:pt x="493" y="222"/>
                  </a:cubicBezTo>
                  <a:cubicBezTo>
                    <a:pt x="490" y="215"/>
                    <a:pt x="488" y="203"/>
                    <a:pt x="481" y="199"/>
                  </a:cubicBezTo>
                  <a:cubicBezTo>
                    <a:pt x="478" y="198"/>
                    <a:pt x="475" y="193"/>
                    <a:pt x="473" y="197"/>
                  </a:cubicBezTo>
                  <a:cubicBezTo>
                    <a:pt x="472" y="198"/>
                    <a:pt x="467" y="195"/>
                    <a:pt x="465" y="194"/>
                  </a:cubicBezTo>
                  <a:cubicBezTo>
                    <a:pt x="467" y="197"/>
                    <a:pt x="463" y="198"/>
                    <a:pt x="464" y="200"/>
                  </a:cubicBezTo>
                  <a:cubicBezTo>
                    <a:pt x="465" y="202"/>
                    <a:pt x="466" y="204"/>
                    <a:pt x="466" y="206"/>
                  </a:cubicBezTo>
                  <a:cubicBezTo>
                    <a:pt x="468" y="210"/>
                    <a:pt x="470" y="215"/>
                    <a:pt x="471" y="219"/>
                  </a:cubicBezTo>
                  <a:cubicBezTo>
                    <a:pt x="468" y="221"/>
                    <a:pt x="466" y="223"/>
                    <a:pt x="465" y="219"/>
                  </a:cubicBezTo>
                  <a:cubicBezTo>
                    <a:pt x="464" y="215"/>
                    <a:pt x="462" y="211"/>
                    <a:pt x="461" y="207"/>
                  </a:cubicBezTo>
                  <a:cubicBezTo>
                    <a:pt x="459" y="201"/>
                    <a:pt x="449" y="200"/>
                    <a:pt x="445" y="201"/>
                  </a:cubicBezTo>
                  <a:cubicBezTo>
                    <a:pt x="447" y="204"/>
                    <a:pt x="449" y="206"/>
                    <a:pt x="452" y="209"/>
                  </a:cubicBezTo>
                  <a:cubicBezTo>
                    <a:pt x="450" y="208"/>
                    <a:pt x="445" y="206"/>
                    <a:pt x="444" y="207"/>
                  </a:cubicBezTo>
                  <a:cubicBezTo>
                    <a:pt x="442" y="211"/>
                    <a:pt x="441" y="211"/>
                    <a:pt x="437" y="211"/>
                  </a:cubicBezTo>
                  <a:cubicBezTo>
                    <a:pt x="438" y="210"/>
                    <a:pt x="439" y="208"/>
                    <a:pt x="440" y="207"/>
                  </a:cubicBezTo>
                  <a:cubicBezTo>
                    <a:pt x="438" y="205"/>
                    <a:pt x="429" y="199"/>
                    <a:pt x="427" y="200"/>
                  </a:cubicBezTo>
                  <a:cubicBezTo>
                    <a:pt x="425" y="201"/>
                    <a:pt x="424" y="205"/>
                    <a:pt x="422" y="205"/>
                  </a:cubicBezTo>
                  <a:cubicBezTo>
                    <a:pt x="419" y="206"/>
                    <a:pt x="417" y="206"/>
                    <a:pt x="415" y="206"/>
                  </a:cubicBezTo>
                  <a:cubicBezTo>
                    <a:pt x="419" y="203"/>
                    <a:pt x="422" y="199"/>
                    <a:pt x="417" y="196"/>
                  </a:cubicBezTo>
                  <a:cubicBezTo>
                    <a:pt x="413" y="193"/>
                    <a:pt x="411" y="195"/>
                    <a:pt x="407" y="197"/>
                  </a:cubicBezTo>
                  <a:cubicBezTo>
                    <a:pt x="398" y="200"/>
                    <a:pt x="391" y="203"/>
                    <a:pt x="383" y="209"/>
                  </a:cubicBezTo>
                  <a:cubicBezTo>
                    <a:pt x="385" y="210"/>
                    <a:pt x="386" y="211"/>
                    <a:pt x="387" y="211"/>
                  </a:cubicBezTo>
                  <a:cubicBezTo>
                    <a:pt x="384" y="214"/>
                    <a:pt x="379" y="217"/>
                    <a:pt x="380" y="222"/>
                  </a:cubicBezTo>
                  <a:cubicBezTo>
                    <a:pt x="382" y="222"/>
                    <a:pt x="385" y="222"/>
                    <a:pt x="387" y="222"/>
                  </a:cubicBezTo>
                  <a:cubicBezTo>
                    <a:pt x="387" y="223"/>
                    <a:pt x="387" y="224"/>
                    <a:pt x="386" y="225"/>
                  </a:cubicBezTo>
                  <a:cubicBezTo>
                    <a:pt x="392" y="225"/>
                    <a:pt x="397" y="224"/>
                    <a:pt x="403" y="224"/>
                  </a:cubicBezTo>
                  <a:cubicBezTo>
                    <a:pt x="397" y="227"/>
                    <a:pt x="391" y="229"/>
                    <a:pt x="386" y="232"/>
                  </a:cubicBezTo>
                  <a:cubicBezTo>
                    <a:pt x="389" y="235"/>
                    <a:pt x="390" y="237"/>
                    <a:pt x="394" y="237"/>
                  </a:cubicBezTo>
                  <a:cubicBezTo>
                    <a:pt x="400" y="237"/>
                    <a:pt x="406" y="237"/>
                    <a:pt x="412" y="237"/>
                  </a:cubicBezTo>
                  <a:cubicBezTo>
                    <a:pt x="420" y="237"/>
                    <a:pt x="428" y="239"/>
                    <a:pt x="436" y="241"/>
                  </a:cubicBezTo>
                  <a:cubicBezTo>
                    <a:pt x="442" y="243"/>
                    <a:pt x="432" y="244"/>
                    <a:pt x="430" y="244"/>
                  </a:cubicBezTo>
                  <a:cubicBezTo>
                    <a:pt x="426" y="244"/>
                    <a:pt x="421" y="243"/>
                    <a:pt x="417" y="242"/>
                  </a:cubicBezTo>
                  <a:cubicBezTo>
                    <a:pt x="410" y="242"/>
                    <a:pt x="401" y="245"/>
                    <a:pt x="394" y="247"/>
                  </a:cubicBezTo>
                  <a:cubicBezTo>
                    <a:pt x="398" y="261"/>
                    <a:pt x="411" y="259"/>
                    <a:pt x="422" y="259"/>
                  </a:cubicBezTo>
                  <a:cubicBezTo>
                    <a:pt x="422" y="266"/>
                    <a:pt x="423" y="270"/>
                    <a:pt x="430" y="269"/>
                  </a:cubicBezTo>
                  <a:cubicBezTo>
                    <a:pt x="438" y="269"/>
                    <a:pt x="446" y="268"/>
                    <a:pt x="453" y="268"/>
                  </a:cubicBezTo>
                  <a:cubicBezTo>
                    <a:pt x="459" y="267"/>
                    <a:pt x="461" y="263"/>
                    <a:pt x="466" y="262"/>
                  </a:cubicBezTo>
                  <a:cubicBezTo>
                    <a:pt x="470" y="262"/>
                    <a:pt x="471" y="262"/>
                    <a:pt x="473" y="259"/>
                  </a:cubicBezTo>
                  <a:cubicBezTo>
                    <a:pt x="476" y="258"/>
                    <a:pt x="476" y="255"/>
                    <a:pt x="479" y="256"/>
                  </a:cubicBezTo>
                  <a:cubicBezTo>
                    <a:pt x="479" y="257"/>
                    <a:pt x="479" y="258"/>
                    <a:pt x="478" y="259"/>
                  </a:cubicBezTo>
                  <a:cubicBezTo>
                    <a:pt x="482" y="260"/>
                    <a:pt x="486" y="261"/>
                    <a:pt x="490" y="261"/>
                  </a:cubicBezTo>
                  <a:cubicBezTo>
                    <a:pt x="489" y="262"/>
                    <a:pt x="488" y="263"/>
                    <a:pt x="487" y="263"/>
                  </a:cubicBezTo>
                  <a:cubicBezTo>
                    <a:pt x="494" y="263"/>
                    <a:pt x="500" y="267"/>
                    <a:pt x="506" y="266"/>
                  </a:cubicBezTo>
                  <a:cubicBezTo>
                    <a:pt x="508" y="266"/>
                    <a:pt x="514" y="264"/>
                    <a:pt x="514" y="262"/>
                  </a:cubicBezTo>
                  <a:cubicBezTo>
                    <a:pt x="514" y="259"/>
                    <a:pt x="510" y="260"/>
                    <a:pt x="513" y="256"/>
                  </a:cubicBezTo>
                  <a:cubicBezTo>
                    <a:pt x="508" y="255"/>
                    <a:pt x="506" y="257"/>
                    <a:pt x="503" y="260"/>
                  </a:cubicBezTo>
                  <a:cubicBezTo>
                    <a:pt x="503" y="257"/>
                    <a:pt x="503" y="255"/>
                    <a:pt x="501" y="252"/>
                  </a:cubicBezTo>
                  <a:cubicBezTo>
                    <a:pt x="502" y="253"/>
                    <a:pt x="503" y="253"/>
                    <a:pt x="504" y="253"/>
                  </a:cubicBezTo>
                  <a:cubicBezTo>
                    <a:pt x="505" y="254"/>
                    <a:pt x="506" y="254"/>
                    <a:pt x="507" y="255"/>
                  </a:cubicBezTo>
                  <a:close/>
                  <a:moveTo>
                    <a:pt x="531" y="262"/>
                  </a:moveTo>
                  <a:cubicBezTo>
                    <a:pt x="532" y="263"/>
                    <a:pt x="534" y="265"/>
                    <a:pt x="535" y="265"/>
                  </a:cubicBezTo>
                  <a:cubicBezTo>
                    <a:pt x="535" y="264"/>
                    <a:pt x="536" y="264"/>
                    <a:pt x="536" y="263"/>
                  </a:cubicBezTo>
                  <a:cubicBezTo>
                    <a:pt x="537" y="265"/>
                    <a:pt x="538" y="266"/>
                    <a:pt x="540" y="267"/>
                  </a:cubicBezTo>
                  <a:cubicBezTo>
                    <a:pt x="540" y="266"/>
                    <a:pt x="540" y="265"/>
                    <a:pt x="540" y="265"/>
                  </a:cubicBezTo>
                  <a:cubicBezTo>
                    <a:pt x="542" y="269"/>
                    <a:pt x="549" y="270"/>
                    <a:pt x="553" y="271"/>
                  </a:cubicBezTo>
                  <a:cubicBezTo>
                    <a:pt x="557" y="271"/>
                    <a:pt x="561" y="267"/>
                    <a:pt x="565" y="265"/>
                  </a:cubicBezTo>
                  <a:cubicBezTo>
                    <a:pt x="560" y="261"/>
                    <a:pt x="556" y="257"/>
                    <a:pt x="550" y="253"/>
                  </a:cubicBezTo>
                  <a:cubicBezTo>
                    <a:pt x="547" y="251"/>
                    <a:pt x="545" y="248"/>
                    <a:pt x="542" y="251"/>
                  </a:cubicBezTo>
                  <a:cubicBezTo>
                    <a:pt x="540" y="253"/>
                    <a:pt x="537" y="255"/>
                    <a:pt x="540" y="258"/>
                  </a:cubicBezTo>
                  <a:cubicBezTo>
                    <a:pt x="540" y="258"/>
                    <a:pt x="539" y="258"/>
                    <a:pt x="538" y="258"/>
                  </a:cubicBezTo>
                  <a:cubicBezTo>
                    <a:pt x="537" y="262"/>
                    <a:pt x="533" y="259"/>
                    <a:pt x="531" y="262"/>
                  </a:cubicBezTo>
                  <a:close/>
                  <a:moveTo>
                    <a:pt x="1250" y="413"/>
                  </a:moveTo>
                  <a:cubicBezTo>
                    <a:pt x="1250" y="413"/>
                    <a:pt x="1249" y="413"/>
                    <a:pt x="1249" y="414"/>
                  </a:cubicBezTo>
                  <a:cubicBezTo>
                    <a:pt x="1249" y="414"/>
                    <a:pt x="1249" y="415"/>
                    <a:pt x="1249" y="415"/>
                  </a:cubicBezTo>
                  <a:cubicBezTo>
                    <a:pt x="1251" y="413"/>
                    <a:pt x="1252" y="412"/>
                    <a:pt x="1254" y="412"/>
                  </a:cubicBezTo>
                  <a:cubicBezTo>
                    <a:pt x="1254" y="411"/>
                    <a:pt x="1254" y="411"/>
                    <a:pt x="1253" y="410"/>
                  </a:cubicBezTo>
                  <a:cubicBezTo>
                    <a:pt x="1256" y="410"/>
                    <a:pt x="1256" y="405"/>
                    <a:pt x="1255" y="406"/>
                  </a:cubicBezTo>
                  <a:cubicBezTo>
                    <a:pt x="1252" y="407"/>
                    <a:pt x="1245" y="409"/>
                    <a:pt x="1250" y="413"/>
                  </a:cubicBezTo>
                  <a:close/>
                  <a:moveTo>
                    <a:pt x="681" y="337"/>
                  </a:moveTo>
                  <a:cubicBezTo>
                    <a:pt x="676" y="333"/>
                    <a:pt x="675" y="333"/>
                    <a:pt x="669" y="334"/>
                  </a:cubicBezTo>
                  <a:cubicBezTo>
                    <a:pt x="675" y="328"/>
                    <a:pt x="660" y="321"/>
                    <a:pt x="658" y="319"/>
                  </a:cubicBezTo>
                  <a:cubicBezTo>
                    <a:pt x="655" y="318"/>
                    <a:pt x="652" y="319"/>
                    <a:pt x="650" y="317"/>
                  </a:cubicBezTo>
                  <a:cubicBezTo>
                    <a:pt x="648" y="314"/>
                    <a:pt x="647" y="313"/>
                    <a:pt x="644" y="317"/>
                  </a:cubicBezTo>
                  <a:cubicBezTo>
                    <a:pt x="643" y="316"/>
                    <a:pt x="643" y="314"/>
                    <a:pt x="642" y="313"/>
                  </a:cubicBezTo>
                  <a:cubicBezTo>
                    <a:pt x="648" y="312"/>
                    <a:pt x="646" y="305"/>
                    <a:pt x="641" y="307"/>
                  </a:cubicBezTo>
                  <a:cubicBezTo>
                    <a:pt x="636" y="309"/>
                    <a:pt x="637" y="313"/>
                    <a:pt x="635" y="319"/>
                  </a:cubicBezTo>
                  <a:cubicBezTo>
                    <a:pt x="635" y="321"/>
                    <a:pt x="634" y="323"/>
                    <a:pt x="634" y="326"/>
                  </a:cubicBezTo>
                  <a:cubicBezTo>
                    <a:pt x="633" y="327"/>
                    <a:pt x="635" y="330"/>
                    <a:pt x="635" y="331"/>
                  </a:cubicBezTo>
                  <a:cubicBezTo>
                    <a:pt x="634" y="333"/>
                    <a:pt x="628" y="337"/>
                    <a:pt x="627" y="339"/>
                  </a:cubicBezTo>
                  <a:cubicBezTo>
                    <a:pt x="628" y="339"/>
                    <a:pt x="637" y="337"/>
                    <a:pt x="638" y="337"/>
                  </a:cubicBezTo>
                  <a:cubicBezTo>
                    <a:pt x="639" y="338"/>
                    <a:pt x="640" y="348"/>
                    <a:pt x="642" y="346"/>
                  </a:cubicBezTo>
                  <a:cubicBezTo>
                    <a:pt x="645" y="344"/>
                    <a:pt x="648" y="339"/>
                    <a:pt x="650" y="339"/>
                  </a:cubicBezTo>
                  <a:cubicBezTo>
                    <a:pt x="655" y="337"/>
                    <a:pt x="654" y="333"/>
                    <a:pt x="659" y="331"/>
                  </a:cubicBezTo>
                  <a:cubicBezTo>
                    <a:pt x="658" y="339"/>
                    <a:pt x="670" y="340"/>
                    <a:pt x="675" y="342"/>
                  </a:cubicBezTo>
                  <a:cubicBezTo>
                    <a:pt x="677" y="340"/>
                    <a:pt x="679" y="339"/>
                    <a:pt x="681" y="337"/>
                  </a:cubicBezTo>
                  <a:close/>
                  <a:moveTo>
                    <a:pt x="590" y="170"/>
                  </a:moveTo>
                  <a:cubicBezTo>
                    <a:pt x="592" y="174"/>
                    <a:pt x="597" y="170"/>
                    <a:pt x="599" y="169"/>
                  </a:cubicBezTo>
                  <a:cubicBezTo>
                    <a:pt x="601" y="173"/>
                    <a:pt x="601" y="173"/>
                    <a:pt x="605" y="174"/>
                  </a:cubicBezTo>
                  <a:cubicBezTo>
                    <a:pt x="608" y="174"/>
                    <a:pt x="611" y="175"/>
                    <a:pt x="612" y="170"/>
                  </a:cubicBezTo>
                  <a:cubicBezTo>
                    <a:pt x="612" y="171"/>
                    <a:pt x="613" y="172"/>
                    <a:pt x="614" y="173"/>
                  </a:cubicBezTo>
                  <a:cubicBezTo>
                    <a:pt x="614" y="172"/>
                    <a:pt x="615" y="170"/>
                    <a:pt x="615" y="168"/>
                  </a:cubicBezTo>
                  <a:cubicBezTo>
                    <a:pt x="619" y="170"/>
                    <a:pt x="615" y="175"/>
                    <a:pt x="619" y="175"/>
                  </a:cubicBezTo>
                  <a:cubicBezTo>
                    <a:pt x="624" y="176"/>
                    <a:pt x="629" y="176"/>
                    <a:pt x="634" y="176"/>
                  </a:cubicBezTo>
                  <a:cubicBezTo>
                    <a:pt x="633" y="175"/>
                    <a:pt x="634" y="174"/>
                    <a:pt x="634" y="173"/>
                  </a:cubicBezTo>
                  <a:cubicBezTo>
                    <a:pt x="636" y="176"/>
                    <a:pt x="643" y="177"/>
                    <a:pt x="644" y="172"/>
                  </a:cubicBezTo>
                  <a:cubicBezTo>
                    <a:pt x="645" y="177"/>
                    <a:pt x="653" y="174"/>
                    <a:pt x="656" y="174"/>
                  </a:cubicBezTo>
                  <a:cubicBezTo>
                    <a:pt x="656" y="172"/>
                    <a:pt x="655" y="170"/>
                    <a:pt x="655" y="168"/>
                  </a:cubicBezTo>
                  <a:cubicBezTo>
                    <a:pt x="660" y="168"/>
                    <a:pt x="657" y="173"/>
                    <a:pt x="661" y="174"/>
                  </a:cubicBezTo>
                  <a:cubicBezTo>
                    <a:pt x="664" y="175"/>
                    <a:pt x="666" y="177"/>
                    <a:pt x="670" y="176"/>
                  </a:cubicBezTo>
                  <a:cubicBezTo>
                    <a:pt x="672" y="176"/>
                    <a:pt x="681" y="176"/>
                    <a:pt x="681" y="174"/>
                  </a:cubicBezTo>
                  <a:cubicBezTo>
                    <a:pt x="682" y="169"/>
                    <a:pt x="684" y="169"/>
                    <a:pt x="688" y="168"/>
                  </a:cubicBezTo>
                  <a:cubicBezTo>
                    <a:pt x="686" y="166"/>
                    <a:pt x="684" y="166"/>
                    <a:pt x="681" y="165"/>
                  </a:cubicBezTo>
                  <a:cubicBezTo>
                    <a:pt x="683" y="164"/>
                    <a:pt x="685" y="163"/>
                    <a:pt x="687" y="161"/>
                  </a:cubicBezTo>
                  <a:cubicBezTo>
                    <a:pt x="679" y="155"/>
                    <a:pt x="670" y="150"/>
                    <a:pt x="661" y="153"/>
                  </a:cubicBezTo>
                  <a:cubicBezTo>
                    <a:pt x="657" y="154"/>
                    <a:pt x="653" y="152"/>
                    <a:pt x="649" y="154"/>
                  </a:cubicBezTo>
                  <a:cubicBezTo>
                    <a:pt x="644" y="155"/>
                    <a:pt x="641" y="156"/>
                    <a:pt x="636" y="157"/>
                  </a:cubicBezTo>
                  <a:cubicBezTo>
                    <a:pt x="637" y="158"/>
                    <a:pt x="638" y="159"/>
                    <a:pt x="639" y="159"/>
                  </a:cubicBezTo>
                  <a:cubicBezTo>
                    <a:pt x="634" y="158"/>
                    <a:pt x="628" y="156"/>
                    <a:pt x="624" y="156"/>
                  </a:cubicBezTo>
                  <a:cubicBezTo>
                    <a:pt x="622" y="156"/>
                    <a:pt x="620" y="159"/>
                    <a:pt x="619" y="158"/>
                  </a:cubicBezTo>
                  <a:cubicBezTo>
                    <a:pt x="616" y="157"/>
                    <a:pt x="614" y="155"/>
                    <a:pt x="612" y="154"/>
                  </a:cubicBezTo>
                  <a:cubicBezTo>
                    <a:pt x="611" y="153"/>
                    <a:pt x="602" y="148"/>
                    <a:pt x="602" y="148"/>
                  </a:cubicBezTo>
                  <a:cubicBezTo>
                    <a:pt x="601" y="145"/>
                    <a:pt x="610" y="149"/>
                    <a:pt x="611" y="145"/>
                  </a:cubicBezTo>
                  <a:cubicBezTo>
                    <a:pt x="609" y="144"/>
                    <a:pt x="606" y="143"/>
                    <a:pt x="604" y="142"/>
                  </a:cubicBezTo>
                  <a:cubicBezTo>
                    <a:pt x="600" y="142"/>
                    <a:pt x="602" y="140"/>
                    <a:pt x="599" y="138"/>
                  </a:cubicBezTo>
                  <a:cubicBezTo>
                    <a:pt x="595" y="135"/>
                    <a:pt x="590" y="139"/>
                    <a:pt x="585" y="138"/>
                  </a:cubicBezTo>
                  <a:cubicBezTo>
                    <a:pt x="581" y="137"/>
                    <a:pt x="578" y="133"/>
                    <a:pt x="574" y="133"/>
                  </a:cubicBezTo>
                  <a:cubicBezTo>
                    <a:pt x="569" y="132"/>
                    <a:pt x="563" y="130"/>
                    <a:pt x="559" y="131"/>
                  </a:cubicBezTo>
                  <a:cubicBezTo>
                    <a:pt x="551" y="133"/>
                    <a:pt x="553" y="136"/>
                    <a:pt x="558" y="141"/>
                  </a:cubicBezTo>
                  <a:cubicBezTo>
                    <a:pt x="563" y="146"/>
                    <a:pt x="566" y="145"/>
                    <a:pt x="572" y="144"/>
                  </a:cubicBezTo>
                  <a:cubicBezTo>
                    <a:pt x="577" y="144"/>
                    <a:pt x="580" y="142"/>
                    <a:pt x="584" y="146"/>
                  </a:cubicBezTo>
                  <a:cubicBezTo>
                    <a:pt x="586" y="149"/>
                    <a:pt x="592" y="154"/>
                    <a:pt x="588" y="157"/>
                  </a:cubicBezTo>
                  <a:cubicBezTo>
                    <a:pt x="586" y="163"/>
                    <a:pt x="587" y="164"/>
                    <a:pt x="590" y="170"/>
                  </a:cubicBezTo>
                  <a:close/>
                  <a:moveTo>
                    <a:pt x="725" y="278"/>
                  </a:moveTo>
                  <a:cubicBezTo>
                    <a:pt x="722" y="281"/>
                    <a:pt x="734" y="281"/>
                    <a:pt x="735" y="281"/>
                  </a:cubicBezTo>
                  <a:cubicBezTo>
                    <a:pt x="733" y="275"/>
                    <a:pt x="728" y="274"/>
                    <a:pt x="725" y="278"/>
                  </a:cubicBezTo>
                  <a:close/>
                  <a:moveTo>
                    <a:pt x="615" y="44"/>
                  </a:moveTo>
                  <a:cubicBezTo>
                    <a:pt x="611" y="47"/>
                    <a:pt x="607" y="50"/>
                    <a:pt x="603" y="53"/>
                  </a:cubicBezTo>
                  <a:cubicBezTo>
                    <a:pt x="610" y="58"/>
                    <a:pt x="616" y="54"/>
                    <a:pt x="624" y="54"/>
                  </a:cubicBezTo>
                  <a:cubicBezTo>
                    <a:pt x="631" y="54"/>
                    <a:pt x="638" y="51"/>
                    <a:pt x="644" y="49"/>
                  </a:cubicBezTo>
                  <a:cubicBezTo>
                    <a:pt x="638" y="53"/>
                    <a:pt x="634" y="55"/>
                    <a:pt x="627" y="55"/>
                  </a:cubicBezTo>
                  <a:cubicBezTo>
                    <a:pt x="620" y="56"/>
                    <a:pt x="617" y="56"/>
                    <a:pt x="611" y="59"/>
                  </a:cubicBezTo>
                  <a:cubicBezTo>
                    <a:pt x="617" y="60"/>
                    <a:pt x="624" y="64"/>
                    <a:pt x="629" y="61"/>
                  </a:cubicBezTo>
                  <a:cubicBezTo>
                    <a:pt x="637" y="56"/>
                    <a:pt x="640" y="55"/>
                    <a:pt x="649" y="54"/>
                  </a:cubicBezTo>
                  <a:cubicBezTo>
                    <a:pt x="641" y="57"/>
                    <a:pt x="638" y="58"/>
                    <a:pt x="631" y="64"/>
                  </a:cubicBezTo>
                  <a:cubicBezTo>
                    <a:pt x="637" y="64"/>
                    <a:pt x="642" y="65"/>
                    <a:pt x="648" y="65"/>
                  </a:cubicBezTo>
                  <a:cubicBezTo>
                    <a:pt x="652" y="65"/>
                    <a:pt x="653" y="66"/>
                    <a:pt x="653" y="62"/>
                  </a:cubicBezTo>
                  <a:cubicBezTo>
                    <a:pt x="654" y="60"/>
                    <a:pt x="658" y="59"/>
                    <a:pt x="660" y="59"/>
                  </a:cubicBezTo>
                  <a:cubicBezTo>
                    <a:pt x="659" y="60"/>
                    <a:pt x="658" y="61"/>
                    <a:pt x="658" y="62"/>
                  </a:cubicBezTo>
                  <a:cubicBezTo>
                    <a:pt x="661" y="61"/>
                    <a:pt x="665" y="60"/>
                    <a:pt x="668" y="59"/>
                  </a:cubicBezTo>
                  <a:cubicBezTo>
                    <a:pt x="665" y="61"/>
                    <a:pt x="663" y="63"/>
                    <a:pt x="660" y="65"/>
                  </a:cubicBezTo>
                  <a:cubicBezTo>
                    <a:pt x="664" y="64"/>
                    <a:pt x="669" y="64"/>
                    <a:pt x="673" y="63"/>
                  </a:cubicBezTo>
                  <a:cubicBezTo>
                    <a:pt x="676" y="62"/>
                    <a:pt x="682" y="62"/>
                    <a:pt x="684" y="60"/>
                  </a:cubicBezTo>
                  <a:cubicBezTo>
                    <a:pt x="691" y="54"/>
                    <a:pt x="697" y="51"/>
                    <a:pt x="705" y="48"/>
                  </a:cubicBezTo>
                  <a:cubicBezTo>
                    <a:pt x="702" y="51"/>
                    <a:pt x="698" y="54"/>
                    <a:pt x="695" y="57"/>
                  </a:cubicBezTo>
                  <a:cubicBezTo>
                    <a:pt x="697" y="58"/>
                    <a:pt x="699" y="59"/>
                    <a:pt x="701" y="60"/>
                  </a:cubicBezTo>
                  <a:cubicBezTo>
                    <a:pt x="687" y="64"/>
                    <a:pt x="673" y="67"/>
                    <a:pt x="659" y="69"/>
                  </a:cubicBezTo>
                  <a:cubicBezTo>
                    <a:pt x="664" y="74"/>
                    <a:pt x="669" y="78"/>
                    <a:pt x="673" y="82"/>
                  </a:cubicBezTo>
                  <a:cubicBezTo>
                    <a:pt x="668" y="79"/>
                    <a:pt x="660" y="72"/>
                    <a:pt x="654" y="70"/>
                  </a:cubicBezTo>
                  <a:cubicBezTo>
                    <a:pt x="653" y="70"/>
                    <a:pt x="633" y="70"/>
                    <a:pt x="634" y="69"/>
                  </a:cubicBezTo>
                  <a:cubicBezTo>
                    <a:pt x="628" y="80"/>
                    <a:pt x="639" y="80"/>
                    <a:pt x="645" y="84"/>
                  </a:cubicBezTo>
                  <a:cubicBezTo>
                    <a:pt x="651" y="88"/>
                    <a:pt x="656" y="94"/>
                    <a:pt x="659" y="101"/>
                  </a:cubicBezTo>
                  <a:cubicBezTo>
                    <a:pt x="650" y="96"/>
                    <a:pt x="636" y="94"/>
                    <a:pt x="628" y="102"/>
                  </a:cubicBezTo>
                  <a:cubicBezTo>
                    <a:pt x="621" y="110"/>
                    <a:pt x="627" y="110"/>
                    <a:pt x="634" y="112"/>
                  </a:cubicBezTo>
                  <a:cubicBezTo>
                    <a:pt x="639" y="113"/>
                    <a:pt x="643" y="107"/>
                    <a:pt x="646" y="103"/>
                  </a:cubicBezTo>
                  <a:cubicBezTo>
                    <a:pt x="644" y="111"/>
                    <a:pt x="637" y="116"/>
                    <a:pt x="645" y="122"/>
                  </a:cubicBezTo>
                  <a:cubicBezTo>
                    <a:pt x="652" y="126"/>
                    <a:pt x="660" y="117"/>
                    <a:pt x="663" y="113"/>
                  </a:cubicBezTo>
                  <a:cubicBezTo>
                    <a:pt x="657" y="122"/>
                    <a:pt x="653" y="128"/>
                    <a:pt x="642" y="125"/>
                  </a:cubicBezTo>
                  <a:cubicBezTo>
                    <a:pt x="637" y="124"/>
                    <a:pt x="637" y="118"/>
                    <a:pt x="633" y="117"/>
                  </a:cubicBezTo>
                  <a:cubicBezTo>
                    <a:pt x="628" y="116"/>
                    <a:pt x="625" y="116"/>
                    <a:pt x="620" y="118"/>
                  </a:cubicBezTo>
                  <a:cubicBezTo>
                    <a:pt x="623" y="124"/>
                    <a:pt x="623" y="124"/>
                    <a:pt x="629" y="125"/>
                  </a:cubicBezTo>
                  <a:cubicBezTo>
                    <a:pt x="625" y="130"/>
                    <a:pt x="622" y="128"/>
                    <a:pt x="617" y="131"/>
                  </a:cubicBezTo>
                  <a:cubicBezTo>
                    <a:pt x="615" y="131"/>
                    <a:pt x="611" y="132"/>
                    <a:pt x="609" y="134"/>
                  </a:cubicBezTo>
                  <a:cubicBezTo>
                    <a:pt x="608" y="135"/>
                    <a:pt x="611" y="137"/>
                    <a:pt x="609" y="139"/>
                  </a:cubicBezTo>
                  <a:cubicBezTo>
                    <a:pt x="612" y="143"/>
                    <a:pt x="613" y="140"/>
                    <a:pt x="616" y="137"/>
                  </a:cubicBezTo>
                  <a:cubicBezTo>
                    <a:pt x="617" y="142"/>
                    <a:pt x="624" y="146"/>
                    <a:pt x="626" y="140"/>
                  </a:cubicBezTo>
                  <a:cubicBezTo>
                    <a:pt x="627" y="145"/>
                    <a:pt x="630" y="142"/>
                    <a:pt x="633" y="142"/>
                  </a:cubicBezTo>
                  <a:cubicBezTo>
                    <a:pt x="637" y="143"/>
                    <a:pt x="640" y="143"/>
                    <a:pt x="644" y="143"/>
                  </a:cubicBezTo>
                  <a:cubicBezTo>
                    <a:pt x="648" y="143"/>
                    <a:pt x="649" y="139"/>
                    <a:pt x="652" y="141"/>
                  </a:cubicBezTo>
                  <a:cubicBezTo>
                    <a:pt x="654" y="141"/>
                    <a:pt x="659" y="143"/>
                    <a:pt x="658" y="138"/>
                  </a:cubicBezTo>
                  <a:cubicBezTo>
                    <a:pt x="659" y="142"/>
                    <a:pt x="667" y="146"/>
                    <a:pt x="667" y="139"/>
                  </a:cubicBezTo>
                  <a:cubicBezTo>
                    <a:pt x="670" y="143"/>
                    <a:pt x="672" y="138"/>
                    <a:pt x="674" y="140"/>
                  </a:cubicBezTo>
                  <a:cubicBezTo>
                    <a:pt x="677" y="143"/>
                    <a:pt x="676" y="144"/>
                    <a:pt x="675" y="148"/>
                  </a:cubicBezTo>
                  <a:cubicBezTo>
                    <a:pt x="680" y="147"/>
                    <a:pt x="684" y="145"/>
                    <a:pt x="689" y="144"/>
                  </a:cubicBezTo>
                  <a:cubicBezTo>
                    <a:pt x="690" y="143"/>
                    <a:pt x="691" y="141"/>
                    <a:pt x="692" y="140"/>
                  </a:cubicBezTo>
                  <a:cubicBezTo>
                    <a:pt x="693" y="140"/>
                    <a:pt x="694" y="142"/>
                    <a:pt x="696" y="142"/>
                  </a:cubicBezTo>
                  <a:cubicBezTo>
                    <a:pt x="697" y="141"/>
                    <a:pt x="701" y="141"/>
                    <a:pt x="701" y="139"/>
                  </a:cubicBezTo>
                  <a:cubicBezTo>
                    <a:pt x="700" y="138"/>
                    <a:pt x="701" y="134"/>
                    <a:pt x="699" y="133"/>
                  </a:cubicBezTo>
                  <a:cubicBezTo>
                    <a:pt x="697" y="132"/>
                    <a:pt x="696" y="130"/>
                    <a:pt x="694" y="132"/>
                  </a:cubicBezTo>
                  <a:cubicBezTo>
                    <a:pt x="691" y="134"/>
                    <a:pt x="691" y="135"/>
                    <a:pt x="689" y="132"/>
                  </a:cubicBezTo>
                  <a:cubicBezTo>
                    <a:pt x="687" y="129"/>
                    <a:pt x="695" y="123"/>
                    <a:pt x="697" y="122"/>
                  </a:cubicBezTo>
                  <a:cubicBezTo>
                    <a:pt x="702" y="118"/>
                    <a:pt x="694" y="115"/>
                    <a:pt x="696" y="114"/>
                  </a:cubicBezTo>
                  <a:cubicBezTo>
                    <a:pt x="698" y="112"/>
                    <a:pt x="704" y="116"/>
                    <a:pt x="707" y="115"/>
                  </a:cubicBezTo>
                  <a:cubicBezTo>
                    <a:pt x="713" y="113"/>
                    <a:pt x="714" y="112"/>
                    <a:pt x="718" y="107"/>
                  </a:cubicBezTo>
                  <a:cubicBezTo>
                    <a:pt x="715" y="106"/>
                    <a:pt x="712" y="105"/>
                    <a:pt x="710" y="103"/>
                  </a:cubicBezTo>
                  <a:cubicBezTo>
                    <a:pt x="714" y="103"/>
                    <a:pt x="719" y="102"/>
                    <a:pt x="724" y="101"/>
                  </a:cubicBezTo>
                  <a:cubicBezTo>
                    <a:pt x="724" y="96"/>
                    <a:pt x="712" y="95"/>
                    <a:pt x="708" y="94"/>
                  </a:cubicBezTo>
                  <a:cubicBezTo>
                    <a:pt x="714" y="94"/>
                    <a:pt x="719" y="94"/>
                    <a:pt x="724" y="94"/>
                  </a:cubicBezTo>
                  <a:cubicBezTo>
                    <a:pt x="725" y="88"/>
                    <a:pt x="710" y="90"/>
                    <a:pt x="706" y="89"/>
                  </a:cubicBezTo>
                  <a:cubicBezTo>
                    <a:pt x="716" y="88"/>
                    <a:pt x="726" y="87"/>
                    <a:pt x="735" y="85"/>
                  </a:cubicBezTo>
                  <a:cubicBezTo>
                    <a:pt x="735" y="84"/>
                    <a:pt x="734" y="82"/>
                    <a:pt x="734" y="80"/>
                  </a:cubicBezTo>
                  <a:cubicBezTo>
                    <a:pt x="737" y="81"/>
                    <a:pt x="742" y="84"/>
                    <a:pt x="745" y="82"/>
                  </a:cubicBezTo>
                  <a:cubicBezTo>
                    <a:pt x="750" y="79"/>
                    <a:pt x="752" y="78"/>
                    <a:pt x="756" y="74"/>
                  </a:cubicBezTo>
                  <a:cubicBezTo>
                    <a:pt x="752" y="73"/>
                    <a:pt x="749" y="73"/>
                    <a:pt x="745" y="73"/>
                  </a:cubicBezTo>
                  <a:cubicBezTo>
                    <a:pt x="751" y="72"/>
                    <a:pt x="756" y="71"/>
                    <a:pt x="762" y="70"/>
                  </a:cubicBezTo>
                  <a:cubicBezTo>
                    <a:pt x="767" y="69"/>
                    <a:pt x="772" y="63"/>
                    <a:pt x="777" y="60"/>
                  </a:cubicBezTo>
                  <a:cubicBezTo>
                    <a:pt x="782" y="57"/>
                    <a:pt x="801" y="52"/>
                    <a:pt x="802" y="45"/>
                  </a:cubicBezTo>
                  <a:cubicBezTo>
                    <a:pt x="787" y="48"/>
                    <a:pt x="773" y="51"/>
                    <a:pt x="759" y="54"/>
                  </a:cubicBezTo>
                  <a:cubicBezTo>
                    <a:pt x="768" y="51"/>
                    <a:pt x="776" y="48"/>
                    <a:pt x="785" y="46"/>
                  </a:cubicBezTo>
                  <a:cubicBezTo>
                    <a:pt x="780" y="45"/>
                    <a:pt x="775" y="44"/>
                    <a:pt x="770" y="43"/>
                  </a:cubicBezTo>
                  <a:cubicBezTo>
                    <a:pt x="781" y="42"/>
                    <a:pt x="792" y="42"/>
                    <a:pt x="803" y="41"/>
                  </a:cubicBezTo>
                  <a:cubicBezTo>
                    <a:pt x="811" y="40"/>
                    <a:pt x="821" y="32"/>
                    <a:pt x="829" y="28"/>
                  </a:cubicBezTo>
                  <a:cubicBezTo>
                    <a:pt x="819" y="24"/>
                    <a:pt x="810" y="22"/>
                    <a:pt x="800" y="20"/>
                  </a:cubicBezTo>
                  <a:cubicBezTo>
                    <a:pt x="791" y="19"/>
                    <a:pt x="783" y="21"/>
                    <a:pt x="774" y="23"/>
                  </a:cubicBezTo>
                  <a:cubicBezTo>
                    <a:pt x="779" y="21"/>
                    <a:pt x="784" y="18"/>
                    <a:pt x="788" y="15"/>
                  </a:cubicBezTo>
                  <a:cubicBezTo>
                    <a:pt x="779" y="14"/>
                    <a:pt x="770" y="11"/>
                    <a:pt x="761" y="11"/>
                  </a:cubicBezTo>
                  <a:cubicBezTo>
                    <a:pt x="753" y="11"/>
                    <a:pt x="743" y="14"/>
                    <a:pt x="735" y="15"/>
                  </a:cubicBezTo>
                  <a:cubicBezTo>
                    <a:pt x="736" y="18"/>
                    <a:pt x="737" y="20"/>
                    <a:pt x="739" y="22"/>
                  </a:cubicBezTo>
                  <a:cubicBezTo>
                    <a:pt x="734" y="19"/>
                    <a:pt x="729" y="14"/>
                    <a:pt x="724" y="14"/>
                  </a:cubicBezTo>
                  <a:cubicBezTo>
                    <a:pt x="717" y="14"/>
                    <a:pt x="710" y="13"/>
                    <a:pt x="703" y="13"/>
                  </a:cubicBezTo>
                  <a:cubicBezTo>
                    <a:pt x="708" y="17"/>
                    <a:pt x="712" y="20"/>
                    <a:pt x="716" y="24"/>
                  </a:cubicBezTo>
                  <a:cubicBezTo>
                    <a:pt x="711" y="22"/>
                    <a:pt x="706" y="20"/>
                    <a:pt x="701" y="18"/>
                  </a:cubicBezTo>
                  <a:cubicBezTo>
                    <a:pt x="698" y="17"/>
                    <a:pt x="690" y="14"/>
                    <a:pt x="688" y="15"/>
                  </a:cubicBezTo>
                  <a:cubicBezTo>
                    <a:pt x="686" y="16"/>
                    <a:pt x="685" y="19"/>
                    <a:pt x="683" y="19"/>
                  </a:cubicBezTo>
                  <a:cubicBezTo>
                    <a:pt x="680" y="19"/>
                    <a:pt x="677" y="19"/>
                    <a:pt x="673" y="19"/>
                  </a:cubicBezTo>
                  <a:cubicBezTo>
                    <a:pt x="670" y="20"/>
                    <a:pt x="666" y="25"/>
                    <a:pt x="663" y="27"/>
                  </a:cubicBezTo>
                  <a:cubicBezTo>
                    <a:pt x="671" y="32"/>
                    <a:pt x="679" y="36"/>
                    <a:pt x="688" y="41"/>
                  </a:cubicBezTo>
                  <a:cubicBezTo>
                    <a:pt x="679" y="38"/>
                    <a:pt x="669" y="36"/>
                    <a:pt x="660" y="34"/>
                  </a:cubicBezTo>
                  <a:cubicBezTo>
                    <a:pt x="656" y="33"/>
                    <a:pt x="652" y="28"/>
                    <a:pt x="648" y="26"/>
                  </a:cubicBezTo>
                  <a:cubicBezTo>
                    <a:pt x="646" y="24"/>
                    <a:pt x="641" y="25"/>
                    <a:pt x="638" y="25"/>
                  </a:cubicBezTo>
                  <a:cubicBezTo>
                    <a:pt x="639" y="27"/>
                    <a:pt x="639" y="29"/>
                    <a:pt x="640" y="30"/>
                  </a:cubicBezTo>
                  <a:cubicBezTo>
                    <a:pt x="637" y="30"/>
                    <a:pt x="633" y="31"/>
                    <a:pt x="630" y="31"/>
                  </a:cubicBezTo>
                  <a:cubicBezTo>
                    <a:pt x="632" y="32"/>
                    <a:pt x="634" y="33"/>
                    <a:pt x="637" y="34"/>
                  </a:cubicBezTo>
                  <a:cubicBezTo>
                    <a:pt x="628" y="35"/>
                    <a:pt x="615" y="29"/>
                    <a:pt x="611" y="40"/>
                  </a:cubicBezTo>
                  <a:cubicBezTo>
                    <a:pt x="604" y="35"/>
                    <a:pt x="596" y="39"/>
                    <a:pt x="590" y="43"/>
                  </a:cubicBezTo>
                  <a:cubicBezTo>
                    <a:pt x="594" y="45"/>
                    <a:pt x="598" y="47"/>
                    <a:pt x="602" y="49"/>
                  </a:cubicBezTo>
                  <a:cubicBezTo>
                    <a:pt x="607" y="47"/>
                    <a:pt x="611" y="46"/>
                    <a:pt x="615" y="44"/>
                  </a:cubicBezTo>
                  <a:close/>
                  <a:moveTo>
                    <a:pt x="521" y="118"/>
                  </a:moveTo>
                  <a:cubicBezTo>
                    <a:pt x="518" y="115"/>
                    <a:pt x="515" y="115"/>
                    <a:pt x="511" y="116"/>
                  </a:cubicBezTo>
                  <a:cubicBezTo>
                    <a:pt x="507" y="117"/>
                    <a:pt x="509" y="120"/>
                    <a:pt x="512" y="120"/>
                  </a:cubicBezTo>
                  <a:cubicBezTo>
                    <a:pt x="515" y="119"/>
                    <a:pt x="518" y="117"/>
                    <a:pt x="521" y="118"/>
                  </a:cubicBezTo>
                  <a:close/>
                  <a:moveTo>
                    <a:pt x="684" y="367"/>
                  </a:moveTo>
                  <a:cubicBezTo>
                    <a:pt x="687" y="365"/>
                    <a:pt x="694" y="358"/>
                    <a:pt x="687" y="356"/>
                  </a:cubicBezTo>
                  <a:cubicBezTo>
                    <a:pt x="684" y="355"/>
                    <a:pt x="681" y="358"/>
                    <a:pt x="681" y="360"/>
                  </a:cubicBezTo>
                  <a:cubicBezTo>
                    <a:pt x="681" y="364"/>
                    <a:pt x="682" y="364"/>
                    <a:pt x="684" y="367"/>
                  </a:cubicBezTo>
                  <a:close/>
                  <a:moveTo>
                    <a:pt x="1228" y="486"/>
                  </a:moveTo>
                  <a:cubicBezTo>
                    <a:pt x="1227" y="486"/>
                    <a:pt x="1227" y="487"/>
                    <a:pt x="1226" y="488"/>
                  </a:cubicBezTo>
                  <a:cubicBezTo>
                    <a:pt x="1233" y="494"/>
                    <a:pt x="1243" y="483"/>
                    <a:pt x="1249" y="481"/>
                  </a:cubicBezTo>
                  <a:cubicBezTo>
                    <a:pt x="1252" y="480"/>
                    <a:pt x="1253" y="482"/>
                    <a:pt x="1254" y="479"/>
                  </a:cubicBezTo>
                  <a:cubicBezTo>
                    <a:pt x="1255" y="477"/>
                    <a:pt x="1256" y="474"/>
                    <a:pt x="1257" y="472"/>
                  </a:cubicBezTo>
                  <a:cubicBezTo>
                    <a:pt x="1258" y="468"/>
                    <a:pt x="1256" y="464"/>
                    <a:pt x="1254" y="461"/>
                  </a:cubicBezTo>
                  <a:cubicBezTo>
                    <a:pt x="1259" y="458"/>
                    <a:pt x="1260" y="458"/>
                    <a:pt x="1261" y="452"/>
                  </a:cubicBezTo>
                  <a:cubicBezTo>
                    <a:pt x="1258" y="453"/>
                    <a:pt x="1257" y="448"/>
                    <a:pt x="1256" y="446"/>
                  </a:cubicBezTo>
                  <a:cubicBezTo>
                    <a:pt x="1254" y="444"/>
                    <a:pt x="1250" y="447"/>
                    <a:pt x="1248" y="447"/>
                  </a:cubicBezTo>
                  <a:cubicBezTo>
                    <a:pt x="1249" y="446"/>
                    <a:pt x="1249" y="446"/>
                    <a:pt x="1249" y="445"/>
                  </a:cubicBezTo>
                  <a:cubicBezTo>
                    <a:pt x="1244" y="442"/>
                    <a:pt x="1239" y="448"/>
                    <a:pt x="1236" y="452"/>
                  </a:cubicBezTo>
                  <a:cubicBezTo>
                    <a:pt x="1238" y="453"/>
                    <a:pt x="1240" y="453"/>
                    <a:pt x="1241" y="454"/>
                  </a:cubicBezTo>
                  <a:cubicBezTo>
                    <a:pt x="1239" y="456"/>
                    <a:pt x="1238" y="458"/>
                    <a:pt x="1235" y="457"/>
                  </a:cubicBezTo>
                  <a:cubicBezTo>
                    <a:pt x="1233" y="456"/>
                    <a:pt x="1231" y="455"/>
                    <a:pt x="1229" y="456"/>
                  </a:cubicBezTo>
                  <a:cubicBezTo>
                    <a:pt x="1226" y="458"/>
                    <a:pt x="1227" y="458"/>
                    <a:pt x="1228" y="462"/>
                  </a:cubicBezTo>
                  <a:cubicBezTo>
                    <a:pt x="1229" y="463"/>
                    <a:pt x="1226" y="465"/>
                    <a:pt x="1225" y="466"/>
                  </a:cubicBezTo>
                  <a:cubicBezTo>
                    <a:pt x="1228" y="467"/>
                    <a:pt x="1230" y="469"/>
                    <a:pt x="1234" y="469"/>
                  </a:cubicBezTo>
                  <a:cubicBezTo>
                    <a:pt x="1232" y="471"/>
                    <a:pt x="1229" y="473"/>
                    <a:pt x="1227" y="477"/>
                  </a:cubicBezTo>
                  <a:cubicBezTo>
                    <a:pt x="1230" y="476"/>
                    <a:pt x="1233" y="474"/>
                    <a:pt x="1236" y="476"/>
                  </a:cubicBezTo>
                  <a:cubicBezTo>
                    <a:pt x="1234" y="476"/>
                    <a:pt x="1230" y="476"/>
                    <a:pt x="1228" y="478"/>
                  </a:cubicBezTo>
                  <a:cubicBezTo>
                    <a:pt x="1227" y="480"/>
                    <a:pt x="1225" y="481"/>
                    <a:pt x="1223" y="481"/>
                  </a:cubicBezTo>
                  <a:cubicBezTo>
                    <a:pt x="1224" y="481"/>
                    <a:pt x="1226" y="482"/>
                    <a:pt x="1227" y="482"/>
                  </a:cubicBezTo>
                  <a:cubicBezTo>
                    <a:pt x="1226" y="483"/>
                    <a:pt x="1224" y="484"/>
                    <a:pt x="1223" y="484"/>
                  </a:cubicBezTo>
                  <a:cubicBezTo>
                    <a:pt x="1225" y="485"/>
                    <a:pt x="1226" y="485"/>
                    <a:pt x="1228" y="486"/>
                  </a:cubicBezTo>
                  <a:close/>
                  <a:moveTo>
                    <a:pt x="652" y="356"/>
                  </a:moveTo>
                  <a:cubicBezTo>
                    <a:pt x="653" y="356"/>
                    <a:pt x="653" y="359"/>
                    <a:pt x="654" y="359"/>
                  </a:cubicBezTo>
                  <a:cubicBezTo>
                    <a:pt x="661" y="359"/>
                    <a:pt x="668" y="356"/>
                    <a:pt x="669" y="348"/>
                  </a:cubicBezTo>
                  <a:cubicBezTo>
                    <a:pt x="667" y="348"/>
                    <a:pt x="666" y="348"/>
                    <a:pt x="664" y="348"/>
                  </a:cubicBezTo>
                  <a:cubicBezTo>
                    <a:pt x="660" y="348"/>
                    <a:pt x="658" y="348"/>
                    <a:pt x="654" y="351"/>
                  </a:cubicBezTo>
                  <a:cubicBezTo>
                    <a:pt x="652" y="353"/>
                    <a:pt x="651" y="353"/>
                    <a:pt x="652" y="356"/>
                  </a:cubicBezTo>
                  <a:close/>
                  <a:moveTo>
                    <a:pt x="578" y="165"/>
                  </a:moveTo>
                  <a:cubicBezTo>
                    <a:pt x="577" y="161"/>
                    <a:pt x="573" y="154"/>
                    <a:pt x="568" y="156"/>
                  </a:cubicBezTo>
                  <a:cubicBezTo>
                    <a:pt x="565" y="157"/>
                    <a:pt x="552" y="159"/>
                    <a:pt x="554" y="166"/>
                  </a:cubicBezTo>
                  <a:cubicBezTo>
                    <a:pt x="555" y="168"/>
                    <a:pt x="566" y="172"/>
                    <a:pt x="568" y="174"/>
                  </a:cubicBezTo>
                  <a:cubicBezTo>
                    <a:pt x="574" y="173"/>
                    <a:pt x="580" y="174"/>
                    <a:pt x="578" y="165"/>
                  </a:cubicBezTo>
                  <a:close/>
                  <a:moveTo>
                    <a:pt x="489" y="98"/>
                  </a:moveTo>
                  <a:cubicBezTo>
                    <a:pt x="493" y="99"/>
                    <a:pt x="494" y="93"/>
                    <a:pt x="498" y="96"/>
                  </a:cubicBezTo>
                  <a:cubicBezTo>
                    <a:pt x="497" y="97"/>
                    <a:pt x="496" y="98"/>
                    <a:pt x="496" y="98"/>
                  </a:cubicBezTo>
                  <a:cubicBezTo>
                    <a:pt x="498" y="99"/>
                    <a:pt x="500" y="99"/>
                    <a:pt x="502" y="100"/>
                  </a:cubicBezTo>
                  <a:cubicBezTo>
                    <a:pt x="502" y="106"/>
                    <a:pt x="493" y="101"/>
                    <a:pt x="489" y="104"/>
                  </a:cubicBezTo>
                  <a:cubicBezTo>
                    <a:pt x="490" y="116"/>
                    <a:pt x="503" y="104"/>
                    <a:pt x="506" y="107"/>
                  </a:cubicBezTo>
                  <a:cubicBezTo>
                    <a:pt x="508" y="110"/>
                    <a:pt x="513" y="109"/>
                    <a:pt x="517" y="110"/>
                  </a:cubicBezTo>
                  <a:cubicBezTo>
                    <a:pt x="521" y="110"/>
                    <a:pt x="521" y="112"/>
                    <a:pt x="523" y="116"/>
                  </a:cubicBezTo>
                  <a:cubicBezTo>
                    <a:pt x="525" y="119"/>
                    <a:pt x="541" y="119"/>
                    <a:pt x="533" y="109"/>
                  </a:cubicBezTo>
                  <a:cubicBezTo>
                    <a:pt x="532" y="108"/>
                    <a:pt x="529" y="106"/>
                    <a:pt x="529" y="104"/>
                  </a:cubicBezTo>
                  <a:cubicBezTo>
                    <a:pt x="530" y="102"/>
                    <a:pt x="530" y="102"/>
                    <a:pt x="528" y="100"/>
                  </a:cubicBezTo>
                  <a:cubicBezTo>
                    <a:pt x="525" y="97"/>
                    <a:pt x="524" y="98"/>
                    <a:pt x="520" y="99"/>
                  </a:cubicBezTo>
                  <a:cubicBezTo>
                    <a:pt x="521" y="90"/>
                    <a:pt x="510" y="95"/>
                    <a:pt x="507" y="96"/>
                  </a:cubicBezTo>
                  <a:cubicBezTo>
                    <a:pt x="505" y="91"/>
                    <a:pt x="503" y="87"/>
                    <a:pt x="497" y="88"/>
                  </a:cubicBezTo>
                  <a:cubicBezTo>
                    <a:pt x="490" y="89"/>
                    <a:pt x="486" y="87"/>
                    <a:pt x="484" y="94"/>
                  </a:cubicBezTo>
                  <a:cubicBezTo>
                    <a:pt x="486" y="94"/>
                    <a:pt x="488" y="94"/>
                    <a:pt x="491" y="94"/>
                  </a:cubicBezTo>
                  <a:cubicBezTo>
                    <a:pt x="490" y="95"/>
                    <a:pt x="489" y="97"/>
                    <a:pt x="489" y="98"/>
                  </a:cubicBezTo>
                  <a:close/>
                  <a:moveTo>
                    <a:pt x="491" y="129"/>
                  </a:moveTo>
                  <a:cubicBezTo>
                    <a:pt x="493" y="132"/>
                    <a:pt x="495" y="128"/>
                    <a:pt x="493" y="126"/>
                  </a:cubicBezTo>
                  <a:cubicBezTo>
                    <a:pt x="491" y="124"/>
                    <a:pt x="490" y="123"/>
                    <a:pt x="488" y="121"/>
                  </a:cubicBezTo>
                  <a:cubicBezTo>
                    <a:pt x="486" y="120"/>
                    <a:pt x="484" y="117"/>
                    <a:pt x="481" y="118"/>
                  </a:cubicBezTo>
                  <a:cubicBezTo>
                    <a:pt x="481" y="121"/>
                    <a:pt x="482" y="123"/>
                    <a:pt x="483" y="125"/>
                  </a:cubicBezTo>
                  <a:cubicBezTo>
                    <a:pt x="485" y="127"/>
                    <a:pt x="489" y="128"/>
                    <a:pt x="491" y="129"/>
                  </a:cubicBezTo>
                  <a:close/>
                  <a:moveTo>
                    <a:pt x="537" y="75"/>
                  </a:moveTo>
                  <a:cubicBezTo>
                    <a:pt x="535" y="71"/>
                    <a:pt x="524" y="72"/>
                    <a:pt x="527" y="78"/>
                  </a:cubicBezTo>
                  <a:cubicBezTo>
                    <a:pt x="533" y="80"/>
                    <a:pt x="541" y="85"/>
                    <a:pt x="537" y="75"/>
                  </a:cubicBezTo>
                  <a:close/>
                  <a:moveTo>
                    <a:pt x="552" y="111"/>
                  </a:moveTo>
                  <a:cubicBezTo>
                    <a:pt x="550" y="112"/>
                    <a:pt x="548" y="112"/>
                    <a:pt x="545" y="113"/>
                  </a:cubicBezTo>
                  <a:cubicBezTo>
                    <a:pt x="547" y="114"/>
                    <a:pt x="551" y="118"/>
                    <a:pt x="551" y="118"/>
                  </a:cubicBezTo>
                  <a:cubicBezTo>
                    <a:pt x="554" y="118"/>
                    <a:pt x="556" y="117"/>
                    <a:pt x="558" y="116"/>
                  </a:cubicBezTo>
                  <a:cubicBezTo>
                    <a:pt x="561" y="115"/>
                    <a:pt x="566" y="115"/>
                    <a:pt x="567" y="113"/>
                  </a:cubicBezTo>
                  <a:cubicBezTo>
                    <a:pt x="568" y="111"/>
                    <a:pt x="565" y="109"/>
                    <a:pt x="568" y="106"/>
                  </a:cubicBezTo>
                  <a:cubicBezTo>
                    <a:pt x="565" y="105"/>
                    <a:pt x="561" y="105"/>
                    <a:pt x="559" y="104"/>
                  </a:cubicBezTo>
                  <a:cubicBezTo>
                    <a:pt x="557" y="104"/>
                    <a:pt x="555" y="101"/>
                    <a:pt x="552" y="100"/>
                  </a:cubicBezTo>
                  <a:cubicBezTo>
                    <a:pt x="549" y="98"/>
                    <a:pt x="536" y="96"/>
                    <a:pt x="543" y="104"/>
                  </a:cubicBezTo>
                  <a:cubicBezTo>
                    <a:pt x="542" y="104"/>
                    <a:pt x="541" y="104"/>
                    <a:pt x="541" y="104"/>
                  </a:cubicBezTo>
                  <a:cubicBezTo>
                    <a:pt x="542" y="111"/>
                    <a:pt x="548" y="108"/>
                    <a:pt x="552" y="111"/>
                  </a:cubicBezTo>
                  <a:close/>
                  <a:moveTo>
                    <a:pt x="434" y="114"/>
                  </a:moveTo>
                  <a:cubicBezTo>
                    <a:pt x="427" y="115"/>
                    <a:pt x="424" y="114"/>
                    <a:pt x="426" y="122"/>
                  </a:cubicBezTo>
                  <a:cubicBezTo>
                    <a:pt x="429" y="122"/>
                    <a:pt x="432" y="127"/>
                    <a:pt x="434" y="126"/>
                  </a:cubicBezTo>
                  <a:cubicBezTo>
                    <a:pt x="439" y="125"/>
                    <a:pt x="443" y="124"/>
                    <a:pt x="447" y="123"/>
                  </a:cubicBezTo>
                  <a:cubicBezTo>
                    <a:pt x="450" y="122"/>
                    <a:pt x="449" y="121"/>
                    <a:pt x="450" y="119"/>
                  </a:cubicBezTo>
                  <a:cubicBezTo>
                    <a:pt x="450" y="117"/>
                    <a:pt x="445" y="118"/>
                    <a:pt x="444" y="116"/>
                  </a:cubicBezTo>
                  <a:cubicBezTo>
                    <a:pt x="447" y="116"/>
                    <a:pt x="451" y="115"/>
                    <a:pt x="453" y="112"/>
                  </a:cubicBezTo>
                  <a:cubicBezTo>
                    <a:pt x="448" y="110"/>
                    <a:pt x="440" y="113"/>
                    <a:pt x="434" y="114"/>
                  </a:cubicBezTo>
                  <a:close/>
                  <a:moveTo>
                    <a:pt x="448" y="144"/>
                  </a:moveTo>
                  <a:cubicBezTo>
                    <a:pt x="450" y="146"/>
                    <a:pt x="453" y="147"/>
                    <a:pt x="456" y="149"/>
                  </a:cubicBezTo>
                  <a:cubicBezTo>
                    <a:pt x="454" y="150"/>
                    <a:pt x="452" y="151"/>
                    <a:pt x="450" y="151"/>
                  </a:cubicBezTo>
                  <a:cubicBezTo>
                    <a:pt x="452" y="152"/>
                    <a:pt x="459" y="154"/>
                    <a:pt x="459" y="156"/>
                  </a:cubicBezTo>
                  <a:cubicBezTo>
                    <a:pt x="459" y="161"/>
                    <a:pt x="454" y="158"/>
                    <a:pt x="450" y="158"/>
                  </a:cubicBezTo>
                  <a:cubicBezTo>
                    <a:pt x="449" y="158"/>
                    <a:pt x="441" y="159"/>
                    <a:pt x="440" y="157"/>
                  </a:cubicBezTo>
                  <a:cubicBezTo>
                    <a:pt x="439" y="152"/>
                    <a:pt x="438" y="152"/>
                    <a:pt x="434" y="153"/>
                  </a:cubicBezTo>
                  <a:cubicBezTo>
                    <a:pt x="434" y="152"/>
                    <a:pt x="435" y="152"/>
                    <a:pt x="436" y="151"/>
                  </a:cubicBezTo>
                  <a:cubicBezTo>
                    <a:pt x="433" y="149"/>
                    <a:pt x="429" y="144"/>
                    <a:pt x="425" y="145"/>
                  </a:cubicBezTo>
                  <a:cubicBezTo>
                    <a:pt x="418" y="146"/>
                    <a:pt x="421" y="143"/>
                    <a:pt x="415" y="141"/>
                  </a:cubicBezTo>
                  <a:cubicBezTo>
                    <a:pt x="414" y="140"/>
                    <a:pt x="405" y="141"/>
                    <a:pt x="405" y="143"/>
                  </a:cubicBezTo>
                  <a:cubicBezTo>
                    <a:pt x="405" y="145"/>
                    <a:pt x="412" y="146"/>
                    <a:pt x="414" y="147"/>
                  </a:cubicBezTo>
                  <a:cubicBezTo>
                    <a:pt x="408" y="146"/>
                    <a:pt x="404" y="146"/>
                    <a:pt x="398" y="148"/>
                  </a:cubicBezTo>
                  <a:cubicBezTo>
                    <a:pt x="398" y="151"/>
                    <a:pt x="398" y="151"/>
                    <a:pt x="398" y="151"/>
                  </a:cubicBezTo>
                  <a:cubicBezTo>
                    <a:pt x="402" y="153"/>
                    <a:pt x="409" y="151"/>
                    <a:pt x="413" y="151"/>
                  </a:cubicBezTo>
                  <a:cubicBezTo>
                    <a:pt x="411" y="152"/>
                    <a:pt x="394" y="151"/>
                    <a:pt x="394" y="156"/>
                  </a:cubicBezTo>
                  <a:cubicBezTo>
                    <a:pt x="395" y="160"/>
                    <a:pt x="409" y="155"/>
                    <a:pt x="411" y="155"/>
                  </a:cubicBezTo>
                  <a:cubicBezTo>
                    <a:pt x="405" y="159"/>
                    <a:pt x="394" y="156"/>
                    <a:pt x="391" y="162"/>
                  </a:cubicBezTo>
                  <a:cubicBezTo>
                    <a:pt x="395" y="164"/>
                    <a:pt x="397" y="165"/>
                    <a:pt x="402" y="163"/>
                  </a:cubicBezTo>
                  <a:cubicBezTo>
                    <a:pt x="402" y="164"/>
                    <a:pt x="402" y="165"/>
                    <a:pt x="402" y="166"/>
                  </a:cubicBezTo>
                  <a:cubicBezTo>
                    <a:pt x="403" y="166"/>
                    <a:pt x="405" y="167"/>
                    <a:pt x="407" y="167"/>
                  </a:cubicBezTo>
                  <a:cubicBezTo>
                    <a:pt x="406" y="163"/>
                    <a:pt x="410" y="164"/>
                    <a:pt x="411" y="168"/>
                  </a:cubicBezTo>
                  <a:cubicBezTo>
                    <a:pt x="416" y="165"/>
                    <a:pt x="417" y="164"/>
                    <a:pt x="419" y="158"/>
                  </a:cubicBezTo>
                  <a:cubicBezTo>
                    <a:pt x="422" y="160"/>
                    <a:pt x="421" y="162"/>
                    <a:pt x="420" y="165"/>
                  </a:cubicBezTo>
                  <a:cubicBezTo>
                    <a:pt x="423" y="165"/>
                    <a:pt x="429" y="167"/>
                    <a:pt x="430" y="163"/>
                  </a:cubicBezTo>
                  <a:cubicBezTo>
                    <a:pt x="432" y="167"/>
                    <a:pt x="438" y="165"/>
                    <a:pt x="441" y="162"/>
                  </a:cubicBezTo>
                  <a:cubicBezTo>
                    <a:pt x="436" y="169"/>
                    <a:pt x="424" y="170"/>
                    <a:pt x="416" y="172"/>
                  </a:cubicBezTo>
                  <a:cubicBezTo>
                    <a:pt x="426" y="179"/>
                    <a:pt x="430" y="177"/>
                    <a:pt x="440" y="173"/>
                  </a:cubicBezTo>
                  <a:cubicBezTo>
                    <a:pt x="446" y="171"/>
                    <a:pt x="452" y="169"/>
                    <a:pt x="457" y="167"/>
                  </a:cubicBezTo>
                  <a:cubicBezTo>
                    <a:pt x="461" y="165"/>
                    <a:pt x="463" y="168"/>
                    <a:pt x="466" y="168"/>
                  </a:cubicBezTo>
                  <a:cubicBezTo>
                    <a:pt x="467" y="168"/>
                    <a:pt x="468" y="165"/>
                    <a:pt x="470" y="165"/>
                  </a:cubicBezTo>
                  <a:cubicBezTo>
                    <a:pt x="473" y="165"/>
                    <a:pt x="476" y="165"/>
                    <a:pt x="479" y="165"/>
                  </a:cubicBezTo>
                  <a:cubicBezTo>
                    <a:pt x="482" y="165"/>
                    <a:pt x="484" y="161"/>
                    <a:pt x="485" y="157"/>
                  </a:cubicBezTo>
                  <a:cubicBezTo>
                    <a:pt x="486" y="152"/>
                    <a:pt x="485" y="148"/>
                    <a:pt x="479" y="149"/>
                  </a:cubicBezTo>
                  <a:cubicBezTo>
                    <a:pt x="471" y="150"/>
                    <a:pt x="478" y="152"/>
                    <a:pt x="475" y="156"/>
                  </a:cubicBezTo>
                  <a:cubicBezTo>
                    <a:pt x="473" y="152"/>
                    <a:pt x="472" y="151"/>
                    <a:pt x="469" y="150"/>
                  </a:cubicBezTo>
                  <a:cubicBezTo>
                    <a:pt x="467" y="149"/>
                    <a:pt x="466" y="145"/>
                    <a:pt x="464" y="144"/>
                  </a:cubicBezTo>
                  <a:cubicBezTo>
                    <a:pt x="461" y="141"/>
                    <a:pt x="463" y="132"/>
                    <a:pt x="456" y="135"/>
                  </a:cubicBezTo>
                  <a:cubicBezTo>
                    <a:pt x="453" y="139"/>
                    <a:pt x="451" y="141"/>
                    <a:pt x="448" y="144"/>
                  </a:cubicBezTo>
                  <a:close/>
                  <a:moveTo>
                    <a:pt x="553" y="74"/>
                  </a:moveTo>
                  <a:cubicBezTo>
                    <a:pt x="554" y="83"/>
                    <a:pt x="564" y="83"/>
                    <a:pt x="570" y="81"/>
                  </a:cubicBezTo>
                  <a:cubicBezTo>
                    <a:pt x="568" y="84"/>
                    <a:pt x="565" y="84"/>
                    <a:pt x="562" y="84"/>
                  </a:cubicBezTo>
                  <a:cubicBezTo>
                    <a:pt x="560" y="84"/>
                    <a:pt x="560" y="88"/>
                    <a:pt x="563" y="87"/>
                  </a:cubicBezTo>
                  <a:cubicBezTo>
                    <a:pt x="565" y="87"/>
                    <a:pt x="565" y="91"/>
                    <a:pt x="568" y="89"/>
                  </a:cubicBezTo>
                  <a:cubicBezTo>
                    <a:pt x="570" y="88"/>
                    <a:pt x="571" y="86"/>
                    <a:pt x="573" y="87"/>
                  </a:cubicBezTo>
                  <a:cubicBezTo>
                    <a:pt x="573" y="88"/>
                    <a:pt x="573" y="89"/>
                    <a:pt x="573" y="89"/>
                  </a:cubicBezTo>
                  <a:cubicBezTo>
                    <a:pt x="576" y="91"/>
                    <a:pt x="577" y="88"/>
                    <a:pt x="579" y="87"/>
                  </a:cubicBezTo>
                  <a:cubicBezTo>
                    <a:pt x="580" y="87"/>
                    <a:pt x="582" y="90"/>
                    <a:pt x="582" y="86"/>
                  </a:cubicBezTo>
                  <a:cubicBezTo>
                    <a:pt x="586" y="88"/>
                    <a:pt x="593" y="85"/>
                    <a:pt x="596" y="88"/>
                  </a:cubicBezTo>
                  <a:cubicBezTo>
                    <a:pt x="593" y="89"/>
                    <a:pt x="589" y="89"/>
                    <a:pt x="585" y="89"/>
                  </a:cubicBezTo>
                  <a:cubicBezTo>
                    <a:pt x="591" y="92"/>
                    <a:pt x="596" y="91"/>
                    <a:pt x="602" y="90"/>
                  </a:cubicBezTo>
                  <a:cubicBezTo>
                    <a:pt x="592" y="92"/>
                    <a:pt x="582" y="91"/>
                    <a:pt x="572" y="95"/>
                  </a:cubicBezTo>
                  <a:cubicBezTo>
                    <a:pt x="575" y="98"/>
                    <a:pt x="578" y="98"/>
                    <a:pt x="582" y="99"/>
                  </a:cubicBezTo>
                  <a:cubicBezTo>
                    <a:pt x="580" y="99"/>
                    <a:pt x="578" y="99"/>
                    <a:pt x="576" y="99"/>
                  </a:cubicBezTo>
                  <a:cubicBezTo>
                    <a:pt x="579" y="104"/>
                    <a:pt x="587" y="102"/>
                    <a:pt x="592" y="103"/>
                  </a:cubicBezTo>
                  <a:cubicBezTo>
                    <a:pt x="589" y="104"/>
                    <a:pt x="586" y="104"/>
                    <a:pt x="582" y="104"/>
                  </a:cubicBezTo>
                  <a:cubicBezTo>
                    <a:pt x="587" y="111"/>
                    <a:pt x="596" y="110"/>
                    <a:pt x="603" y="111"/>
                  </a:cubicBezTo>
                  <a:cubicBezTo>
                    <a:pt x="603" y="109"/>
                    <a:pt x="601" y="107"/>
                    <a:pt x="600" y="107"/>
                  </a:cubicBezTo>
                  <a:cubicBezTo>
                    <a:pt x="604" y="107"/>
                    <a:pt x="606" y="109"/>
                    <a:pt x="609" y="111"/>
                  </a:cubicBezTo>
                  <a:cubicBezTo>
                    <a:pt x="608" y="108"/>
                    <a:pt x="606" y="105"/>
                    <a:pt x="605" y="102"/>
                  </a:cubicBezTo>
                  <a:cubicBezTo>
                    <a:pt x="608" y="105"/>
                    <a:pt x="611" y="108"/>
                    <a:pt x="614" y="111"/>
                  </a:cubicBezTo>
                  <a:cubicBezTo>
                    <a:pt x="616" y="107"/>
                    <a:pt x="617" y="105"/>
                    <a:pt x="615" y="102"/>
                  </a:cubicBezTo>
                  <a:cubicBezTo>
                    <a:pt x="628" y="109"/>
                    <a:pt x="613" y="96"/>
                    <a:pt x="623" y="93"/>
                  </a:cubicBezTo>
                  <a:cubicBezTo>
                    <a:pt x="622" y="96"/>
                    <a:pt x="623" y="99"/>
                    <a:pt x="624" y="101"/>
                  </a:cubicBezTo>
                  <a:cubicBezTo>
                    <a:pt x="627" y="99"/>
                    <a:pt x="630" y="98"/>
                    <a:pt x="629" y="94"/>
                  </a:cubicBezTo>
                  <a:cubicBezTo>
                    <a:pt x="631" y="96"/>
                    <a:pt x="641" y="91"/>
                    <a:pt x="645" y="90"/>
                  </a:cubicBezTo>
                  <a:cubicBezTo>
                    <a:pt x="643" y="87"/>
                    <a:pt x="641" y="85"/>
                    <a:pt x="638" y="83"/>
                  </a:cubicBezTo>
                  <a:cubicBezTo>
                    <a:pt x="638" y="84"/>
                    <a:pt x="637" y="85"/>
                    <a:pt x="636" y="86"/>
                  </a:cubicBezTo>
                  <a:cubicBezTo>
                    <a:pt x="636" y="79"/>
                    <a:pt x="628" y="83"/>
                    <a:pt x="625" y="85"/>
                  </a:cubicBezTo>
                  <a:cubicBezTo>
                    <a:pt x="629" y="78"/>
                    <a:pt x="631" y="75"/>
                    <a:pt x="622" y="74"/>
                  </a:cubicBezTo>
                  <a:cubicBezTo>
                    <a:pt x="627" y="69"/>
                    <a:pt x="620" y="64"/>
                    <a:pt x="615" y="68"/>
                  </a:cubicBezTo>
                  <a:cubicBezTo>
                    <a:pt x="616" y="69"/>
                    <a:pt x="617" y="71"/>
                    <a:pt x="618" y="73"/>
                  </a:cubicBezTo>
                  <a:cubicBezTo>
                    <a:pt x="616" y="73"/>
                    <a:pt x="613" y="72"/>
                    <a:pt x="611" y="70"/>
                  </a:cubicBezTo>
                  <a:cubicBezTo>
                    <a:pt x="611" y="68"/>
                    <a:pt x="613" y="64"/>
                    <a:pt x="609" y="65"/>
                  </a:cubicBezTo>
                  <a:cubicBezTo>
                    <a:pt x="605" y="66"/>
                    <a:pt x="601" y="64"/>
                    <a:pt x="598" y="61"/>
                  </a:cubicBezTo>
                  <a:cubicBezTo>
                    <a:pt x="593" y="55"/>
                    <a:pt x="591" y="51"/>
                    <a:pt x="584" y="49"/>
                  </a:cubicBezTo>
                  <a:cubicBezTo>
                    <a:pt x="580" y="48"/>
                    <a:pt x="574" y="46"/>
                    <a:pt x="571" y="50"/>
                  </a:cubicBezTo>
                  <a:cubicBezTo>
                    <a:pt x="574" y="52"/>
                    <a:pt x="578" y="50"/>
                    <a:pt x="582" y="52"/>
                  </a:cubicBezTo>
                  <a:cubicBezTo>
                    <a:pt x="578" y="58"/>
                    <a:pt x="566" y="50"/>
                    <a:pt x="563" y="59"/>
                  </a:cubicBezTo>
                  <a:cubicBezTo>
                    <a:pt x="566" y="60"/>
                    <a:pt x="570" y="59"/>
                    <a:pt x="572" y="61"/>
                  </a:cubicBezTo>
                  <a:cubicBezTo>
                    <a:pt x="570" y="62"/>
                    <a:pt x="556" y="63"/>
                    <a:pt x="560" y="67"/>
                  </a:cubicBezTo>
                  <a:cubicBezTo>
                    <a:pt x="558" y="68"/>
                    <a:pt x="556" y="68"/>
                    <a:pt x="554" y="69"/>
                  </a:cubicBezTo>
                  <a:cubicBezTo>
                    <a:pt x="558" y="71"/>
                    <a:pt x="560" y="70"/>
                    <a:pt x="563" y="71"/>
                  </a:cubicBezTo>
                  <a:cubicBezTo>
                    <a:pt x="563" y="71"/>
                    <a:pt x="562" y="72"/>
                    <a:pt x="562" y="72"/>
                  </a:cubicBezTo>
                  <a:cubicBezTo>
                    <a:pt x="565" y="74"/>
                    <a:pt x="569" y="70"/>
                    <a:pt x="572" y="72"/>
                  </a:cubicBezTo>
                  <a:cubicBezTo>
                    <a:pt x="570" y="72"/>
                    <a:pt x="569" y="73"/>
                    <a:pt x="568" y="74"/>
                  </a:cubicBezTo>
                  <a:cubicBezTo>
                    <a:pt x="569" y="74"/>
                    <a:pt x="570" y="75"/>
                    <a:pt x="571" y="76"/>
                  </a:cubicBezTo>
                  <a:cubicBezTo>
                    <a:pt x="569" y="76"/>
                    <a:pt x="568" y="75"/>
                    <a:pt x="567" y="75"/>
                  </a:cubicBezTo>
                  <a:cubicBezTo>
                    <a:pt x="562" y="75"/>
                    <a:pt x="558" y="74"/>
                    <a:pt x="553" y="74"/>
                  </a:cubicBezTo>
                  <a:close/>
                  <a:moveTo>
                    <a:pt x="493" y="147"/>
                  </a:moveTo>
                  <a:cubicBezTo>
                    <a:pt x="496" y="150"/>
                    <a:pt x="509" y="151"/>
                    <a:pt x="507" y="144"/>
                  </a:cubicBezTo>
                  <a:cubicBezTo>
                    <a:pt x="504" y="144"/>
                    <a:pt x="496" y="144"/>
                    <a:pt x="493" y="147"/>
                  </a:cubicBezTo>
                  <a:close/>
                  <a:moveTo>
                    <a:pt x="391" y="147"/>
                  </a:moveTo>
                  <a:cubicBezTo>
                    <a:pt x="389" y="148"/>
                    <a:pt x="377" y="153"/>
                    <a:pt x="378" y="156"/>
                  </a:cubicBezTo>
                  <a:cubicBezTo>
                    <a:pt x="379" y="159"/>
                    <a:pt x="385" y="158"/>
                    <a:pt x="386" y="156"/>
                  </a:cubicBezTo>
                  <a:cubicBezTo>
                    <a:pt x="388" y="154"/>
                    <a:pt x="392" y="151"/>
                    <a:pt x="391" y="147"/>
                  </a:cubicBezTo>
                  <a:close/>
                  <a:moveTo>
                    <a:pt x="1255" y="424"/>
                  </a:moveTo>
                  <a:cubicBezTo>
                    <a:pt x="1254" y="424"/>
                    <a:pt x="1254" y="424"/>
                    <a:pt x="1254" y="424"/>
                  </a:cubicBezTo>
                  <a:cubicBezTo>
                    <a:pt x="1255" y="425"/>
                    <a:pt x="1255" y="425"/>
                    <a:pt x="1255" y="425"/>
                  </a:cubicBezTo>
                  <a:cubicBezTo>
                    <a:pt x="1255" y="425"/>
                    <a:pt x="1255" y="424"/>
                    <a:pt x="1255" y="424"/>
                  </a:cubicBezTo>
                  <a:close/>
                  <a:moveTo>
                    <a:pt x="474" y="193"/>
                  </a:moveTo>
                  <a:cubicBezTo>
                    <a:pt x="478" y="194"/>
                    <a:pt x="478" y="195"/>
                    <a:pt x="481" y="197"/>
                  </a:cubicBezTo>
                  <a:cubicBezTo>
                    <a:pt x="484" y="200"/>
                    <a:pt x="485" y="202"/>
                    <a:pt x="488" y="201"/>
                  </a:cubicBezTo>
                  <a:cubicBezTo>
                    <a:pt x="491" y="200"/>
                    <a:pt x="493" y="196"/>
                    <a:pt x="493" y="193"/>
                  </a:cubicBezTo>
                  <a:cubicBezTo>
                    <a:pt x="493" y="190"/>
                    <a:pt x="490" y="189"/>
                    <a:pt x="487" y="187"/>
                  </a:cubicBezTo>
                  <a:cubicBezTo>
                    <a:pt x="482" y="188"/>
                    <a:pt x="476" y="186"/>
                    <a:pt x="474" y="193"/>
                  </a:cubicBezTo>
                  <a:close/>
                  <a:moveTo>
                    <a:pt x="500" y="164"/>
                  </a:moveTo>
                  <a:cubicBezTo>
                    <a:pt x="498" y="159"/>
                    <a:pt x="496" y="159"/>
                    <a:pt x="491" y="161"/>
                  </a:cubicBezTo>
                  <a:cubicBezTo>
                    <a:pt x="486" y="168"/>
                    <a:pt x="498" y="165"/>
                    <a:pt x="500" y="164"/>
                  </a:cubicBezTo>
                  <a:close/>
                  <a:moveTo>
                    <a:pt x="492" y="139"/>
                  </a:moveTo>
                  <a:cubicBezTo>
                    <a:pt x="493" y="141"/>
                    <a:pt x="493" y="141"/>
                    <a:pt x="494" y="144"/>
                  </a:cubicBezTo>
                  <a:cubicBezTo>
                    <a:pt x="497" y="144"/>
                    <a:pt x="502" y="145"/>
                    <a:pt x="505" y="142"/>
                  </a:cubicBezTo>
                  <a:cubicBezTo>
                    <a:pt x="503" y="141"/>
                    <a:pt x="501" y="140"/>
                    <a:pt x="500" y="139"/>
                  </a:cubicBezTo>
                  <a:cubicBezTo>
                    <a:pt x="497" y="137"/>
                    <a:pt x="494" y="138"/>
                    <a:pt x="492" y="139"/>
                  </a:cubicBezTo>
                  <a:close/>
                  <a:moveTo>
                    <a:pt x="577" y="124"/>
                  </a:moveTo>
                  <a:cubicBezTo>
                    <a:pt x="579" y="122"/>
                    <a:pt x="580" y="120"/>
                    <a:pt x="581" y="119"/>
                  </a:cubicBezTo>
                  <a:cubicBezTo>
                    <a:pt x="573" y="116"/>
                    <a:pt x="564" y="116"/>
                    <a:pt x="557" y="120"/>
                  </a:cubicBezTo>
                  <a:cubicBezTo>
                    <a:pt x="558" y="126"/>
                    <a:pt x="573" y="124"/>
                    <a:pt x="577" y="124"/>
                  </a:cubicBezTo>
                  <a:close/>
                  <a:moveTo>
                    <a:pt x="682" y="201"/>
                  </a:moveTo>
                  <a:cubicBezTo>
                    <a:pt x="683" y="203"/>
                    <a:pt x="685" y="204"/>
                    <a:pt x="687" y="204"/>
                  </a:cubicBezTo>
                  <a:cubicBezTo>
                    <a:pt x="690" y="206"/>
                    <a:pt x="698" y="202"/>
                    <a:pt x="701" y="202"/>
                  </a:cubicBezTo>
                  <a:cubicBezTo>
                    <a:pt x="705" y="201"/>
                    <a:pt x="710" y="202"/>
                    <a:pt x="713" y="202"/>
                  </a:cubicBezTo>
                  <a:cubicBezTo>
                    <a:pt x="708" y="195"/>
                    <a:pt x="705" y="193"/>
                    <a:pt x="697" y="189"/>
                  </a:cubicBezTo>
                  <a:cubicBezTo>
                    <a:pt x="695" y="188"/>
                    <a:pt x="692" y="190"/>
                    <a:pt x="689" y="189"/>
                  </a:cubicBezTo>
                  <a:cubicBezTo>
                    <a:pt x="686" y="188"/>
                    <a:pt x="683" y="187"/>
                    <a:pt x="680" y="186"/>
                  </a:cubicBezTo>
                  <a:cubicBezTo>
                    <a:pt x="675" y="187"/>
                    <a:pt x="674" y="193"/>
                    <a:pt x="679" y="196"/>
                  </a:cubicBezTo>
                  <a:cubicBezTo>
                    <a:pt x="683" y="197"/>
                    <a:pt x="680" y="198"/>
                    <a:pt x="682" y="201"/>
                  </a:cubicBezTo>
                  <a:close/>
                  <a:moveTo>
                    <a:pt x="597" y="122"/>
                  </a:moveTo>
                  <a:cubicBezTo>
                    <a:pt x="594" y="124"/>
                    <a:pt x="600" y="127"/>
                    <a:pt x="601" y="127"/>
                  </a:cubicBezTo>
                  <a:cubicBezTo>
                    <a:pt x="604" y="129"/>
                    <a:pt x="606" y="127"/>
                    <a:pt x="609" y="126"/>
                  </a:cubicBezTo>
                  <a:cubicBezTo>
                    <a:pt x="608" y="120"/>
                    <a:pt x="600" y="119"/>
                    <a:pt x="597" y="122"/>
                  </a:cubicBezTo>
                  <a:close/>
                  <a:moveTo>
                    <a:pt x="602" y="135"/>
                  </a:moveTo>
                  <a:cubicBezTo>
                    <a:pt x="599" y="137"/>
                    <a:pt x="606" y="142"/>
                    <a:pt x="608" y="141"/>
                  </a:cubicBezTo>
                  <a:cubicBezTo>
                    <a:pt x="607" y="140"/>
                    <a:pt x="607" y="138"/>
                    <a:pt x="607" y="138"/>
                  </a:cubicBezTo>
                  <a:cubicBezTo>
                    <a:pt x="610" y="135"/>
                    <a:pt x="604" y="134"/>
                    <a:pt x="602" y="135"/>
                  </a:cubicBezTo>
                  <a:close/>
                  <a:moveTo>
                    <a:pt x="2449" y="172"/>
                  </a:moveTo>
                  <a:cubicBezTo>
                    <a:pt x="2458" y="173"/>
                    <a:pt x="2464" y="172"/>
                    <a:pt x="2473" y="169"/>
                  </a:cubicBezTo>
                  <a:cubicBezTo>
                    <a:pt x="2474" y="169"/>
                    <a:pt x="2474" y="164"/>
                    <a:pt x="2474" y="164"/>
                  </a:cubicBezTo>
                  <a:cubicBezTo>
                    <a:pt x="2473" y="163"/>
                    <a:pt x="2469" y="162"/>
                    <a:pt x="2468" y="162"/>
                  </a:cubicBezTo>
                  <a:cubicBezTo>
                    <a:pt x="2463" y="161"/>
                    <a:pt x="2461" y="161"/>
                    <a:pt x="2457" y="163"/>
                  </a:cubicBezTo>
                  <a:cubicBezTo>
                    <a:pt x="2457" y="162"/>
                    <a:pt x="2456" y="160"/>
                    <a:pt x="2457" y="159"/>
                  </a:cubicBezTo>
                  <a:cubicBezTo>
                    <a:pt x="2453" y="159"/>
                    <a:pt x="2449" y="158"/>
                    <a:pt x="2445" y="161"/>
                  </a:cubicBezTo>
                  <a:cubicBezTo>
                    <a:pt x="2445" y="153"/>
                    <a:pt x="2435" y="158"/>
                    <a:pt x="2436" y="163"/>
                  </a:cubicBezTo>
                  <a:cubicBezTo>
                    <a:pt x="2437" y="166"/>
                    <a:pt x="2447" y="171"/>
                    <a:pt x="2449" y="172"/>
                  </a:cubicBezTo>
                  <a:close/>
                  <a:moveTo>
                    <a:pt x="1709" y="227"/>
                  </a:moveTo>
                  <a:cubicBezTo>
                    <a:pt x="1713" y="233"/>
                    <a:pt x="1719" y="236"/>
                    <a:pt x="1726" y="237"/>
                  </a:cubicBezTo>
                  <a:cubicBezTo>
                    <a:pt x="1732" y="237"/>
                    <a:pt x="1744" y="241"/>
                    <a:pt x="1750" y="236"/>
                  </a:cubicBezTo>
                  <a:cubicBezTo>
                    <a:pt x="1741" y="231"/>
                    <a:pt x="1735" y="226"/>
                    <a:pt x="1734" y="214"/>
                  </a:cubicBezTo>
                  <a:cubicBezTo>
                    <a:pt x="1734" y="205"/>
                    <a:pt x="1743" y="197"/>
                    <a:pt x="1748" y="191"/>
                  </a:cubicBezTo>
                  <a:cubicBezTo>
                    <a:pt x="1751" y="187"/>
                    <a:pt x="1754" y="183"/>
                    <a:pt x="1757" y="179"/>
                  </a:cubicBezTo>
                  <a:cubicBezTo>
                    <a:pt x="1759" y="176"/>
                    <a:pt x="1766" y="174"/>
                    <a:pt x="1769" y="172"/>
                  </a:cubicBezTo>
                  <a:cubicBezTo>
                    <a:pt x="1776" y="167"/>
                    <a:pt x="1781" y="162"/>
                    <a:pt x="1788" y="159"/>
                  </a:cubicBezTo>
                  <a:cubicBezTo>
                    <a:pt x="1797" y="157"/>
                    <a:pt x="1807" y="154"/>
                    <a:pt x="1816" y="151"/>
                  </a:cubicBezTo>
                  <a:cubicBezTo>
                    <a:pt x="1820" y="149"/>
                    <a:pt x="1839" y="146"/>
                    <a:pt x="1839" y="138"/>
                  </a:cubicBezTo>
                  <a:cubicBezTo>
                    <a:pt x="1840" y="128"/>
                    <a:pt x="1821" y="132"/>
                    <a:pt x="1818" y="135"/>
                  </a:cubicBezTo>
                  <a:cubicBezTo>
                    <a:pt x="1811" y="141"/>
                    <a:pt x="1802" y="142"/>
                    <a:pt x="1793" y="145"/>
                  </a:cubicBezTo>
                  <a:cubicBezTo>
                    <a:pt x="1785" y="145"/>
                    <a:pt x="1779" y="146"/>
                    <a:pt x="1771" y="149"/>
                  </a:cubicBezTo>
                  <a:cubicBezTo>
                    <a:pt x="1765" y="151"/>
                    <a:pt x="1755" y="153"/>
                    <a:pt x="1750" y="157"/>
                  </a:cubicBezTo>
                  <a:cubicBezTo>
                    <a:pt x="1745" y="162"/>
                    <a:pt x="1739" y="167"/>
                    <a:pt x="1734" y="173"/>
                  </a:cubicBezTo>
                  <a:cubicBezTo>
                    <a:pt x="1730" y="177"/>
                    <a:pt x="1727" y="181"/>
                    <a:pt x="1723" y="185"/>
                  </a:cubicBezTo>
                  <a:cubicBezTo>
                    <a:pt x="1720" y="188"/>
                    <a:pt x="1722" y="190"/>
                    <a:pt x="1723" y="194"/>
                  </a:cubicBezTo>
                  <a:cubicBezTo>
                    <a:pt x="1723" y="196"/>
                    <a:pt x="1716" y="200"/>
                    <a:pt x="1714" y="201"/>
                  </a:cubicBezTo>
                  <a:cubicBezTo>
                    <a:pt x="1709" y="205"/>
                    <a:pt x="1714" y="205"/>
                    <a:pt x="1711" y="210"/>
                  </a:cubicBezTo>
                  <a:cubicBezTo>
                    <a:pt x="1710" y="213"/>
                    <a:pt x="1704" y="212"/>
                    <a:pt x="1704" y="216"/>
                  </a:cubicBezTo>
                  <a:cubicBezTo>
                    <a:pt x="1704" y="223"/>
                    <a:pt x="1704" y="223"/>
                    <a:pt x="1709" y="227"/>
                  </a:cubicBezTo>
                  <a:close/>
                  <a:moveTo>
                    <a:pt x="1725" y="69"/>
                  </a:moveTo>
                  <a:cubicBezTo>
                    <a:pt x="1717" y="66"/>
                    <a:pt x="1716" y="66"/>
                    <a:pt x="1709" y="72"/>
                  </a:cubicBezTo>
                  <a:cubicBezTo>
                    <a:pt x="1712" y="73"/>
                    <a:pt x="1716" y="73"/>
                    <a:pt x="1719" y="74"/>
                  </a:cubicBezTo>
                  <a:cubicBezTo>
                    <a:pt x="1721" y="72"/>
                    <a:pt x="1723" y="71"/>
                    <a:pt x="1725" y="69"/>
                  </a:cubicBezTo>
                  <a:close/>
                  <a:moveTo>
                    <a:pt x="1758" y="49"/>
                  </a:moveTo>
                  <a:cubicBezTo>
                    <a:pt x="1756" y="47"/>
                    <a:pt x="1754" y="45"/>
                    <a:pt x="1752" y="43"/>
                  </a:cubicBezTo>
                  <a:cubicBezTo>
                    <a:pt x="1756" y="42"/>
                    <a:pt x="1760" y="41"/>
                    <a:pt x="1764" y="40"/>
                  </a:cubicBezTo>
                  <a:cubicBezTo>
                    <a:pt x="1757" y="39"/>
                    <a:pt x="1754" y="38"/>
                    <a:pt x="1749" y="42"/>
                  </a:cubicBezTo>
                  <a:cubicBezTo>
                    <a:pt x="1744" y="45"/>
                    <a:pt x="1740" y="48"/>
                    <a:pt x="1735" y="51"/>
                  </a:cubicBezTo>
                  <a:cubicBezTo>
                    <a:pt x="1739" y="52"/>
                    <a:pt x="1743" y="52"/>
                    <a:pt x="1748" y="53"/>
                  </a:cubicBezTo>
                  <a:cubicBezTo>
                    <a:pt x="1751" y="51"/>
                    <a:pt x="1754" y="50"/>
                    <a:pt x="1758" y="49"/>
                  </a:cubicBezTo>
                  <a:close/>
                  <a:moveTo>
                    <a:pt x="1758" y="243"/>
                  </a:moveTo>
                  <a:cubicBezTo>
                    <a:pt x="1759" y="246"/>
                    <a:pt x="1769" y="255"/>
                    <a:pt x="1772" y="252"/>
                  </a:cubicBezTo>
                  <a:cubicBezTo>
                    <a:pt x="1776" y="248"/>
                    <a:pt x="1764" y="242"/>
                    <a:pt x="1762" y="241"/>
                  </a:cubicBezTo>
                  <a:cubicBezTo>
                    <a:pt x="1760" y="242"/>
                    <a:pt x="1759" y="242"/>
                    <a:pt x="1758" y="243"/>
                  </a:cubicBezTo>
                  <a:close/>
                  <a:moveTo>
                    <a:pt x="1769" y="75"/>
                  </a:moveTo>
                  <a:cubicBezTo>
                    <a:pt x="1767" y="72"/>
                    <a:pt x="1763" y="74"/>
                    <a:pt x="1761" y="75"/>
                  </a:cubicBezTo>
                  <a:cubicBezTo>
                    <a:pt x="1762" y="76"/>
                    <a:pt x="1763" y="77"/>
                    <a:pt x="1764" y="78"/>
                  </a:cubicBezTo>
                  <a:cubicBezTo>
                    <a:pt x="1766" y="77"/>
                    <a:pt x="1767" y="76"/>
                    <a:pt x="1769" y="75"/>
                  </a:cubicBezTo>
                  <a:close/>
                  <a:moveTo>
                    <a:pt x="1754" y="58"/>
                  </a:moveTo>
                  <a:cubicBezTo>
                    <a:pt x="1748" y="56"/>
                    <a:pt x="1743" y="54"/>
                    <a:pt x="1738" y="55"/>
                  </a:cubicBezTo>
                  <a:cubicBezTo>
                    <a:pt x="1730" y="55"/>
                    <a:pt x="1728" y="54"/>
                    <a:pt x="1722" y="60"/>
                  </a:cubicBezTo>
                  <a:cubicBezTo>
                    <a:pt x="1727" y="61"/>
                    <a:pt x="1732" y="63"/>
                    <a:pt x="1738" y="64"/>
                  </a:cubicBezTo>
                  <a:cubicBezTo>
                    <a:pt x="1744" y="63"/>
                    <a:pt x="1748" y="62"/>
                    <a:pt x="1754" y="58"/>
                  </a:cubicBezTo>
                  <a:close/>
                  <a:moveTo>
                    <a:pt x="1677" y="63"/>
                  </a:moveTo>
                  <a:cubicBezTo>
                    <a:pt x="1674" y="65"/>
                    <a:pt x="1670" y="68"/>
                    <a:pt x="1666" y="70"/>
                  </a:cubicBezTo>
                  <a:cubicBezTo>
                    <a:pt x="1673" y="72"/>
                    <a:pt x="1677" y="73"/>
                    <a:pt x="1684" y="73"/>
                  </a:cubicBezTo>
                  <a:cubicBezTo>
                    <a:pt x="1684" y="71"/>
                    <a:pt x="1683" y="69"/>
                    <a:pt x="1683" y="67"/>
                  </a:cubicBezTo>
                  <a:cubicBezTo>
                    <a:pt x="1690" y="65"/>
                    <a:pt x="1697" y="63"/>
                    <a:pt x="1705" y="62"/>
                  </a:cubicBezTo>
                  <a:cubicBezTo>
                    <a:pt x="1701" y="59"/>
                    <a:pt x="1698" y="57"/>
                    <a:pt x="1693" y="58"/>
                  </a:cubicBezTo>
                  <a:cubicBezTo>
                    <a:pt x="1689" y="59"/>
                    <a:pt x="1684" y="61"/>
                    <a:pt x="1679" y="60"/>
                  </a:cubicBezTo>
                  <a:cubicBezTo>
                    <a:pt x="1670" y="58"/>
                    <a:pt x="1663" y="61"/>
                    <a:pt x="1653" y="64"/>
                  </a:cubicBezTo>
                  <a:cubicBezTo>
                    <a:pt x="1657" y="65"/>
                    <a:pt x="1660" y="65"/>
                    <a:pt x="1663" y="66"/>
                  </a:cubicBezTo>
                  <a:cubicBezTo>
                    <a:pt x="1668" y="65"/>
                    <a:pt x="1673" y="64"/>
                    <a:pt x="1677" y="63"/>
                  </a:cubicBezTo>
                  <a:close/>
                  <a:moveTo>
                    <a:pt x="1681" y="266"/>
                  </a:moveTo>
                  <a:cubicBezTo>
                    <a:pt x="1684" y="268"/>
                    <a:pt x="1691" y="262"/>
                    <a:pt x="1693" y="260"/>
                  </a:cubicBezTo>
                  <a:cubicBezTo>
                    <a:pt x="1690" y="257"/>
                    <a:pt x="1688" y="256"/>
                    <a:pt x="1684" y="255"/>
                  </a:cubicBezTo>
                  <a:cubicBezTo>
                    <a:pt x="1678" y="258"/>
                    <a:pt x="1676" y="261"/>
                    <a:pt x="1681" y="266"/>
                  </a:cubicBezTo>
                  <a:close/>
                  <a:moveTo>
                    <a:pt x="1471" y="245"/>
                  </a:moveTo>
                  <a:cubicBezTo>
                    <a:pt x="1479" y="244"/>
                    <a:pt x="1483" y="242"/>
                    <a:pt x="1489" y="236"/>
                  </a:cubicBezTo>
                  <a:cubicBezTo>
                    <a:pt x="1485" y="236"/>
                    <a:pt x="1485" y="239"/>
                    <a:pt x="1482" y="241"/>
                  </a:cubicBezTo>
                  <a:cubicBezTo>
                    <a:pt x="1480" y="242"/>
                    <a:pt x="1476" y="241"/>
                    <a:pt x="1473" y="241"/>
                  </a:cubicBezTo>
                  <a:cubicBezTo>
                    <a:pt x="1475" y="244"/>
                    <a:pt x="1473" y="245"/>
                    <a:pt x="1471" y="245"/>
                  </a:cubicBezTo>
                  <a:close/>
                  <a:moveTo>
                    <a:pt x="435" y="107"/>
                  </a:moveTo>
                  <a:cubicBezTo>
                    <a:pt x="439" y="109"/>
                    <a:pt x="438" y="106"/>
                    <a:pt x="441" y="106"/>
                  </a:cubicBezTo>
                  <a:cubicBezTo>
                    <a:pt x="444" y="106"/>
                    <a:pt x="458" y="111"/>
                    <a:pt x="456" y="104"/>
                  </a:cubicBezTo>
                  <a:cubicBezTo>
                    <a:pt x="455" y="99"/>
                    <a:pt x="444" y="100"/>
                    <a:pt x="441" y="101"/>
                  </a:cubicBezTo>
                  <a:cubicBezTo>
                    <a:pt x="436" y="102"/>
                    <a:pt x="428" y="103"/>
                    <a:pt x="425" y="107"/>
                  </a:cubicBezTo>
                  <a:cubicBezTo>
                    <a:pt x="425" y="108"/>
                    <a:pt x="426" y="108"/>
                    <a:pt x="427" y="109"/>
                  </a:cubicBezTo>
                  <a:cubicBezTo>
                    <a:pt x="429" y="108"/>
                    <a:pt x="433" y="106"/>
                    <a:pt x="435" y="107"/>
                  </a:cubicBezTo>
                  <a:close/>
                  <a:moveTo>
                    <a:pt x="1758" y="66"/>
                  </a:moveTo>
                  <a:cubicBezTo>
                    <a:pt x="1756" y="66"/>
                    <a:pt x="1736" y="67"/>
                    <a:pt x="1738" y="72"/>
                  </a:cubicBezTo>
                  <a:cubicBezTo>
                    <a:pt x="1739" y="78"/>
                    <a:pt x="1753" y="74"/>
                    <a:pt x="1758" y="73"/>
                  </a:cubicBezTo>
                  <a:cubicBezTo>
                    <a:pt x="1757" y="72"/>
                    <a:pt x="1757" y="71"/>
                    <a:pt x="1756" y="70"/>
                  </a:cubicBezTo>
                  <a:cubicBezTo>
                    <a:pt x="1758" y="70"/>
                    <a:pt x="1761" y="69"/>
                    <a:pt x="1763" y="69"/>
                  </a:cubicBezTo>
                  <a:cubicBezTo>
                    <a:pt x="1761" y="68"/>
                    <a:pt x="1759" y="67"/>
                    <a:pt x="1758" y="66"/>
                  </a:cubicBezTo>
                  <a:close/>
                  <a:moveTo>
                    <a:pt x="2372" y="168"/>
                  </a:moveTo>
                  <a:cubicBezTo>
                    <a:pt x="2374" y="170"/>
                    <a:pt x="2377" y="173"/>
                    <a:pt x="2380" y="173"/>
                  </a:cubicBezTo>
                  <a:cubicBezTo>
                    <a:pt x="2386" y="172"/>
                    <a:pt x="2386" y="172"/>
                    <a:pt x="2388" y="167"/>
                  </a:cubicBezTo>
                  <a:cubicBezTo>
                    <a:pt x="2392" y="173"/>
                    <a:pt x="2398" y="168"/>
                    <a:pt x="2404" y="165"/>
                  </a:cubicBezTo>
                  <a:cubicBezTo>
                    <a:pt x="2406" y="165"/>
                    <a:pt x="2408" y="171"/>
                    <a:pt x="2410" y="170"/>
                  </a:cubicBezTo>
                  <a:cubicBezTo>
                    <a:pt x="2413" y="170"/>
                    <a:pt x="2415" y="169"/>
                    <a:pt x="2418" y="168"/>
                  </a:cubicBezTo>
                  <a:cubicBezTo>
                    <a:pt x="2417" y="167"/>
                    <a:pt x="2416" y="165"/>
                    <a:pt x="2415" y="163"/>
                  </a:cubicBezTo>
                  <a:cubicBezTo>
                    <a:pt x="2419" y="165"/>
                    <a:pt x="2420" y="166"/>
                    <a:pt x="2424" y="164"/>
                  </a:cubicBezTo>
                  <a:cubicBezTo>
                    <a:pt x="2427" y="162"/>
                    <a:pt x="2429" y="161"/>
                    <a:pt x="2431" y="158"/>
                  </a:cubicBezTo>
                  <a:cubicBezTo>
                    <a:pt x="2423" y="155"/>
                    <a:pt x="2415" y="152"/>
                    <a:pt x="2407" y="149"/>
                  </a:cubicBezTo>
                  <a:cubicBezTo>
                    <a:pt x="2405" y="148"/>
                    <a:pt x="2402" y="146"/>
                    <a:pt x="2399" y="147"/>
                  </a:cubicBezTo>
                  <a:cubicBezTo>
                    <a:pt x="2395" y="149"/>
                    <a:pt x="2397" y="151"/>
                    <a:pt x="2398" y="156"/>
                  </a:cubicBezTo>
                  <a:cubicBezTo>
                    <a:pt x="2392" y="153"/>
                    <a:pt x="2381" y="143"/>
                    <a:pt x="2376" y="147"/>
                  </a:cubicBezTo>
                  <a:cubicBezTo>
                    <a:pt x="2371" y="151"/>
                    <a:pt x="2368" y="152"/>
                    <a:pt x="2366" y="159"/>
                  </a:cubicBezTo>
                  <a:cubicBezTo>
                    <a:pt x="2365" y="163"/>
                    <a:pt x="2370" y="166"/>
                    <a:pt x="2372" y="168"/>
                  </a:cubicBezTo>
                  <a:close/>
                  <a:moveTo>
                    <a:pt x="1255" y="442"/>
                  </a:moveTo>
                  <a:cubicBezTo>
                    <a:pt x="1257" y="441"/>
                    <a:pt x="1257" y="439"/>
                    <a:pt x="1256" y="437"/>
                  </a:cubicBezTo>
                  <a:cubicBezTo>
                    <a:pt x="1255" y="438"/>
                    <a:pt x="1254" y="438"/>
                    <a:pt x="1253" y="439"/>
                  </a:cubicBezTo>
                  <a:cubicBezTo>
                    <a:pt x="1256" y="440"/>
                    <a:pt x="1254" y="440"/>
                    <a:pt x="1255" y="442"/>
                  </a:cubicBezTo>
                  <a:close/>
                  <a:moveTo>
                    <a:pt x="2402" y="194"/>
                  </a:moveTo>
                  <a:cubicBezTo>
                    <a:pt x="2408" y="198"/>
                    <a:pt x="2411" y="197"/>
                    <a:pt x="2418" y="197"/>
                  </a:cubicBezTo>
                  <a:cubicBezTo>
                    <a:pt x="2416" y="191"/>
                    <a:pt x="2416" y="191"/>
                    <a:pt x="2411" y="188"/>
                  </a:cubicBezTo>
                  <a:cubicBezTo>
                    <a:pt x="2410" y="187"/>
                    <a:pt x="2401" y="183"/>
                    <a:pt x="2401" y="183"/>
                  </a:cubicBezTo>
                  <a:cubicBezTo>
                    <a:pt x="2401" y="179"/>
                    <a:pt x="2398" y="175"/>
                    <a:pt x="2393" y="178"/>
                  </a:cubicBezTo>
                  <a:cubicBezTo>
                    <a:pt x="2387" y="182"/>
                    <a:pt x="2394" y="186"/>
                    <a:pt x="2396" y="187"/>
                  </a:cubicBezTo>
                  <a:cubicBezTo>
                    <a:pt x="2393" y="190"/>
                    <a:pt x="2390" y="192"/>
                    <a:pt x="2387" y="194"/>
                  </a:cubicBezTo>
                  <a:cubicBezTo>
                    <a:pt x="2391" y="194"/>
                    <a:pt x="2399" y="191"/>
                    <a:pt x="2402" y="194"/>
                  </a:cubicBezTo>
                  <a:close/>
                  <a:moveTo>
                    <a:pt x="1808" y="59"/>
                  </a:moveTo>
                  <a:cubicBezTo>
                    <a:pt x="1813" y="58"/>
                    <a:pt x="1811" y="56"/>
                    <a:pt x="1811" y="51"/>
                  </a:cubicBezTo>
                  <a:cubicBezTo>
                    <a:pt x="1809" y="51"/>
                    <a:pt x="1805" y="50"/>
                    <a:pt x="1804" y="51"/>
                  </a:cubicBezTo>
                  <a:cubicBezTo>
                    <a:pt x="1802" y="52"/>
                    <a:pt x="1802" y="56"/>
                    <a:pt x="1801" y="57"/>
                  </a:cubicBezTo>
                  <a:cubicBezTo>
                    <a:pt x="1797" y="59"/>
                    <a:pt x="1793" y="53"/>
                    <a:pt x="1790" y="59"/>
                  </a:cubicBezTo>
                  <a:cubicBezTo>
                    <a:pt x="1791" y="60"/>
                    <a:pt x="1792" y="62"/>
                    <a:pt x="1793" y="62"/>
                  </a:cubicBezTo>
                  <a:cubicBezTo>
                    <a:pt x="1798" y="61"/>
                    <a:pt x="1803" y="60"/>
                    <a:pt x="1808" y="59"/>
                  </a:cubicBezTo>
                  <a:close/>
                  <a:moveTo>
                    <a:pt x="1766" y="66"/>
                  </a:moveTo>
                  <a:cubicBezTo>
                    <a:pt x="1769" y="66"/>
                    <a:pt x="1770" y="65"/>
                    <a:pt x="1772" y="68"/>
                  </a:cubicBezTo>
                  <a:cubicBezTo>
                    <a:pt x="1775" y="72"/>
                    <a:pt x="1783" y="66"/>
                    <a:pt x="1786" y="63"/>
                  </a:cubicBezTo>
                  <a:cubicBezTo>
                    <a:pt x="1789" y="59"/>
                    <a:pt x="1782" y="54"/>
                    <a:pt x="1778" y="55"/>
                  </a:cubicBezTo>
                  <a:cubicBezTo>
                    <a:pt x="1773" y="56"/>
                    <a:pt x="1768" y="58"/>
                    <a:pt x="1762" y="61"/>
                  </a:cubicBezTo>
                  <a:cubicBezTo>
                    <a:pt x="1763" y="63"/>
                    <a:pt x="1763" y="66"/>
                    <a:pt x="1766" y="66"/>
                  </a:cubicBezTo>
                  <a:close/>
                  <a:moveTo>
                    <a:pt x="2074" y="112"/>
                  </a:moveTo>
                  <a:cubicBezTo>
                    <a:pt x="2079" y="118"/>
                    <a:pt x="2089" y="111"/>
                    <a:pt x="2094" y="109"/>
                  </a:cubicBezTo>
                  <a:cubicBezTo>
                    <a:pt x="2096" y="108"/>
                    <a:pt x="2099" y="111"/>
                    <a:pt x="2101" y="111"/>
                  </a:cubicBezTo>
                  <a:cubicBezTo>
                    <a:pt x="2106" y="110"/>
                    <a:pt x="2110" y="109"/>
                    <a:pt x="2115" y="109"/>
                  </a:cubicBezTo>
                  <a:cubicBezTo>
                    <a:pt x="2118" y="108"/>
                    <a:pt x="2119" y="107"/>
                    <a:pt x="2122" y="105"/>
                  </a:cubicBezTo>
                  <a:cubicBezTo>
                    <a:pt x="2124" y="103"/>
                    <a:pt x="2120" y="98"/>
                    <a:pt x="2118" y="98"/>
                  </a:cubicBezTo>
                  <a:cubicBezTo>
                    <a:pt x="2114" y="97"/>
                    <a:pt x="2113" y="96"/>
                    <a:pt x="2110" y="92"/>
                  </a:cubicBezTo>
                  <a:cubicBezTo>
                    <a:pt x="2109" y="90"/>
                    <a:pt x="2103" y="92"/>
                    <a:pt x="2101" y="92"/>
                  </a:cubicBezTo>
                  <a:cubicBezTo>
                    <a:pt x="2102" y="91"/>
                    <a:pt x="2104" y="90"/>
                    <a:pt x="2105" y="89"/>
                  </a:cubicBezTo>
                  <a:cubicBezTo>
                    <a:pt x="2099" y="86"/>
                    <a:pt x="2094" y="86"/>
                    <a:pt x="2090" y="91"/>
                  </a:cubicBezTo>
                  <a:cubicBezTo>
                    <a:pt x="2085" y="96"/>
                    <a:pt x="2082" y="102"/>
                    <a:pt x="2078" y="108"/>
                  </a:cubicBezTo>
                  <a:cubicBezTo>
                    <a:pt x="2077" y="109"/>
                    <a:pt x="2076" y="111"/>
                    <a:pt x="2074" y="112"/>
                  </a:cubicBezTo>
                  <a:close/>
                  <a:moveTo>
                    <a:pt x="2016" y="82"/>
                  </a:moveTo>
                  <a:cubicBezTo>
                    <a:pt x="2020" y="82"/>
                    <a:pt x="2029" y="79"/>
                    <a:pt x="2032" y="83"/>
                  </a:cubicBezTo>
                  <a:cubicBezTo>
                    <a:pt x="2036" y="88"/>
                    <a:pt x="2038" y="95"/>
                    <a:pt x="2044" y="94"/>
                  </a:cubicBezTo>
                  <a:cubicBezTo>
                    <a:pt x="2052" y="94"/>
                    <a:pt x="2056" y="93"/>
                    <a:pt x="2063" y="96"/>
                  </a:cubicBezTo>
                  <a:cubicBezTo>
                    <a:pt x="2069" y="98"/>
                    <a:pt x="2072" y="97"/>
                    <a:pt x="2078" y="95"/>
                  </a:cubicBezTo>
                  <a:cubicBezTo>
                    <a:pt x="2078" y="93"/>
                    <a:pt x="2076" y="89"/>
                    <a:pt x="2076" y="86"/>
                  </a:cubicBezTo>
                  <a:cubicBezTo>
                    <a:pt x="2077" y="84"/>
                    <a:pt x="2080" y="80"/>
                    <a:pt x="2077" y="79"/>
                  </a:cubicBezTo>
                  <a:cubicBezTo>
                    <a:pt x="2071" y="75"/>
                    <a:pt x="2068" y="78"/>
                    <a:pt x="2062" y="81"/>
                  </a:cubicBezTo>
                  <a:cubicBezTo>
                    <a:pt x="2064" y="78"/>
                    <a:pt x="2066" y="76"/>
                    <a:pt x="2068" y="74"/>
                  </a:cubicBezTo>
                  <a:cubicBezTo>
                    <a:pt x="2065" y="73"/>
                    <a:pt x="2058" y="73"/>
                    <a:pt x="2057" y="70"/>
                  </a:cubicBezTo>
                  <a:cubicBezTo>
                    <a:pt x="2056" y="62"/>
                    <a:pt x="2056" y="63"/>
                    <a:pt x="2062" y="61"/>
                  </a:cubicBezTo>
                  <a:cubicBezTo>
                    <a:pt x="2058" y="58"/>
                    <a:pt x="2050" y="49"/>
                    <a:pt x="2045" y="49"/>
                  </a:cubicBezTo>
                  <a:cubicBezTo>
                    <a:pt x="2039" y="49"/>
                    <a:pt x="2043" y="52"/>
                    <a:pt x="2040" y="54"/>
                  </a:cubicBezTo>
                  <a:cubicBezTo>
                    <a:pt x="2036" y="55"/>
                    <a:pt x="2032" y="56"/>
                    <a:pt x="2028" y="57"/>
                  </a:cubicBezTo>
                  <a:cubicBezTo>
                    <a:pt x="2023" y="59"/>
                    <a:pt x="2024" y="60"/>
                    <a:pt x="2023" y="65"/>
                  </a:cubicBezTo>
                  <a:cubicBezTo>
                    <a:pt x="2022" y="67"/>
                    <a:pt x="2015" y="67"/>
                    <a:pt x="2014" y="68"/>
                  </a:cubicBezTo>
                  <a:cubicBezTo>
                    <a:pt x="2012" y="68"/>
                    <a:pt x="2010" y="75"/>
                    <a:pt x="2009" y="77"/>
                  </a:cubicBezTo>
                  <a:cubicBezTo>
                    <a:pt x="2009" y="78"/>
                    <a:pt x="2015" y="82"/>
                    <a:pt x="2016" y="82"/>
                  </a:cubicBezTo>
                  <a:close/>
                  <a:moveTo>
                    <a:pt x="2700" y="234"/>
                  </a:moveTo>
                  <a:cubicBezTo>
                    <a:pt x="2702" y="234"/>
                    <a:pt x="2703" y="235"/>
                    <a:pt x="2705" y="235"/>
                  </a:cubicBezTo>
                  <a:cubicBezTo>
                    <a:pt x="2712" y="233"/>
                    <a:pt x="2717" y="234"/>
                    <a:pt x="2722" y="228"/>
                  </a:cubicBezTo>
                  <a:cubicBezTo>
                    <a:pt x="2719" y="226"/>
                    <a:pt x="2717" y="223"/>
                    <a:pt x="2714" y="223"/>
                  </a:cubicBezTo>
                  <a:cubicBezTo>
                    <a:pt x="2709" y="222"/>
                    <a:pt x="2704" y="222"/>
                    <a:pt x="2699" y="222"/>
                  </a:cubicBezTo>
                  <a:cubicBezTo>
                    <a:pt x="2696" y="222"/>
                    <a:pt x="2691" y="225"/>
                    <a:pt x="2688" y="227"/>
                  </a:cubicBezTo>
                  <a:cubicBezTo>
                    <a:pt x="2687" y="227"/>
                    <a:pt x="2690" y="236"/>
                    <a:pt x="2690" y="237"/>
                  </a:cubicBezTo>
                  <a:cubicBezTo>
                    <a:pt x="2693" y="236"/>
                    <a:pt x="2696" y="235"/>
                    <a:pt x="2700" y="234"/>
                  </a:cubicBezTo>
                  <a:close/>
                  <a:moveTo>
                    <a:pt x="1429" y="259"/>
                  </a:moveTo>
                  <a:cubicBezTo>
                    <a:pt x="1427" y="260"/>
                    <a:pt x="1423" y="260"/>
                    <a:pt x="1424" y="264"/>
                  </a:cubicBezTo>
                  <a:cubicBezTo>
                    <a:pt x="1426" y="263"/>
                    <a:pt x="1427" y="262"/>
                    <a:pt x="1429" y="260"/>
                  </a:cubicBezTo>
                  <a:cubicBezTo>
                    <a:pt x="1429" y="260"/>
                    <a:pt x="1429" y="259"/>
                    <a:pt x="1429" y="259"/>
                  </a:cubicBezTo>
                  <a:close/>
                  <a:moveTo>
                    <a:pt x="1409" y="276"/>
                  </a:moveTo>
                  <a:cubicBezTo>
                    <a:pt x="1411" y="276"/>
                    <a:pt x="1413" y="275"/>
                    <a:pt x="1414" y="273"/>
                  </a:cubicBezTo>
                  <a:cubicBezTo>
                    <a:pt x="1412" y="272"/>
                    <a:pt x="1411" y="272"/>
                    <a:pt x="1409" y="274"/>
                  </a:cubicBezTo>
                  <a:cubicBezTo>
                    <a:pt x="1409" y="274"/>
                    <a:pt x="1409" y="275"/>
                    <a:pt x="1409" y="276"/>
                  </a:cubicBezTo>
                  <a:close/>
                  <a:moveTo>
                    <a:pt x="1420" y="262"/>
                  </a:moveTo>
                  <a:cubicBezTo>
                    <a:pt x="1419" y="264"/>
                    <a:pt x="1417" y="266"/>
                    <a:pt x="1415" y="268"/>
                  </a:cubicBezTo>
                  <a:cubicBezTo>
                    <a:pt x="1417" y="268"/>
                    <a:pt x="1419" y="269"/>
                    <a:pt x="1420" y="269"/>
                  </a:cubicBezTo>
                  <a:cubicBezTo>
                    <a:pt x="1424" y="267"/>
                    <a:pt x="1423" y="265"/>
                    <a:pt x="1420" y="262"/>
                  </a:cubicBezTo>
                  <a:close/>
                  <a:moveTo>
                    <a:pt x="1279" y="401"/>
                  </a:moveTo>
                  <a:cubicBezTo>
                    <a:pt x="1281" y="401"/>
                    <a:pt x="1281" y="401"/>
                    <a:pt x="1283" y="400"/>
                  </a:cubicBezTo>
                  <a:cubicBezTo>
                    <a:pt x="1281" y="400"/>
                    <a:pt x="1281" y="399"/>
                    <a:pt x="1279" y="400"/>
                  </a:cubicBezTo>
                  <a:cubicBezTo>
                    <a:pt x="1280" y="399"/>
                    <a:pt x="1280" y="399"/>
                    <a:pt x="1281" y="399"/>
                  </a:cubicBezTo>
                  <a:cubicBezTo>
                    <a:pt x="1278" y="397"/>
                    <a:pt x="1277" y="400"/>
                    <a:pt x="1277" y="401"/>
                  </a:cubicBezTo>
                  <a:cubicBezTo>
                    <a:pt x="1278" y="401"/>
                    <a:pt x="1278" y="402"/>
                    <a:pt x="1278" y="402"/>
                  </a:cubicBezTo>
                  <a:cubicBezTo>
                    <a:pt x="1279" y="402"/>
                    <a:pt x="1279" y="401"/>
                    <a:pt x="1279" y="401"/>
                  </a:cubicBezTo>
                  <a:close/>
                  <a:moveTo>
                    <a:pt x="1482" y="240"/>
                  </a:moveTo>
                  <a:cubicBezTo>
                    <a:pt x="1483" y="238"/>
                    <a:pt x="1485" y="237"/>
                    <a:pt x="1486" y="235"/>
                  </a:cubicBezTo>
                  <a:cubicBezTo>
                    <a:pt x="1483" y="236"/>
                    <a:pt x="1483" y="238"/>
                    <a:pt x="1480" y="237"/>
                  </a:cubicBezTo>
                  <a:cubicBezTo>
                    <a:pt x="1478" y="236"/>
                    <a:pt x="1476" y="236"/>
                    <a:pt x="1474" y="236"/>
                  </a:cubicBezTo>
                  <a:cubicBezTo>
                    <a:pt x="1475" y="241"/>
                    <a:pt x="1478" y="240"/>
                    <a:pt x="1482" y="240"/>
                  </a:cubicBezTo>
                  <a:close/>
                  <a:moveTo>
                    <a:pt x="1257" y="439"/>
                  </a:moveTo>
                  <a:cubicBezTo>
                    <a:pt x="1258" y="438"/>
                    <a:pt x="1259" y="437"/>
                    <a:pt x="1259" y="435"/>
                  </a:cubicBezTo>
                  <a:cubicBezTo>
                    <a:pt x="1258" y="435"/>
                    <a:pt x="1256" y="436"/>
                    <a:pt x="1257" y="439"/>
                  </a:cubicBezTo>
                  <a:close/>
                  <a:moveTo>
                    <a:pt x="1421" y="270"/>
                  </a:moveTo>
                  <a:cubicBezTo>
                    <a:pt x="1418" y="270"/>
                    <a:pt x="1415" y="269"/>
                    <a:pt x="1415" y="274"/>
                  </a:cubicBezTo>
                  <a:cubicBezTo>
                    <a:pt x="1417" y="273"/>
                    <a:pt x="1419" y="272"/>
                    <a:pt x="1421" y="270"/>
                  </a:cubicBezTo>
                  <a:close/>
                  <a:moveTo>
                    <a:pt x="1262" y="440"/>
                  </a:moveTo>
                  <a:cubicBezTo>
                    <a:pt x="1262" y="441"/>
                    <a:pt x="1263" y="442"/>
                    <a:pt x="1264" y="443"/>
                  </a:cubicBezTo>
                  <a:cubicBezTo>
                    <a:pt x="1265" y="442"/>
                    <a:pt x="1264" y="440"/>
                    <a:pt x="1262" y="440"/>
                  </a:cubicBezTo>
                  <a:close/>
                  <a:moveTo>
                    <a:pt x="1260" y="420"/>
                  </a:moveTo>
                  <a:cubicBezTo>
                    <a:pt x="1260" y="420"/>
                    <a:pt x="1260" y="420"/>
                    <a:pt x="1259" y="420"/>
                  </a:cubicBezTo>
                  <a:cubicBezTo>
                    <a:pt x="1260" y="421"/>
                    <a:pt x="1260" y="421"/>
                    <a:pt x="1261" y="421"/>
                  </a:cubicBezTo>
                  <a:cubicBezTo>
                    <a:pt x="1259" y="422"/>
                    <a:pt x="1259" y="424"/>
                    <a:pt x="1258" y="426"/>
                  </a:cubicBezTo>
                  <a:cubicBezTo>
                    <a:pt x="1258" y="427"/>
                    <a:pt x="1255" y="428"/>
                    <a:pt x="1254" y="430"/>
                  </a:cubicBezTo>
                  <a:cubicBezTo>
                    <a:pt x="1258" y="430"/>
                    <a:pt x="1258" y="432"/>
                    <a:pt x="1255" y="432"/>
                  </a:cubicBezTo>
                  <a:cubicBezTo>
                    <a:pt x="1257" y="434"/>
                    <a:pt x="1262" y="432"/>
                    <a:pt x="1257" y="429"/>
                  </a:cubicBezTo>
                  <a:cubicBezTo>
                    <a:pt x="1260" y="431"/>
                    <a:pt x="1262" y="429"/>
                    <a:pt x="1264" y="427"/>
                  </a:cubicBezTo>
                  <a:cubicBezTo>
                    <a:pt x="1264" y="427"/>
                    <a:pt x="1264" y="427"/>
                    <a:pt x="1264" y="428"/>
                  </a:cubicBezTo>
                  <a:cubicBezTo>
                    <a:pt x="1261" y="429"/>
                    <a:pt x="1261" y="433"/>
                    <a:pt x="1260" y="436"/>
                  </a:cubicBezTo>
                  <a:cubicBezTo>
                    <a:pt x="1259" y="439"/>
                    <a:pt x="1261" y="439"/>
                    <a:pt x="1260" y="442"/>
                  </a:cubicBezTo>
                  <a:cubicBezTo>
                    <a:pt x="1259" y="443"/>
                    <a:pt x="1258" y="444"/>
                    <a:pt x="1259" y="445"/>
                  </a:cubicBezTo>
                  <a:cubicBezTo>
                    <a:pt x="1262" y="447"/>
                    <a:pt x="1261" y="442"/>
                    <a:pt x="1261" y="440"/>
                  </a:cubicBezTo>
                  <a:cubicBezTo>
                    <a:pt x="1262" y="438"/>
                    <a:pt x="1261" y="435"/>
                    <a:pt x="1265" y="433"/>
                  </a:cubicBezTo>
                  <a:cubicBezTo>
                    <a:pt x="1261" y="436"/>
                    <a:pt x="1264" y="440"/>
                    <a:pt x="1267" y="434"/>
                  </a:cubicBezTo>
                  <a:cubicBezTo>
                    <a:pt x="1267" y="435"/>
                    <a:pt x="1267" y="436"/>
                    <a:pt x="1268" y="437"/>
                  </a:cubicBezTo>
                  <a:cubicBezTo>
                    <a:pt x="1265" y="437"/>
                    <a:pt x="1266" y="438"/>
                    <a:pt x="1266" y="440"/>
                  </a:cubicBezTo>
                  <a:cubicBezTo>
                    <a:pt x="1267" y="443"/>
                    <a:pt x="1267" y="442"/>
                    <a:pt x="1266" y="446"/>
                  </a:cubicBezTo>
                  <a:cubicBezTo>
                    <a:pt x="1265" y="449"/>
                    <a:pt x="1262" y="450"/>
                    <a:pt x="1266" y="453"/>
                  </a:cubicBezTo>
                  <a:cubicBezTo>
                    <a:pt x="1266" y="452"/>
                    <a:pt x="1266" y="451"/>
                    <a:pt x="1266" y="450"/>
                  </a:cubicBezTo>
                  <a:cubicBezTo>
                    <a:pt x="1268" y="451"/>
                    <a:pt x="1271" y="453"/>
                    <a:pt x="1269" y="450"/>
                  </a:cubicBezTo>
                  <a:cubicBezTo>
                    <a:pt x="1272" y="452"/>
                    <a:pt x="1276" y="448"/>
                    <a:pt x="1280" y="449"/>
                  </a:cubicBezTo>
                  <a:cubicBezTo>
                    <a:pt x="1273" y="450"/>
                    <a:pt x="1277" y="461"/>
                    <a:pt x="1281" y="458"/>
                  </a:cubicBezTo>
                  <a:cubicBezTo>
                    <a:pt x="1279" y="461"/>
                    <a:pt x="1280" y="467"/>
                    <a:pt x="1282" y="468"/>
                  </a:cubicBezTo>
                  <a:cubicBezTo>
                    <a:pt x="1281" y="469"/>
                    <a:pt x="1281" y="469"/>
                    <a:pt x="1281" y="469"/>
                  </a:cubicBezTo>
                  <a:cubicBezTo>
                    <a:pt x="1280" y="467"/>
                    <a:pt x="1280" y="468"/>
                    <a:pt x="1279" y="467"/>
                  </a:cubicBezTo>
                  <a:cubicBezTo>
                    <a:pt x="1279" y="468"/>
                    <a:pt x="1279" y="468"/>
                    <a:pt x="1279" y="469"/>
                  </a:cubicBezTo>
                  <a:cubicBezTo>
                    <a:pt x="1277" y="469"/>
                    <a:pt x="1274" y="467"/>
                    <a:pt x="1272" y="469"/>
                  </a:cubicBezTo>
                  <a:cubicBezTo>
                    <a:pt x="1272" y="467"/>
                    <a:pt x="1270" y="467"/>
                    <a:pt x="1268" y="467"/>
                  </a:cubicBezTo>
                  <a:cubicBezTo>
                    <a:pt x="1271" y="470"/>
                    <a:pt x="1269" y="472"/>
                    <a:pt x="1267" y="474"/>
                  </a:cubicBezTo>
                  <a:cubicBezTo>
                    <a:pt x="1268" y="474"/>
                    <a:pt x="1270" y="473"/>
                    <a:pt x="1272" y="473"/>
                  </a:cubicBezTo>
                  <a:cubicBezTo>
                    <a:pt x="1271" y="476"/>
                    <a:pt x="1274" y="477"/>
                    <a:pt x="1271" y="481"/>
                  </a:cubicBezTo>
                  <a:cubicBezTo>
                    <a:pt x="1270" y="482"/>
                    <a:pt x="1265" y="483"/>
                    <a:pt x="1263" y="484"/>
                  </a:cubicBezTo>
                  <a:cubicBezTo>
                    <a:pt x="1263" y="485"/>
                    <a:pt x="1263" y="487"/>
                    <a:pt x="1263" y="486"/>
                  </a:cubicBezTo>
                  <a:cubicBezTo>
                    <a:pt x="1265" y="490"/>
                    <a:pt x="1268" y="485"/>
                    <a:pt x="1272" y="487"/>
                  </a:cubicBezTo>
                  <a:cubicBezTo>
                    <a:pt x="1271" y="487"/>
                    <a:pt x="1271" y="488"/>
                    <a:pt x="1270" y="488"/>
                  </a:cubicBezTo>
                  <a:cubicBezTo>
                    <a:pt x="1272" y="488"/>
                    <a:pt x="1276" y="490"/>
                    <a:pt x="1276" y="490"/>
                  </a:cubicBezTo>
                  <a:cubicBezTo>
                    <a:pt x="1279" y="489"/>
                    <a:pt x="1281" y="488"/>
                    <a:pt x="1284" y="487"/>
                  </a:cubicBezTo>
                  <a:cubicBezTo>
                    <a:pt x="1282" y="489"/>
                    <a:pt x="1281" y="491"/>
                    <a:pt x="1280" y="493"/>
                  </a:cubicBezTo>
                  <a:cubicBezTo>
                    <a:pt x="1275" y="492"/>
                    <a:pt x="1270" y="490"/>
                    <a:pt x="1269" y="496"/>
                  </a:cubicBezTo>
                  <a:cubicBezTo>
                    <a:pt x="1268" y="500"/>
                    <a:pt x="1262" y="502"/>
                    <a:pt x="1260" y="505"/>
                  </a:cubicBezTo>
                  <a:cubicBezTo>
                    <a:pt x="1264" y="508"/>
                    <a:pt x="1269" y="499"/>
                    <a:pt x="1275" y="504"/>
                  </a:cubicBezTo>
                  <a:cubicBezTo>
                    <a:pt x="1278" y="495"/>
                    <a:pt x="1280" y="502"/>
                    <a:pt x="1286" y="499"/>
                  </a:cubicBezTo>
                  <a:cubicBezTo>
                    <a:pt x="1288" y="498"/>
                    <a:pt x="1291" y="495"/>
                    <a:pt x="1293" y="495"/>
                  </a:cubicBezTo>
                  <a:cubicBezTo>
                    <a:pt x="1296" y="496"/>
                    <a:pt x="1297" y="498"/>
                    <a:pt x="1299" y="498"/>
                  </a:cubicBezTo>
                  <a:cubicBezTo>
                    <a:pt x="1305" y="496"/>
                    <a:pt x="1308" y="497"/>
                    <a:pt x="1313" y="494"/>
                  </a:cubicBezTo>
                  <a:cubicBezTo>
                    <a:pt x="1320" y="492"/>
                    <a:pt x="1310" y="489"/>
                    <a:pt x="1308" y="489"/>
                  </a:cubicBezTo>
                  <a:cubicBezTo>
                    <a:pt x="1313" y="485"/>
                    <a:pt x="1316" y="483"/>
                    <a:pt x="1317" y="476"/>
                  </a:cubicBezTo>
                  <a:cubicBezTo>
                    <a:pt x="1318" y="469"/>
                    <a:pt x="1306" y="474"/>
                    <a:pt x="1305" y="473"/>
                  </a:cubicBezTo>
                  <a:cubicBezTo>
                    <a:pt x="1309" y="469"/>
                    <a:pt x="1302" y="463"/>
                    <a:pt x="1299" y="463"/>
                  </a:cubicBezTo>
                  <a:cubicBezTo>
                    <a:pt x="1301" y="463"/>
                    <a:pt x="1303" y="463"/>
                    <a:pt x="1304" y="465"/>
                  </a:cubicBezTo>
                  <a:cubicBezTo>
                    <a:pt x="1303" y="456"/>
                    <a:pt x="1295" y="455"/>
                    <a:pt x="1293" y="448"/>
                  </a:cubicBezTo>
                  <a:cubicBezTo>
                    <a:pt x="1290" y="438"/>
                    <a:pt x="1286" y="437"/>
                    <a:pt x="1277" y="436"/>
                  </a:cubicBezTo>
                  <a:cubicBezTo>
                    <a:pt x="1279" y="434"/>
                    <a:pt x="1281" y="433"/>
                    <a:pt x="1283" y="434"/>
                  </a:cubicBezTo>
                  <a:cubicBezTo>
                    <a:pt x="1280" y="428"/>
                    <a:pt x="1292" y="422"/>
                    <a:pt x="1289" y="417"/>
                  </a:cubicBezTo>
                  <a:cubicBezTo>
                    <a:pt x="1287" y="414"/>
                    <a:pt x="1273" y="415"/>
                    <a:pt x="1271" y="419"/>
                  </a:cubicBezTo>
                  <a:cubicBezTo>
                    <a:pt x="1271" y="418"/>
                    <a:pt x="1271" y="418"/>
                    <a:pt x="1271" y="418"/>
                  </a:cubicBezTo>
                  <a:cubicBezTo>
                    <a:pt x="1272" y="417"/>
                    <a:pt x="1272" y="415"/>
                    <a:pt x="1273" y="415"/>
                  </a:cubicBezTo>
                  <a:cubicBezTo>
                    <a:pt x="1272" y="414"/>
                    <a:pt x="1271" y="414"/>
                    <a:pt x="1270" y="413"/>
                  </a:cubicBezTo>
                  <a:cubicBezTo>
                    <a:pt x="1271" y="414"/>
                    <a:pt x="1271" y="413"/>
                    <a:pt x="1272" y="414"/>
                  </a:cubicBezTo>
                  <a:cubicBezTo>
                    <a:pt x="1273" y="410"/>
                    <a:pt x="1279" y="409"/>
                    <a:pt x="1280" y="404"/>
                  </a:cubicBezTo>
                  <a:cubicBezTo>
                    <a:pt x="1277" y="403"/>
                    <a:pt x="1272" y="404"/>
                    <a:pt x="1269" y="406"/>
                  </a:cubicBezTo>
                  <a:cubicBezTo>
                    <a:pt x="1268" y="405"/>
                    <a:pt x="1269" y="405"/>
                    <a:pt x="1267" y="406"/>
                  </a:cubicBezTo>
                  <a:cubicBezTo>
                    <a:pt x="1266" y="403"/>
                    <a:pt x="1263" y="406"/>
                    <a:pt x="1265" y="409"/>
                  </a:cubicBezTo>
                  <a:cubicBezTo>
                    <a:pt x="1264" y="409"/>
                    <a:pt x="1263" y="409"/>
                    <a:pt x="1262" y="409"/>
                  </a:cubicBezTo>
                  <a:cubicBezTo>
                    <a:pt x="1262" y="410"/>
                    <a:pt x="1262" y="410"/>
                    <a:pt x="1261" y="411"/>
                  </a:cubicBezTo>
                  <a:cubicBezTo>
                    <a:pt x="1263" y="412"/>
                    <a:pt x="1263" y="413"/>
                    <a:pt x="1264" y="414"/>
                  </a:cubicBezTo>
                  <a:cubicBezTo>
                    <a:pt x="1263" y="413"/>
                    <a:pt x="1261" y="413"/>
                    <a:pt x="1259" y="414"/>
                  </a:cubicBezTo>
                  <a:cubicBezTo>
                    <a:pt x="1260" y="415"/>
                    <a:pt x="1260" y="417"/>
                    <a:pt x="1260" y="418"/>
                  </a:cubicBezTo>
                  <a:cubicBezTo>
                    <a:pt x="1260" y="418"/>
                    <a:pt x="1259" y="418"/>
                    <a:pt x="1258" y="417"/>
                  </a:cubicBezTo>
                  <a:cubicBezTo>
                    <a:pt x="1258" y="419"/>
                    <a:pt x="1259" y="419"/>
                    <a:pt x="1260" y="420"/>
                  </a:cubicBezTo>
                  <a:close/>
                  <a:moveTo>
                    <a:pt x="1270" y="455"/>
                  </a:moveTo>
                  <a:cubicBezTo>
                    <a:pt x="1268" y="456"/>
                    <a:pt x="1267" y="457"/>
                    <a:pt x="1267" y="459"/>
                  </a:cubicBezTo>
                  <a:cubicBezTo>
                    <a:pt x="1267" y="459"/>
                    <a:pt x="1268" y="460"/>
                    <a:pt x="1268" y="460"/>
                  </a:cubicBezTo>
                  <a:cubicBezTo>
                    <a:pt x="1270" y="458"/>
                    <a:pt x="1271" y="457"/>
                    <a:pt x="1270" y="455"/>
                  </a:cubicBezTo>
                  <a:close/>
                  <a:moveTo>
                    <a:pt x="1434" y="268"/>
                  </a:moveTo>
                  <a:cubicBezTo>
                    <a:pt x="1437" y="264"/>
                    <a:pt x="1440" y="261"/>
                    <a:pt x="1443" y="258"/>
                  </a:cubicBezTo>
                  <a:cubicBezTo>
                    <a:pt x="1440" y="260"/>
                    <a:pt x="1438" y="262"/>
                    <a:pt x="1436" y="263"/>
                  </a:cubicBezTo>
                  <a:cubicBezTo>
                    <a:pt x="1434" y="263"/>
                    <a:pt x="1433" y="265"/>
                    <a:pt x="1434" y="268"/>
                  </a:cubicBezTo>
                  <a:close/>
                  <a:moveTo>
                    <a:pt x="1449" y="249"/>
                  </a:moveTo>
                  <a:cubicBezTo>
                    <a:pt x="1448" y="251"/>
                    <a:pt x="1446" y="252"/>
                    <a:pt x="1444" y="254"/>
                  </a:cubicBezTo>
                  <a:cubicBezTo>
                    <a:pt x="1446" y="254"/>
                    <a:pt x="1448" y="254"/>
                    <a:pt x="1449" y="254"/>
                  </a:cubicBezTo>
                  <a:cubicBezTo>
                    <a:pt x="1451" y="252"/>
                    <a:pt x="1453" y="250"/>
                    <a:pt x="1449" y="249"/>
                  </a:cubicBezTo>
                  <a:close/>
                  <a:moveTo>
                    <a:pt x="1439" y="254"/>
                  </a:moveTo>
                  <a:cubicBezTo>
                    <a:pt x="1435" y="256"/>
                    <a:pt x="1435" y="255"/>
                    <a:pt x="1435" y="259"/>
                  </a:cubicBezTo>
                  <a:cubicBezTo>
                    <a:pt x="1434" y="265"/>
                    <a:pt x="1443" y="257"/>
                    <a:pt x="1445" y="256"/>
                  </a:cubicBezTo>
                  <a:cubicBezTo>
                    <a:pt x="1443" y="253"/>
                    <a:pt x="1441" y="254"/>
                    <a:pt x="1439" y="254"/>
                  </a:cubicBezTo>
                  <a:close/>
                  <a:moveTo>
                    <a:pt x="1457" y="247"/>
                  </a:moveTo>
                  <a:cubicBezTo>
                    <a:pt x="1454" y="246"/>
                    <a:pt x="1451" y="246"/>
                    <a:pt x="1450" y="249"/>
                  </a:cubicBezTo>
                  <a:cubicBezTo>
                    <a:pt x="1451" y="249"/>
                    <a:pt x="1452" y="250"/>
                    <a:pt x="1453" y="250"/>
                  </a:cubicBezTo>
                  <a:cubicBezTo>
                    <a:pt x="1454" y="250"/>
                    <a:pt x="1456" y="249"/>
                    <a:pt x="1457" y="247"/>
                  </a:cubicBezTo>
                  <a:close/>
                  <a:moveTo>
                    <a:pt x="1430" y="264"/>
                  </a:moveTo>
                  <a:cubicBezTo>
                    <a:pt x="1428" y="265"/>
                    <a:pt x="1429" y="268"/>
                    <a:pt x="1427" y="269"/>
                  </a:cubicBezTo>
                  <a:cubicBezTo>
                    <a:pt x="1427" y="267"/>
                    <a:pt x="1427" y="265"/>
                    <a:pt x="1428" y="263"/>
                  </a:cubicBezTo>
                  <a:cubicBezTo>
                    <a:pt x="1425" y="263"/>
                    <a:pt x="1424" y="265"/>
                    <a:pt x="1425" y="268"/>
                  </a:cubicBezTo>
                  <a:cubicBezTo>
                    <a:pt x="1424" y="268"/>
                    <a:pt x="1423" y="268"/>
                    <a:pt x="1423" y="268"/>
                  </a:cubicBezTo>
                  <a:cubicBezTo>
                    <a:pt x="1422" y="271"/>
                    <a:pt x="1423" y="270"/>
                    <a:pt x="1421" y="272"/>
                  </a:cubicBezTo>
                  <a:cubicBezTo>
                    <a:pt x="1424" y="272"/>
                    <a:pt x="1425" y="273"/>
                    <a:pt x="1427" y="271"/>
                  </a:cubicBezTo>
                  <a:cubicBezTo>
                    <a:pt x="1429" y="269"/>
                    <a:pt x="1430" y="268"/>
                    <a:pt x="1432" y="269"/>
                  </a:cubicBezTo>
                  <a:cubicBezTo>
                    <a:pt x="1433" y="267"/>
                    <a:pt x="1433" y="262"/>
                    <a:pt x="1430" y="264"/>
                  </a:cubicBezTo>
                  <a:close/>
                  <a:moveTo>
                    <a:pt x="1423" y="275"/>
                  </a:moveTo>
                  <a:cubicBezTo>
                    <a:pt x="1423" y="279"/>
                    <a:pt x="1421" y="280"/>
                    <a:pt x="1418" y="280"/>
                  </a:cubicBezTo>
                  <a:cubicBezTo>
                    <a:pt x="1419" y="281"/>
                    <a:pt x="1419" y="281"/>
                    <a:pt x="1420" y="282"/>
                  </a:cubicBezTo>
                  <a:cubicBezTo>
                    <a:pt x="1420" y="283"/>
                    <a:pt x="1419" y="284"/>
                    <a:pt x="1419" y="285"/>
                  </a:cubicBezTo>
                  <a:cubicBezTo>
                    <a:pt x="1422" y="281"/>
                    <a:pt x="1424" y="280"/>
                    <a:pt x="1423" y="275"/>
                  </a:cubicBezTo>
                  <a:close/>
                  <a:moveTo>
                    <a:pt x="1426" y="274"/>
                  </a:moveTo>
                  <a:cubicBezTo>
                    <a:pt x="1426" y="274"/>
                    <a:pt x="1425" y="274"/>
                    <a:pt x="1424" y="274"/>
                  </a:cubicBezTo>
                  <a:cubicBezTo>
                    <a:pt x="1424" y="275"/>
                    <a:pt x="1424" y="277"/>
                    <a:pt x="1424" y="278"/>
                  </a:cubicBezTo>
                  <a:cubicBezTo>
                    <a:pt x="1427" y="275"/>
                    <a:pt x="1429" y="273"/>
                    <a:pt x="1431" y="270"/>
                  </a:cubicBezTo>
                  <a:cubicBezTo>
                    <a:pt x="1429" y="270"/>
                    <a:pt x="1427" y="272"/>
                    <a:pt x="1426" y="274"/>
                  </a:cubicBezTo>
                  <a:close/>
                  <a:moveTo>
                    <a:pt x="1462" y="249"/>
                  </a:moveTo>
                  <a:cubicBezTo>
                    <a:pt x="1459" y="246"/>
                    <a:pt x="1453" y="250"/>
                    <a:pt x="1451" y="253"/>
                  </a:cubicBezTo>
                  <a:cubicBezTo>
                    <a:pt x="1452" y="253"/>
                    <a:pt x="1454" y="252"/>
                    <a:pt x="1456" y="252"/>
                  </a:cubicBezTo>
                  <a:cubicBezTo>
                    <a:pt x="1458" y="251"/>
                    <a:pt x="1460" y="250"/>
                    <a:pt x="1462" y="249"/>
                  </a:cubicBezTo>
                  <a:close/>
                  <a:moveTo>
                    <a:pt x="1465" y="244"/>
                  </a:moveTo>
                  <a:cubicBezTo>
                    <a:pt x="1464" y="244"/>
                    <a:pt x="1463" y="244"/>
                    <a:pt x="1462" y="244"/>
                  </a:cubicBezTo>
                  <a:cubicBezTo>
                    <a:pt x="1462" y="245"/>
                    <a:pt x="1462" y="246"/>
                    <a:pt x="1462" y="247"/>
                  </a:cubicBezTo>
                  <a:cubicBezTo>
                    <a:pt x="1465" y="248"/>
                    <a:pt x="1466" y="247"/>
                    <a:pt x="1465" y="244"/>
                  </a:cubicBezTo>
                  <a:close/>
                  <a:moveTo>
                    <a:pt x="1850" y="192"/>
                  </a:moveTo>
                  <a:cubicBezTo>
                    <a:pt x="1845" y="193"/>
                    <a:pt x="1847" y="195"/>
                    <a:pt x="1846" y="200"/>
                  </a:cubicBezTo>
                  <a:cubicBezTo>
                    <a:pt x="1850" y="199"/>
                    <a:pt x="1855" y="198"/>
                    <a:pt x="1859" y="198"/>
                  </a:cubicBezTo>
                  <a:cubicBezTo>
                    <a:pt x="1858" y="193"/>
                    <a:pt x="1854" y="192"/>
                    <a:pt x="1850" y="192"/>
                  </a:cubicBezTo>
                  <a:close/>
                  <a:moveTo>
                    <a:pt x="2309" y="678"/>
                  </a:moveTo>
                  <a:cubicBezTo>
                    <a:pt x="2309" y="680"/>
                    <a:pt x="2309" y="682"/>
                    <a:pt x="2310" y="684"/>
                  </a:cubicBezTo>
                  <a:cubicBezTo>
                    <a:pt x="2315" y="685"/>
                    <a:pt x="2311" y="679"/>
                    <a:pt x="2314" y="679"/>
                  </a:cubicBezTo>
                  <a:cubicBezTo>
                    <a:pt x="2319" y="680"/>
                    <a:pt x="2316" y="685"/>
                    <a:pt x="2315" y="687"/>
                  </a:cubicBezTo>
                  <a:cubicBezTo>
                    <a:pt x="2313" y="691"/>
                    <a:pt x="2313" y="702"/>
                    <a:pt x="2319" y="698"/>
                  </a:cubicBezTo>
                  <a:cubicBezTo>
                    <a:pt x="2324" y="694"/>
                    <a:pt x="2325" y="688"/>
                    <a:pt x="2328" y="682"/>
                  </a:cubicBezTo>
                  <a:cubicBezTo>
                    <a:pt x="2329" y="680"/>
                    <a:pt x="2326" y="677"/>
                    <a:pt x="2326" y="676"/>
                  </a:cubicBezTo>
                  <a:cubicBezTo>
                    <a:pt x="2324" y="673"/>
                    <a:pt x="2322" y="676"/>
                    <a:pt x="2320" y="673"/>
                  </a:cubicBezTo>
                  <a:cubicBezTo>
                    <a:pt x="2324" y="669"/>
                    <a:pt x="2328" y="675"/>
                    <a:pt x="2330" y="667"/>
                  </a:cubicBezTo>
                  <a:cubicBezTo>
                    <a:pt x="2332" y="671"/>
                    <a:pt x="2334" y="669"/>
                    <a:pt x="2336" y="668"/>
                  </a:cubicBezTo>
                  <a:cubicBezTo>
                    <a:pt x="2338" y="667"/>
                    <a:pt x="2342" y="666"/>
                    <a:pt x="2342" y="665"/>
                  </a:cubicBezTo>
                  <a:cubicBezTo>
                    <a:pt x="2345" y="662"/>
                    <a:pt x="2351" y="664"/>
                    <a:pt x="2355" y="665"/>
                  </a:cubicBezTo>
                  <a:cubicBezTo>
                    <a:pt x="2349" y="670"/>
                    <a:pt x="2352" y="673"/>
                    <a:pt x="2357" y="677"/>
                  </a:cubicBezTo>
                  <a:cubicBezTo>
                    <a:pt x="2359" y="674"/>
                    <a:pt x="2361" y="668"/>
                    <a:pt x="2366" y="669"/>
                  </a:cubicBezTo>
                  <a:cubicBezTo>
                    <a:pt x="2363" y="666"/>
                    <a:pt x="2362" y="664"/>
                    <a:pt x="2365" y="661"/>
                  </a:cubicBezTo>
                  <a:cubicBezTo>
                    <a:pt x="2369" y="667"/>
                    <a:pt x="2376" y="665"/>
                    <a:pt x="2380" y="660"/>
                  </a:cubicBezTo>
                  <a:cubicBezTo>
                    <a:pt x="2381" y="661"/>
                    <a:pt x="2382" y="663"/>
                    <a:pt x="2382" y="665"/>
                  </a:cubicBezTo>
                  <a:cubicBezTo>
                    <a:pt x="2384" y="662"/>
                    <a:pt x="2386" y="659"/>
                    <a:pt x="2389" y="656"/>
                  </a:cubicBezTo>
                  <a:cubicBezTo>
                    <a:pt x="2388" y="658"/>
                    <a:pt x="2388" y="660"/>
                    <a:pt x="2388" y="662"/>
                  </a:cubicBezTo>
                  <a:cubicBezTo>
                    <a:pt x="2391" y="660"/>
                    <a:pt x="2392" y="657"/>
                    <a:pt x="2395" y="655"/>
                  </a:cubicBezTo>
                  <a:cubicBezTo>
                    <a:pt x="2396" y="655"/>
                    <a:pt x="2395" y="647"/>
                    <a:pt x="2395" y="645"/>
                  </a:cubicBezTo>
                  <a:cubicBezTo>
                    <a:pt x="2396" y="641"/>
                    <a:pt x="2398" y="641"/>
                    <a:pt x="2398" y="636"/>
                  </a:cubicBezTo>
                  <a:cubicBezTo>
                    <a:pt x="2398" y="632"/>
                    <a:pt x="2397" y="627"/>
                    <a:pt x="2402" y="629"/>
                  </a:cubicBezTo>
                  <a:cubicBezTo>
                    <a:pt x="2402" y="626"/>
                    <a:pt x="2401" y="624"/>
                    <a:pt x="2403" y="622"/>
                  </a:cubicBezTo>
                  <a:cubicBezTo>
                    <a:pt x="2406" y="620"/>
                    <a:pt x="2405" y="616"/>
                    <a:pt x="2405" y="613"/>
                  </a:cubicBezTo>
                  <a:cubicBezTo>
                    <a:pt x="2405" y="610"/>
                    <a:pt x="2403" y="607"/>
                    <a:pt x="2402" y="605"/>
                  </a:cubicBezTo>
                  <a:cubicBezTo>
                    <a:pt x="2400" y="602"/>
                    <a:pt x="2402" y="600"/>
                    <a:pt x="2402" y="597"/>
                  </a:cubicBezTo>
                  <a:cubicBezTo>
                    <a:pt x="2398" y="595"/>
                    <a:pt x="2396" y="598"/>
                    <a:pt x="2397" y="603"/>
                  </a:cubicBezTo>
                  <a:cubicBezTo>
                    <a:pt x="2394" y="594"/>
                    <a:pt x="2389" y="606"/>
                    <a:pt x="2388" y="609"/>
                  </a:cubicBezTo>
                  <a:cubicBezTo>
                    <a:pt x="2387" y="612"/>
                    <a:pt x="2390" y="613"/>
                    <a:pt x="2390" y="615"/>
                  </a:cubicBezTo>
                  <a:cubicBezTo>
                    <a:pt x="2389" y="619"/>
                    <a:pt x="2388" y="622"/>
                    <a:pt x="2386" y="626"/>
                  </a:cubicBezTo>
                  <a:cubicBezTo>
                    <a:pt x="2385" y="631"/>
                    <a:pt x="2381" y="636"/>
                    <a:pt x="2377" y="639"/>
                  </a:cubicBezTo>
                  <a:cubicBezTo>
                    <a:pt x="2374" y="640"/>
                    <a:pt x="2372" y="642"/>
                    <a:pt x="2368" y="642"/>
                  </a:cubicBezTo>
                  <a:cubicBezTo>
                    <a:pt x="2366" y="642"/>
                    <a:pt x="2369" y="637"/>
                    <a:pt x="2370" y="636"/>
                  </a:cubicBezTo>
                  <a:cubicBezTo>
                    <a:pt x="2366" y="637"/>
                    <a:pt x="2364" y="637"/>
                    <a:pt x="2364" y="642"/>
                  </a:cubicBezTo>
                  <a:cubicBezTo>
                    <a:pt x="2364" y="644"/>
                    <a:pt x="2360" y="647"/>
                    <a:pt x="2359" y="649"/>
                  </a:cubicBezTo>
                  <a:cubicBezTo>
                    <a:pt x="2357" y="652"/>
                    <a:pt x="2360" y="654"/>
                    <a:pt x="2357" y="655"/>
                  </a:cubicBezTo>
                  <a:cubicBezTo>
                    <a:pt x="2352" y="657"/>
                    <a:pt x="2354" y="653"/>
                    <a:pt x="2351" y="654"/>
                  </a:cubicBezTo>
                  <a:cubicBezTo>
                    <a:pt x="2346" y="654"/>
                    <a:pt x="2336" y="653"/>
                    <a:pt x="2333" y="658"/>
                  </a:cubicBezTo>
                  <a:cubicBezTo>
                    <a:pt x="2330" y="663"/>
                    <a:pt x="2325" y="666"/>
                    <a:pt x="2319" y="666"/>
                  </a:cubicBezTo>
                  <a:cubicBezTo>
                    <a:pt x="2321" y="673"/>
                    <a:pt x="2313" y="675"/>
                    <a:pt x="2309" y="678"/>
                  </a:cubicBezTo>
                  <a:close/>
                  <a:moveTo>
                    <a:pt x="2301" y="950"/>
                  </a:moveTo>
                  <a:cubicBezTo>
                    <a:pt x="2299" y="952"/>
                    <a:pt x="2295" y="955"/>
                    <a:pt x="2294" y="958"/>
                  </a:cubicBezTo>
                  <a:cubicBezTo>
                    <a:pt x="2291" y="962"/>
                    <a:pt x="2293" y="962"/>
                    <a:pt x="2293" y="966"/>
                  </a:cubicBezTo>
                  <a:cubicBezTo>
                    <a:pt x="2294" y="969"/>
                    <a:pt x="2294" y="972"/>
                    <a:pt x="2294" y="975"/>
                  </a:cubicBezTo>
                  <a:cubicBezTo>
                    <a:pt x="2294" y="977"/>
                    <a:pt x="2298" y="980"/>
                    <a:pt x="2300" y="981"/>
                  </a:cubicBezTo>
                  <a:cubicBezTo>
                    <a:pt x="2299" y="977"/>
                    <a:pt x="2298" y="969"/>
                    <a:pt x="2304" y="971"/>
                  </a:cubicBezTo>
                  <a:cubicBezTo>
                    <a:pt x="2303" y="971"/>
                    <a:pt x="2297" y="966"/>
                    <a:pt x="2300" y="965"/>
                  </a:cubicBezTo>
                  <a:cubicBezTo>
                    <a:pt x="2303" y="964"/>
                    <a:pt x="2304" y="960"/>
                    <a:pt x="2300" y="959"/>
                  </a:cubicBezTo>
                  <a:cubicBezTo>
                    <a:pt x="2300" y="958"/>
                    <a:pt x="2301" y="956"/>
                    <a:pt x="2302" y="955"/>
                  </a:cubicBezTo>
                  <a:cubicBezTo>
                    <a:pt x="2302" y="954"/>
                    <a:pt x="2301" y="952"/>
                    <a:pt x="2301" y="950"/>
                  </a:cubicBezTo>
                  <a:close/>
                  <a:moveTo>
                    <a:pt x="2475" y="1179"/>
                  </a:moveTo>
                  <a:cubicBezTo>
                    <a:pt x="2470" y="1175"/>
                    <a:pt x="2476" y="1170"/>
                    <a:pt x="2469" y="1167"/>
                  </a:cubicBezTo>
                  <a:cubicBezTo>
                    <a:pt x="2468" y="1167"/>
                    <a:pt x="2465" y="1172"/>
                    <a:pt x="2464" y="1169"/>
                  </a:cubicBezTo>
                  <a:cubicBezTo>
                    <a:pt x="2463" y="1166"/>
                    <a:pt x="2462" y="1162"/>
                    <a:pt x="2461" y="1159"/>
                  </a:cubicBezTo>
                  <a:cubicBezTo>
                    <a:pt x="2459" y="1153"/>
                    <a:pt x="2459" y="1150"/>
                    <a:pt x="2454" y="1147"/>
                  </a:cubicBezTo>
                  <a:cubicBezTo>
                    <a:pt x="2452" y="1145"/>
                    <a:pt x="2438" y="1139"/>
                    <a:pt x="2438" y="1137"/>
                  </a:cubicBezTo>
                  <a:cubicBezTo>
                    <a:pt x="2438" y="1131"/>
                    <a:pt x="2439" y="1124"/>
                    <a:pt x="2436" y="1120"/>
                  </a:cubicBezTo>
                  <a:cubicBezTo>
                    <a:pt x="2430" y="1114"/>
                    <a:pt x="2431" y="1111"/>
                    <a:pt x="2430" y="1103"/>
                  </a:cubicBezTo>
                  <a:cubicBezTo>
                    <a:pt x="2430" y="1098"/>
                    <a:pt x="2423" y="1095"/>
                    <a:pt x="2420" y="1098"/>
                  </a:cubicBezTo>
                  <a:cubicBezTo>
                    <a:pt x="2418" y="1085"/>
                    <a:pt x="2414" y="1076"/>
                    <a:pt x="2410" y="1065"/>
                  </a:cubicBezTo>
                  <a:cubicBezTo>
                    <a:pt x="2404" y="1066"/>
                    <a:pt x="2403" y="1077"/>
                    <a:pt x="2402" y="1082"/>
                  </a:cubicBezTo>
                  <a:cubicBezTo>
                    <a:pt x="2400" y="1088"/>
                    <a:pt x="2402" y="1094"/>
                    <a:pt x="2402" y="1100"/>
                  </a:cubicBezTo>
                  <a:cubicBezTo>
                    <a:pt x="2402" y="1107"/>
                    <a:pt x="2398" y="1130"/>
                    <a:pt x="2388" y="1126"/>
                  </a:cubicBezTo>
                  <a:cubicBezTo>
                    <a:pt x="2385" y="1125"/>
                    <a:pt x="2382" y="1119"/>
                    <a:pt x="2378" y="1117"/>
                  </a:cubicBezTo>
                  <a:cubicBezTo>
                    <a:pt x="2372" y="1113"/>
                    <a:pt x="2365" y="1109"/>
                    <a:pt x="2359" y="1105"/>
                  </a:cubicBezTo>
                  <a:cubicBezTo>
                    <a:pt x="2353" y="1102"/>
                    <a:pt x="2356" y="1100"/>
                    <a:pt x="2357" y="1092"/>
                  </a:cubicBezTo>
                  <a:cubicBezTo>
                    <a:pt x="2359" y="1086"/>
                    <a:pt x="2362" y="1083"/>
                    <a:pt x="2366" y="1079"/>
                  </a:cubicBezTo>
                  <a:cubicBezTo>
                    <a:pt x="2360" y="1073"/>
                    <a:pt x="2358" y="1073"/>
                    <a:pt x="2350" y="1072"/>
                  </a:cubicBezTo>
                  <a:cubicBezTo>
                    <a:pt x="2344" y="1071"/>
                    <a:pt x="2337" y="1070"/>
                    <a:pt x="2331" y="1070"/>
                  </a:cubicBezTo>
                  <a:cubicBezTo>
                    <a:pt x="2331" y="1073"/>
                    <a:pt x="2332" y="1076"/>
                    <a:pt x="2332" y="1079"/>
                  </a:cubicBezTo>
                  <a:cubicBezTo>
                    <a:pt x="2325" y="1078"/>
                    <a:pt x="2319" y="1074"/>
                    <a:pt x="2314" y="1081"/>
                  </a:cubicBezTo>
                  <a:cubicBezTo>
                    <a:pt x="2310" y="1087"/>
                    <a:pt x="2309" y="1093"/>
                    <a:pt x="2307" y="1101"/>
                  </a:cubicBezTo>
                  <a:cubicBezTo>
                    <a:pt x="2301" y="1098"/>
                    <a:pt x="2295" y="1095"/>
                    <a:pt x="2289" y="1092"/>
                  </a:cubicBezTo>
                  <a:cubicBezTo>
                    <a:pt x="2287" y="1090"/>
                    <a:pt x="2279" y="1099"/>
                    <a:pt x="2277" y="1100"/>
                  </a:cubicBezTo>
                  <a:cubicBezTo>
                    <a:pt x="2268" y="1109"/>
                    <a:pt x="2254" y="1116"/>
                    <a:pt x="2250" y="1129"/>
                  </a:cubicBezTo>
                  <a:cubicBezTo>
                    <a:pt x="2247" y="1135"/>
                    <a:pt x="2247" y="1141"/>
                    <a:pt x="2241" y="1142"/>
                  </a:cubicBezTo>
                  <a:cubicBezTo>
                    <a:pt x="2232" y="1144"/>
                    <a:pt x="2224" y="1146"/>
                    <a:pt x="2216" y="1148"/>
                  </a:cubicBezTo>
                  <a:cubicBezTo>
                    <a:pt x="2210" y="1149"/>
                    <a:pt x="2207" y="1152"/>
                    <a:pt x="2202" y="1155"/>
                  </a:cubicBezTo>
                  <a:cubicBezTo>
                    <a:pt x="2196" y="1160"/>
                    <a:pt x="2194" y="1161"/>
                    <a:pt x="2192" y="1169"/>
                  </a:cubicBezTo>
                  <a:cubicBezTo>
                    <a:pt x="2190" y="1167"/>
                    <a:pt x="2189" y="1164"/>
                    <a:pt x="2188" y="1161"/>
                  </a:cubicBezTo>
                  <a:cubicBezTo>
                    <a:pt x="2184" y="1172"/>
                    <a:pt x="2182" y="1180"/>
                    <a:pt x="2186" y="1191"/>
                  </a:cubicBezTo>
                  <a:cubicBezTo>
                    <a:pt x="2188" y="1197"/>
                    <a:pt x="2188" y="1198"/>
                    <a:pt x="2185" y="1204"/>
                  </a:cubicBezTo>
                  <a:cubicBezTo>
                    <a:pt x="2184" y="1209"/>
                    <a:pt x="2187" y="1212"/>
                    <a:pt x="2189" y="1216"/>
                  </a:cubicBezTo>
                  <a:cubicBezTo>
                    <a:pt x="2194" y="1227"/>
                    <a:pt x="2197" y="1237"/>
                    <a:pt x="2199" y="1248"/>
                  </a:cubicBezTo>
                  <a:cubicBezTo>
                    <a:pt x="2199" y="1252"/>
                    <a:pt x="2203" y="1264"/>
                    <a:pt x="2201" y="1267"/>
                  </a:cubicBezTo>
                  <a:cubicBezTo>
                    <a:pt x="2201" y="1269"/>
                    <a:pt x="2191" y="1274"/>
                    <a:pt x="2196" y="1278"/>
                  </a:cubicBezTo>
                  <a:cubicBezTo>
                    <a:pt x="2200" y="1280"/>
                    <a:pt x="2204" y="1286"/>
                    <a:pt x="2209" y="1286"/>
                  </a:cubicBezTo>
                  <a:cubicBezTo>
                    <a:pt x="2213" y="1286"/>
                    <a:pt x="2219" y="1287"/>
                    <a:pt x="2223" y="1284"/>
                  </a:cubicBezTo>
                  <a:cubicBezTo>
                    <a:pt x="2228" y="1279"/>
                    <a:pt x="2230" y="1277"/>
                    <a:pt x="2236" y="1276"/>
                  </a:cubicBezTo>
                  <a:cubicBezTo>
                    <a:pt x="2241" y="1275"/>
                    <a:pt x="2246" y="1275"/>
                    <a:pt x="2251" y="1275"/>
                  </a:cubicBezTo>
                  <a:cubicBezTo>
                    <a:pt x="2255" y="1274"/>
                    <a:pt x="2258" y="1274"/>
                    <a:pt x="2262" y="1274"/>
                  </a:cubicBezTo>
                  <a:cubicBezTo>
                    <a:pt x="2263" y="1274"/>
                    <a:pt x="2265" y="1269"/>
                    <a:pt x="2266" y="1268"/>
                  </a:cubicBezTo>
                  <a:cubicBezTo>
                    <a:pt x="2268" y="1264"/>
                    <a:pt x="2275" y="1262"/>
                    <a:pt x="2279" y="1260"/>
                  </a:cubicBezTo>
                  <a:cubicBezTo>
                    <a:pt x="2283" y="1258"/>
                    <a:pt x="2289" y="1261"/>
                    <a:pt x="2292" y="1259"/>
                  </a:cubicBezTo>
                  <a:cubicBezTo>
                    <a:pt x="2295" y="1257"/>
                    <a:pt x="2301" y="1252"/>
                    <a:pt x="2304" y="1252"/>
                  </a:cubicBezTo>
                  <a:cubicBezTo>
                    <a:pt x="2316" y="1254"/>
                    <a:pt x="2326" y="1255"/>
                    <a:pt x="2337" y="1259"/>
                  </a:cubicBezTo>
                  <a:cubicBezTo>
                    <a:pt x="2344" y="1262"/>
                    <a:pt x="2345" y="1263"/>
                    <a:pt x="2349" y="1270"/>
                  </a:cubicBezTo>
                  <a:cubicBezTo>
                    <a:pt x="2351" y="1275"/>
                    <a:pt x="2354" y="1279"/>
                    <a:pt x="2357" y="1283"/>
                  </a:cubicBezTo>
                  <a:cubicBezTo>
                    <a:pt x="2363" y="1276"/>
                    <a:pt x="2368" y="1270"/>
                    <a:pt x="2373" y="1262"/>
                  </a:cubicBezTo>
                  <a:cubicBezTo>
                    <a:pt x="2376" y="1271"/>
                    <a:pt x="2370" y="1278"/>
                    <a:pt x="2366" y="1285"/>
                  </a:cubicBezTo>
                  <a:cubicBezTo>
                    <a:pt x="2373" y="1287"/>
                    <a:pt x="2373" y="1282"/>
                    <a:pt x="2376" y="1275"/>
                  </a:cubicBezTo>
                  <a:cubicBezTo>
                    <a:pt x="2377" y="1280"/>
                    <a:pt x="2375" y="1291"/>
                    <a:pt x="2380" y="1291"/>
                  </a:cubicBezTo>
                  <a:cubicBezTo>
                    <a:pt x="2384" y="1291"/>
                    <a:pt x="2387" y="1299"/>
                    <a:pt x="2388" y="1303"/>
                  </a:cubicBezTo>
                  <a:cubicBezTo>
                    <a:pt x="2390" y="1315"/>
                    <a:pt x="2399" y="1319"/>
                    <a:pt x="2410" y="1320"/>
                  </a:cubicBezTo>
                  <a:cubicBezTo>
                    <a:pt x="2417" y="1322"/>
                    <a:pt x="2418" y="1322"/>
                    <a:pt x="2423" y="1318"/>
                  </a:cubicBezTo>
                  <a:cubicBezTo>
                    <a:pt x="2429" y="1313"/>
                    <a:pt x="2429" y="1315"/>
                    <a:pt x="2434" y="1321"/>
                  </a:cubicBezTo>
                  <a:cubicBezTo>
                    <a:pt x="2436" y="1324"/>
                    <a:pt x="2443" y="1322"/>
                    <a:pt x="2445" y="1319"/>
                  </a:cubicBezTo>
                  <a:cubicBezTo>
                    <a:pt x="2450" y="1314"/>
                    <a:pt x="2451" y="1313"/>
                    <a:pt x="2459" y="1313"/>
                  </a:cubicBezTo>
                  <a:cubicBezTo>
                    <a:pt x="2471" y="1313"/>
                    <a:pt x="2470" y="1296"/>
                    <a:pt x="2472" y="1285"/>
                  </a:cubicBezTo>
                  <a:cubicBezTo>
                    <a:pt x="2473" y="1276"/>
                    <a:pt x="2483" y="1270"/>
                    <a:pt x="2486" y="1261"/>
                  </a:cubicBezTo>
                  <a:cubicBezTo>
                    <a:pt x="2488" y="1250"/>
                    <a:pt x="2494" y="1237"/>
                    <a:pt x="2494" y="1226"/>
                  </a:cubicBezTo>
                  <a:cubicBezTo>
                    <a:pt x="2494" y="1215"/>
                    <a:pt x="2491" y="1203"/>
                    <a:pt x="2489" y="1193"/>
                  </a:cubicBezTo>
                  <a:cubicBezTo>
                    <a:pt x="2484" y="1188"/>
                    <a:pt x="2479" y="1184"/>
                    <a:pt x="2475" y="1179"/>
                  </a:cubicBezTo>
                  <a:close/>
                  <a:moveTo>
                    <a:pt x="2281" y="1001"/>
                  </a:moveTo>
                  <a:cubicBezTo>
                    <a:pt x="2278" y="1008"/>
                    <a:pt x="2290" y="1005"/>
                    <a:pt x="2291" y="1004"/>
                  </a:cubicBezTo>
                  <a:cubicBezTo>
                    <a:pt x="2291" y="1000"/>
                    <a:pt x="2282" y="996"/>
                    <a:pt x="2281" y="1001"/>
                  </a:cubicBezTo>
                  <a:close/>
                  <a:moveTo>
                    <a:pt x="2321" y="1070"/>
                  </a:moveTo>
                  <a:cubicBezTo>
                    <a:pt x="2317" y="1072"/>
                    <a:pt x="2313" y="1067"/>
                    <a:pt x="2312" y="1074"/>
                  </a:cubicBezTo>
                  <a:cubicBezTo>
                    <a:pt x="2316" y="1074"/>
                    <a:pt x="2319" y="1076"/>
                    <a:pt x="2322" y="1074"/>
                  </a:cubicBezTo>
                  <a:cubicBezTo>
                    <a:pt x="2324" y="1073"/>
                    <a:pt x="2325" y="1069"/>
                    <a:pt x="2321" y="1070"/>
                  </a:cubicBezTo>
                  <a:close/>
                  <a:moveTo>
                    <a:pt x="2490" y="1015"/>
                  </a:moveTo>
                  <a:cubicBezTo>
                    <a:pt x="2492" y="1010"/>
                    <a:pt x="2492" y="1010"/>
                    <a:pt x="2490" y="1006"/>
                  </a:cubicBezTo>
                  <a:cubicBezTo>
                    <a:pt x="2490" y="1006"/>
                    <a:pt x="2488" y="1007"/>
                    <a:pt x="2488" y="1006"/>
                  </a:cubicBezTo>
                  <a:cubicBezTo>
                    <a:pt x="2487" y="1005"/>
                    <a:pt x="2486" y="1003"/>
                    <a:pt x="2486" y="1003"/>
                  </a:cubicBezTo>
                  <a:cubicBezTo>
                    <a:pt x="2482" y="1000"/>
                    <a:pt x="2477" y="997"/>
                    <a:pt x="2473" y="995"/>
                  </a:cubicBezTo>
                  <a:cubicBezTo>
                    <a:pt x="2472" y="1000"/>
                    <a:pt x="2490" y="1002"/>
                    <a:pt x="2488" y="1011"/>
                  </a:cubicBezTo>
                  <a:cubicBezTo>
                    <a:pt x="2488" y="1012"/>
                    <a:pt x="2489" y="1013"/>
                    <a:pt x="2490" y="1015"/>
                  </a:cubicBezTo>
                  <a:close/>
                  <a:moveTo>
                    <a:pt x="2451" y="1341"/>
                  </a:moveTo>
                  <a:cubicBezTo>
                    <a:pt x="2448" y="1342"/>
                    <a:pt x="2441" y="1347"/>
                    <a:pt x="2439" y="1346"/>
                  </a:cubicBezTo>
                  <a:cubicBezTo>
                    <a:pt x="2435" y="1344"/>
                    <a:pt x="2430" y="1342"/>
                    <a:pt x="2426" y="1340"/>
                  </a:cubicBezTo>
                  <a:cubicBezTo>
                    <a:pt x="2425" y="1347"/>
                    <a:pt x="2426" y="1355"/>
                    <a:pt x="2429" y="1361"/>
                  </a:cubicBezTo>
                  <a:cubicBezTo>
                    <a:pt x="2432" y="1368"/>
                    <a:pt x="2436" y="1370"/>
                    <a:pt x="2443" y="1371"/>
                  </a:cubicBezTo>
                  <a:cubicBezTo>
                    <a:pt x="2451" y="1373"/>
                    <a:pt x="2459" y="1344"/>
                    <a:pt x="2451" y="1341"/>
                  </a:cubicBezTo>
                  <a:close/>
                  <a:moveTo>
                    <a:pt x="2463" y="1020"/>
                  </a:moveTo>
                  <a:cubicBezTo>
                    <a:pt x="2460" y="1021"/>
                    <a:pt x="2457" y="1020"/>
                    <a:pt x="2454" y="1021"/>
                  </a:cubicBezTo>
                  <a:cubicBezTo>
                    <a:pt x="2456" y="1026"/>
                    <a:pt x="2465" y="1028"/>
                    <a:pt x="2470" y="1027"/>
                  </a:cubicBezTo>
                  <a:cubicBezTo>
                    <a:pt x="2473" y="1026"/>
                    <a:pt x="2478" y="1025"/>
                    <a:pt x="2479" y="1021"/>
                  </a:cubicBezTo>
                  <a:cubicBezTo>
                    <a:pt x="2480" y="1020"/>
                    <a:pt x="2487" y="1021"/>
                    <a:pt x="2482" y="1016"/>
                  </a:cubicBezTo>
                  <a:cubicBezTo>
                    <a:pt x="2488" y="1015"/>
                    <a:pt x="2486" y="1010"/>
                    <a:pt x="2482" y="1008"/>
                  </a:cubicBezTo>
                  <a:cubicBezTo>
                    <a:pt x="2478" y="1005"/>
                    <a:pt x="2479" y="1013"/>
                    <a:pt x="2479" y="1015"/>
                  </a:cubicBezTo>
                  <a:cubicBezTo>
                    <a:pt x="2479" y="1015"/>
                    <a:pt x="2465" y="1025"/>
                    <a:pt x="2468" y="1017"/>
                  </a:cubicBezTo>
                  <a:cubicBezTo>
                    <a:pt x="2468" y="1016"/>
                    <a:pt x="2466" y="1020"/>
                    <a:pt x="2463" y="1020"/>
                  </a:cubicBezTo>
                  <a:close/>
                  <a:moveTo>
                    <a:pt x="2434" y="1020"/>
                  </a:moveTo>
                  <a:cubicBezTo>
                    <a:pt x="2432" y="1017"/>
                    <a:pt x="2434" y="1013"/>
                    <a:pt x="2430" y="1010"/>
                  </a:cubicBezTo>
                  <a:cubicBezTo>
                    <a:pt x="2427" y="1008"/>
                    <a:pt x="2423" y="1006"/>
                    <a:pt x="2420" y="1004"/>
                  </a:cubicBezTo>
                  <a:cubicBezTo>
                    <a:pt x="2415" y="1001"/>
                    <a:pt x="2408" y="999"/>
                    <a:pt x="2402" y="997"/>
                  </a:cubicBezTo>
                  <a:cubicBezTo>
                    <a:pt x="2393" y="994"/>
                    <a:pt x="2384" y="990"/>
                    <a:pt x="2376" y="987"/>
                  </a:cubicBezTo>
                  <a:cubicBezTo>
                    <a:pt x="2371" y="985"/>
                    <a:pt x="2364" y="989"/>
                    <a:pt x="2361" y="992"/>
                  </a:cubicBezTo>
                  <a:cubicBezTo>
                    <a:pt x="2360" y="994"/>
                    <a:pt x="2356" y="1002"/>
                    <a:pt x="2354" y="1001"/>
                  </a:cubicBezTo>
                  <a:cubicBezTo>
                    <a:pt x="2351" y="999"/>
                    <a:pt x="2349" y="999"/>
                    <a:pt x="2347" y="995"/>
                  </a:cubicBezTo>
                  <a:cubicBezTo>
                    <a:pt x="2345" y="990"/>
                    <a:pt x="2344" y="987"/>
                    <a:pt x="2344" y="982"/>
                  </a:cubicBezTo>
                  <a:cubicBezTo>
                    <a:pt x="2343" y="977"/>
                    <a:pt x="2342" y="978"/>
                    <a:pt x="2337" y="977"/>
                  </a:cubicBezTo>
                  <a:cubicBezTo>
                    <a:pt x="2330" y="975"/>
                    <a:pt x="2323" y="977"/>
                    <a:pt x="2319" y="984"/>
                  </a:cubicBezTo>
                  <a:cubicBezTo>
                    <a:pt x="2322" y="985"/>
                    <a:pt x="2324" y="985"/>
                    <a:pt x="2327" y="986"/>
                  </a:cubicBezTo>
                  <a:cubicBezTo>
                    <a:pt x="2328" y="986"/>
                    <a:pt x="2327" y="990"/>
                    <a:pt x="2328" y="991"/>
                  </a:cubicBezTo>
                  <a:cubicBezTo>
                    <a:pt x="2332" y="993"/>
                    <a:pt x="2338" y="992"/>
                    <a:pt x="2342" y="991"/>
                  </a:cubicBezTo>
                  <a:cubicBezTo>
                    <a:pt x="2342" y="992"/>
                    <a:pt x="2342" y="994"/>
                    <a:pt x="2342" y="995"/>
                  </a:cubicBezTo>
                  <a:cubicBezTo>
                    <a:pt x="2336" y="993"/>
                    <a:pt x="2333" y="994"/>
                    <a:pt x="2327" y="996"/>
                  </a:cubicBezTo>
                  <a:cubicBezTo>
                    <a:pt x="2330" y="1000"/>
                    <a:pt x="2332" y="1004"/>
                    <a:pt x="2334" y="1008"/>
                  </a:cubicBezTo>
                  <a:cubicBezTo>
                    <a:pt x="2337" y="1005"/>
                    <a:pt x="2339" y="1003"/>
                    <a:pt x="2341" y="1000"/>
                  </a:cubicBezTo>
                  <a:cubicBezTo>
                    <a:pt x="2342" y="1006"/>
                    <a:pt x="2342" y="1006"/>
                    <a:pt x="2347" y="1008"/>
                  </a:cubicBezTo>
                  <a:cubicBezTo>
                    <a:pt x="2353" y="1011"/>
                    <a:pt x="2359" y="1014"/>
                    <a:pt x="2366" y="1016"/>
                  </a:cubicBezTo>
                  <a:cubicBezTo>
                    <a:pt x="2368" y="1017"/>
                    <a:pt x="2374" y="1018"/>
                    <a:pt x="2376" y="1021"/>
                  </a:cubicBezTo>
                  <a:cubicBezTo>
                    <a:pt x="2378" y="1026"/>
                    <a:pt x="2380" y="1031"/>
                    <a:pt x="2382" y="1036"/>
                  </a:cubicBezTo>
                  <a:cubicBezTo>
                    <a:pt x="2375" y="1038"/>
                    <a:pt x="2374" y="1037"/>
                    <a:pt x="2373" y="1045"/>
                  </a:cubicBezTo>
                  <a:cubicBezTo>
                    <a:pt x="2378" y="1045"/>
                    <a:pt x="2384" y="1044"/>
                    <a:pt x="2389" y="1044"/>
                  </a:cubicBezTo>
                  <a:cubicBezTo>
                    <a:pt x="2392" y="1044"/>
                    <a:pt x="2394" y="1052"/>
                    <a:pt x="2398" y="1052"/>
                  </a:cubicBezTo>
                  <a:cubicBezTo>
                    <a:pt x="2404" y="1053"/>
                    <a:pt x="2409" y="1054"/>
                    <a:pt x="2414" y="1051"/>
                  </a:cubicBezTo>
                  <a:cubicBezTo>
                    <a:pt x="2417" y="1049"/>
                    <a:pt x="2418" y="1040"/>
                    <a:pt x="2421" y="1041"/>
                  </a:cubicBezTo>
                  <a:cubicBezTo>
                    <a:pt x="2424" y="1041"/>
                    <a:pt x="2433" y="1041"/>
                    <a:pt x="2435" y="1043"/>
                  </a:cubicBezTo>
                  <a:cubicBezTo>
                    <a:pt x="2440" y="1048"/>
                    <a:pt x="2444" y="1052"/>
                    <a:pt x="2448" y="1057"/>
                  </a:cubicBezTo>
                  <a:cubicBezTo>
                    <a:pt x="2452" y="1060"/>
                    <a:pt x="2457" y="1060"/>
                    <a:pt x="2461" y="1061"/>
                  </a:cubicBezTo>
                  <a:cubicBezTo>
                    <a:pt x="2465" y="1061"/>
                    <a:pt x="2470" y="1065"/>
                    <a:pt x="2472" y="1064"/>
                  </a:cubicBezTo>
                  <a:cubicBezTo>
                    <a:pt x="2470" y="1062"/>
                    <a:pt x="2464" y="1058"/>
                    <a:pt x="2467" y="1055"/>
                  </a:cubicBezTo>
                  <a:cubicBezTo>
                    <a:pt x="2464" y="1055"/>
                    <a:pt x="2460" y="1055"/>
                    <a:pt x="2462" y="1051"/>
                  </a:cubicBezTo>
                  <a:cubicBezTo>
                    <a:pt x="2455" y="1050"/>
                    <a:pt x="2455" y="1049"/>
                    <a:pt x="2452" y="1042"/>
                  </a:cubicBezTo>
                  <a:cubicBezTo>
                    <a:pt x="2451" y="1040"/>
                    <a:pt x="2448" y="1039"/>
                    <a:pt x="2446" y="1038"/>
                  </a:cubicBezTo>
                  <a:cubicBezTo>
                    <a:pt x="2445" y="1037"/>
                    <a:pt x="2444" y="1033"/>
                    <a:pt x="2443" y="1031"/>
                  </a:cubicBezTo>
                  <a:cubicBezTo>
                    <a:pt x="2446" y="1031"/>
                    <a:pt x="2448" y="1031"/>
                    <a:pt x="2450" y="1030"/>
                  </a:cubicBezTo>
                  <a:cubicBezTo>
                    <a:pt x="2451" y="1021"/>
                    <a:pt x="2438" y="1024"/>
                    <a:pt x="2434" y="1020"/>
                  </a:cubicBezTo>
                  <a:close/>
                  <a:moveTo>
                    <a:pt x="2406" y="496"/>
                  </a:moveTo>
                  <a:cubicBezTo>
                    <a:pt x="2406" y="501"/>
                    <a:pt x="2407" y="506"/>
                    <a:pt x="2405" y="511"/>
                  </a:cubicBezTo>
                  <a:cubicBezTo>
                    <a:pt x="2402" y="517"/>
                    <a:pt x="2404" y="518"/>
                    <a:pt x="2405" y="524"/>
                  </a:cubicBezTo>
                  <a:cubicBezTo>
                    <a:pt x="2406" y="528"/>
                    <a:pt x="2406" y="528"/>
                    <a:pt x="2404" y="531"/>
                  </a:cubicBezTo>
                  <a:cubicBezTo>
                    <a:pt x="2403" y="533"/>
                    <a:pt x="2404" y="536"/>
                    <a:pt x="2404" y="538"/>
                  </a:cubicBezTo>
                  <a:cubicBezTo>
                    <a:pt x="2404" y="544"/>
                    <a:pt x="2403" y="545"/>
                    <a:pt x="2406" y="551"/>
                  </a:cubicBezTo>
                  <a:cubicBezTo>
                    <a:pt x="2406" y="548"/>
                    <a:pt x="2406" y="543"/>
                    <a:pt x="2410" y="542"/>
                  </a:cubicBezTo>
                  <a:cubicBezTo>
                    <a:pt x="2414" y="541"/>
                    <a:pt x="2416" y="546"/>
                    <a:pt x="2416" y="550"/>
                  </a:cubicBezTo>
                  <a:cubicBezTo>
                    <a:pt x="2420" y="546"/>
                    <a:pt x="2415" y="540"/>
                    <a:pt x="2413" y="536"/>
                  </a:cubicBezTo>
                  <a:cubicBezTo>
                    <a:pt x="2410" y="531"/>
                    <a:pt x="2409" y="530"/>
                    <a:pt x="2410" y="525"/>
                  </a:cubicBezTo>
                  <a:cubicBezTo>
                    <a:pt x="2413" y="518"/>
                    <a:pt x="2412" y="516"/>
                    <a:pt x="2419" y="514"/>
                  </a:cubicBezTo>
                  <a:cubicBezTo>
                    <a:pt x="2423" y="513"/>
                    <a:pt x="2423" y="521"/>
                    <a:pt x="2427" y="521"/>
                  </a:cubicBezTo>
                  <a:cubicBezTo>
                    <a:pt x="2424" y="515"/>
                    <a:pt x="2422" y="509"/>
                    <a:pt x="2420" y="502"/>
                  </a:cubicBezTo>
                  <a:cubicBezTo>
                    <a:pt x="2419" y="498"/>
                    <a:pt x="2418" y="495"/>
                    <a:pt x="2418" y="491"/>
                  </a:cubicBezTo>
                  <a:cubicBezTo>
                    <a:pt x="2417" y="489"/>
                    <a:pt x="2414" y="487"/>
                    <a:pt x="2414" y="485"/>
                  </a:cubicBezTo>
                  <a:cubicBezTo>
                    <a:pt x="2413" y="477"/>
                    <a:pt x="2419" y="473"/>
                    <a:pt x="2415" y="466"/>
                  </a:cubicBezTo>
                  <a:cubicBezTo>
                    <a:pt x="2413" y="462"/>
                    <a:pt x="2415" y="451"/>
                    <a:pt x="2408" y="457"/>
                  </a:cubicBezTo>
                  <a:cubicBezTo>
                    <a:pt x="2411" y="459"/>
                    <a:pt x="2412" y="464"/>
                    <a:pt x="2409" y="466"/>
                  </a:cubicBezTo>
                  <a:cubicBezTo>
                    <a:pt x="2408" y="467"/>
                    <a:pt x="2408" y="465"/>
                    <a:pt x="2406" y="467"/>
                  </a:cubicBezTo>
                  <a:cubicBezTo>
                    <a:pt x="2403" y="469"/>
                    <a:pt x="2404" y="469"/>
                    <a:pt x="2405" y="472"/>
                  </a:cubicBezTo>
                  <a:cubicBezTo>
                    <a:pt x="2406" y="476"/>
                    <a:pt x="2404" y="482"/>
                    <a:pt x="2403" y="486"/>
                  </a:cubicBezTo>
                  <a:cubicBezTo>
                    <a:pt x="2402" y="489"/>
                    <a:pt x="2410" y="492"/>
                    <a:pt x="2406" y="496"/>
                  </a:cubicBezTo>
                  <a:close/>
                  <a:moveTo>
                    <a:pt x="2266" y="891"/>
                  </a:moveTo>
                  <a:cubicBezTo>
                    <a:pt x="2270" y="892"/>
                    <a:pt x="2272" y="886"/>
                    <a:pt x="2267" y="886"/>
                  </a:cubicBezTo>
                  <a:cubicBezTo>
                    <a:pt x="2266" y="887"/>
                    <a:pt x="2262" y="890"/>
                    <a:pt x="2266" y="891"/>
                  </a:cubicBezTo>
                  <a:close/>
                  <a:moveTo>
                    <a:pt x="2260" y="892"/>
                  </a:moveTo>
                  <a:cubicBezTo>
                    <a:pt x="2261" y="889"/>
                    <a:pt x="2263" y="886"/>
                    <a:pt x="2265" y="884"/>
                  </a:cubicBezTo>
                  <a:cubicBezTo>
                    <a:pt x="2267" y="883"/>
                    <a:pt x="2266" y="878"/>
                    <a:pt x="2267" y="876"/>
                  </a:cubicBezTo>
                  <a:cubicBezTo>
                    <a:pt x="2266" y="876"/>
                    <a:pt x="2266" y="876"/>
                    <a:pt x="2265" y="876"/>
                  </a:cubicBezTo>
                  <a:cubicBezTo>
                    <a:pt x="2264" y="881"/>
                    <a:pt x="2260" y="887"/>
                    <a:pt x="2260" y="892"/>
                  </a:cubicBezTo>
                  <a:close/>
                  <a:moveTo>
                    <a:pt x="2273" y="875"/>
                  </a:moveTo>
                  <a:cubicBezTo>
                    <a:pt x="2271" y="876"/>
                    <a:pt x="2269" y="876"/>
                    <a:pt x="2268" y="874"/>
                  </a:cubicBezTo>
                  <a:cubicBezTo>
                    <a:pt x="2268" y="876"/>
                    <a:pt x="2268" y="878"/>
                    <a:pt x="2269" y="880"/>
                  </a:cubicBezTo>
                  <a:cubicBezTo>
                    <a:pt x="2272" y="877"/>
                    <a:pt x="2270" y="885"/>
                    <a:pt x="2273" y="887"/>
                  </a:cubicBezTo>
                  <a:cubicBezTo>
                    <a:pt x="2273" y="886"/>
                    <a:pt x="2273" y="885"/>
                    <a:pt x="2273" y="884"/>
                  </a:cubicBezTo>
                  <a:cubicBezTo>
                    <a:pt x="2274" y="885"/>
                    <a:pt x="2274" y="886"/>
                    <a:pt x="2275" y="887"/>
                  </a:cubicBezTo>
                  <a:cubicBezTo>
                    <a:pt x="2277" y="884"/>
                    <a:pt x="2273" y="879"/>
                    <a:pt x="2273" y="875"/>
                  </a:cubicBezTo>
                  <a:close/>
                  <a:moveTo>
                    <a:pt x="2262" y="868"/>
                  </a:moveTo>
                  <a:cubicBezTo>
                    <a:pt x="2263" y="870"/>
                    <a:pt x="2264" y="872"/>
                    <a:pt x="2266" y="873"/>
                  </a:cubicBezTo>
                  <a:cubicBezTo>
                    <a:pt x="2266" y="872"/>
                    <a:pt x="2266" y="869"/>
                    <a:pt x="2266" y="868"/>
                  </a:cubicBezTo>
                  <a:cubicBezTo>
                    <a:pt x="2263" y="868"/>
                    <a:pt x="2264" y="864"/>
                    <a:pt x="2259" y="865"/>
                  </a:cubicBezTo>
                  <a:cubicBezTo>
                    <a:pt x="2261" y="867"/>
                    <a:pt x="2260" y="869"/>
                    <a:pt x="2258" y="871"/>
                  </a:cubicBezTo>
                  <a:cubicBezTo>
                    <a:pt x="2259" y="870"/>
                    <a:pt x="2261" y="869"/>
                    <a:pt x="2262" y="868"/>
                  </a:cubicBezTo>
                  <a:close/>
                  <a:moveTo>
                    <a:pt x="2268" y="865"/>
                  </a:moveTo>
                  <a:cubicBezTo>
                    <a:pt x="2268" y="868"/>
                    <a:pt x="2270" y="869"/>
                    <a:pt x="2272" y="871"/>
                  </a:cubicBezTo>
                  <a:cubicBezTo>
                    <a:pt x="2274" y="873"/>
                    <a:pt x="2272" y="873"/>
                    <a:pt x="2273" y="875"/>
                  </a:cubicBezTo>
                  <a:cubicBezTo>
                    <a:pt x="2279" y="882"/>
                    <a:pt x="2278" y="873"/>
                    <a:pt x="2277" y="869"/>
                  </a:cubicBezTo>
                  <a:cubicBezTo>
                    <a:pt x="2276" y="864"/>
                    <a:pt x="2271" y="865"/>
                    <a:pt x="2268" y="865"/>
                  </a:cubicBezTo>
                  <a:close/>
                  <a:moveTo>
                    <a:pt x="2249" y="872"/>
                  </a:moveTo>
                  <a:cubicBezTo>
                    <a:pt x="2250" y="881"/>
                    <a:pt x="2248" y="887"/>
                    <a:pt x="2258" y="883"/>
                  </a:cubicBezTo>
                  <a:cubicBezTo>
                    <a:pt x="2255" y="886"/>
                    <a:pt x="2250" y="891"/>
                    <a:pt x="2255" y="893"/>
                  </a:cubicBezTo>
                  <a:cubicBezTo>
                    <a:pt x="2257" y="894"/>
                    <a:pt x="2256" y="897"/>
                    <a:pt x="2259" y="896"/>
                  </a:cubicBezTo>
                  <a:cubicBezTo>
                    <a:pt x="2261" y="896"/>
                    <a:pt x="2260" y="892"/>
                    <a:pt x="2260" y="890"/>
                  </a:cubicBezTo>
                  <a:cubicBezTo>
                    <a:pt x="2260" y="887"/>
                    <a:pt x="2263" y="881"/>
                    <a:pt x="2262" y="879"/>
                  </a:cubicBezTo>
                  <a:cubicBezTo>
                    <a:pt x="2259" y="874"/>
                    <a:pt x="2258" y="874"/>
                    <a:pt x="2253" y="872"/>
                  </a:cubicBezTo>
                  <a:cubicBezTo>
                    <a:pt x="2252" y="871"/>
                    <a:pt x="2250" y="872"/>
                    <a:pt x="2249" y="872"/>
                  </a:cubicBezTo>
                  <a:close/>
                  <a:moveTo>
                    <a:pt x="2229" y="984"/>
                  </a:moveTo>
                  <a:cubicBezTo>
                    <a:pt x="2228" y="987"/>
                    <a:pt x="2229" y="989"/>
                    <a:pt x="2227" y="993"/>
                  </a:cubicBezTo>
                  <a:cubicBezTo>
                    <a:pt x="2225" y="998"/>
                    <a:pt x="2223" y="998"/>
                    <a:pt x="2226" y="1003"/>
                  </a:cubicBezTo>
                  <a:cubicBezTo>
                    <a:pt x="2228" y="1005"/>
                    <a:pt x="2232" y="1002"/>
                    <a:pt x="2231" y="1008"/>
                  </a:cubicBezTo>
                  <a:cubicBezTo>
                    <a:pt x="2231" y="1010"/>
                    <a:pt x="2228" y="1019"/>
                    <a:pt x="2229" y="1021"/>
                  </a:cubicBezTo>
                  <a:cubicBezTo>
                    <a:pt x="2231" y="1023"/>
                    <a:pt x="2237" y="1023"/>
                    <a:pt x="2238" y="1021"/>
                  </a:cubicBezTo>
                  <a:cubicBezTo>
                    <a:pt x="2238" y="1020"/>
                    <a:pt x="2237" y="1017"/>
                    <a:pt x="2237" y="1016"/>
                  </a:cubicBezTo>
                  <a:cubicBezTo>
                    <a:pt x="2237" y="1015"/>
                    <a:pt x="2238" y="1013"/>
                    <a:pt x="2238" y="1012"/>
                  </a:cubicBezTo>
                  <a:cubicBezTo>
                    <a:pt x="2239" y="1009"/>
                    <a:pt x="2238" y="1005"/>
                    <a:pt x="2238" y="1002"/>
                  </a:cubicBezTo>
                  <a:cubicBezTo>
                    <a:pt x="2239" y="999"/>
                    <a:pt x="2234" y="997"/>
                    <a:pt x="2241" y="996"/>
                  </a:cubicBezTo>
                  <a:cubicBezTo>
                    <a:pt x="2244" y="995"/>
                    <a:pt x="2241" y="1002"/>
                    <a:pt x="2242" y="1004"/>
                  </a:cubicBezTo>
                  <a:cubicBezTo>
                    <a:pt x="2243" y="1007"/>
                    <a:pt x="2247" y="1007"/>
                    <a:pt x="2246" y="1010"/>
                  </a:cubicBezTo>
                  <a:cubicBezTo>
                    <a:pt x="2245" y="1014"/>
                    <a:pt x="2248" y="1015"/>
                    <a:pt x="2251" y="1014"/>
                  </a:cubicBezTo>
                  <a:cubicBezTo>
                    <a:pt x="2249" y="1015"/>
                    <a:pt x="2257" y="1008"/>
                    <a:pt x="2256" y="1010"/>
                  </a:cubicBezTo>
                  <a:cubicBezTo>
                    <a:pt x="2259" y="1005"/>
                    <a:pt x="2253" y="1008"/>
                    <a:pt x="2252" y="1004"/>
                  </a:cubicBezTo>
                  <a:cubicBezTo>
                    <a:pt x="2251" y="1003"/>
                    <a:pt x="2254" y="1001"/>
                    <a:pt x="2253" y="1000"/>
                  </a:cubicBezTo>
                  <a:cubicBezTo>
                    <a:pt x="2252" y="998"/>
                    <a:pt x="2251" y="996"/>
                    <a:pt x="2250" y="994"/>
                  </a:cubicBezTo>
                  <a:cubicBezTo>
                    <a:pt x="2249" y="991"/>
                    <a:pt x="2247" y="992"/>
                    <a:pt x="2245" y="989"/>
                  </a:cubicBezTo>
                  <a:cubicBezTo>
                    <a:pt x="2252" y="992"/>
                    <a:pt x="2255" y="978"/>
                    <a:pt x="2261" y="982"/>
                  </a:cubicBezTo>
                  <a:cubicBezTo>
                    <a:pt x="2263" y="976"/>
                    <a:pt x="2257" y="979"/>
                    <a:pt x="2255" y="979"/>
                  </a:cubicBezTo>
                  <a:cubicBezTo>
                    <a:pt x="2252" y="979"/>
                    <a:pt x="2252" y="981"/>
                    <a:pt x="2250" y="981"/>
                  </a:cubicBezTo>
                  <a:cubicBezTo>
                    <a:pt x="2247" y="982"/>
                    <a:pt x="2248" y="979"/>
                    <a:pt x="2246" y="982"/>
                  </a:cubicBezTo>
                  <a:cubicBezTo>
                    <a:pt x="2239" y="989"/>
                    <a:pt x="2232" y="976"/>
                    <a:pt x="2237" y="970"/>
                  </a:cubicBezTo>
                  <a:cubicBezTo>
                    <a:pt x="2240" y="967"/>
                    <a:pt x="2243" y="970"/>
                    <a:pt x="2246" y="970"/>
                  </a:cubicBezTo>
                  <a:cubicBezTo>
                    <a:pt x="2250" y="970"/>
                    <a:pt x="2255" y="968"/>
                    <a:pt x="2259" y="970"/>
                  </a:cubicBezTo>
                  <a:cubicBezTo>
                    <a:pt x="2267" y="975"/>
                    <a:pt x="2272" y="965"/>
                    <a:pt x="2275" y="958"/>
                  </a:cubicBezTo>
                  <a:cubicBezTo>
                    <a:pt x="2271" y="958"/>
                    <a:pt x="2268" y="964"/>
                    <a:pt x="2265" y="966"/>
                  </a:cubicBezTo>
                  <a:cubicBezTo>
                    <a:pt x="2263" y="967"/>
                    <a:pt x="2260" y="965"/>
                    <a:pt x="2258" y="965"/>
                  </a:cubicBezTo>
                  <a:cubicBezTo>
                    <a:pt x="2256" y="965"/>
                    <a:pt x="2257" y="966"/>
                    <a:pt x="2254" y="965"/>
                  </a:cubicBezTo>
                  <a:cubicBezTo>
                    <a:pt x="2250" y="964"/>
                    <a:pt x="2244" y="960"/>
                    <a:pt x="2240" y="962"/>
                  </a:cubicBezTo>
                  <a:cubicBezTo>
                    <a:pt x="2236" y="965"/>
                    <a:pt x="2235" y="968"/>
                    <a:pt x="2232" y="973"/>
                  </a:cubicBezTo>
                  <a:cubicBezTo>
                    <a:pt x="2235" y="978"/>
                    <a:pt x="2230" y="980"/>
                    <a:pt x="2229" y="984"/>
                  </a:cubicBezTo>
                  <a:close/>
                  <a:moveTo>
                    <a:pt x="2237" y="857"/>
                  </a:moveTo>
                  <a:cubicBezTo>
                    <a:pt x="2239" y="861"/>
                    <a:pt x="2242" y="865"/>
                    <a:pt x="2244" y="869"/>
                  </a:cubicBezTo>
                  <a:cubicBezTo>
                    <a:pt x="2248" y="864"/>
                    <a:pt x="2248" y="861"/>
                    <a:pt x="2243" y="857"/>
                  </a:cubicBezTo>
                  <a:cubicBezTo>
                    <a:pt x="2241" y="857"/>
                    <a:pt x="2239" y="857"/>
                    <a:pt x="2237" y="857"/>
                  </a:cubicBezTo>
                  <a:close/>
                  <a:moveTo>
                    <a:pt x="2194" y="1043"/>
                  </a:moveTo>
                  <a:cubicBezTo>
                    <a:pt x="2194" y="1047"/>
                    <a:pt x="2197" y="1051"/>
                    <a:pt x="2200" y="1047"/>
                  </a:cubicBezTo>
                  <a:cubicBezTo>
                    <a:pt x="2203" y="1043"/>
                    <a:pt x="2196" y="1042"/>
                    <a:pt x="2194" y="1043"/>
                  </a:cubicBezTo>
                  <a:close/>
                  <a:moveTo>
                    <a:pt x="2393" y="576"/>
                  </a:moveTo>
                  <a:cubicBezTo>
                    <a:pt x="2393" y="578"/>
                    <a:pt x="2393" y="582"/>
                    <a:pt x="2392" y="582"/>
                  </a:cubicBezTo>
                  <a:cubicBezTo>
                    <a:pt x="2389" y="584"/>
                    <a:pt x="2388" y="584"/>
                    <a:pt x="2388" y="587"/>
                  </a:cubicBezTo>
                  <a:cubicBezTo>
                    <a:pt x="2387" y="588"/>
                    <a:pt x="2390" y="597"/>
                    <a:pt x="2391" y="597"/>
                  </a:cubicBezTo>
                  <a:cubicBezTo>
                    <a:pt x="2392" y="598"/>
                    <a:pt x="2394" y="594"/>
                    <a:pt x="2395" y="594"/>
                  </a:cubicBezTo>
                  <a:cubicBezTo>
                    <a:pt x="2396" y="594"/>
                    <a:pt x="2399" y="595"/>
                    <a:pt x="2398" y="592"/>
                  </a:cubicBezTo>
                  <a:cubicBezTo>
                    <a:pt x="2396" y="590"/>
                    <a:pt x="2391" y="591"/>
                    <a:pt x="2392" y="586"/>
                  </a:cubicBezTo>
                  <a:cubicBezTo>
                    <a:pt x="2394" y="586"/>
                    <a:pt x="2397" y="588"/>
                    <a:pt x="2398" y="587"/>
                  </a:cubicBezTo>
                  <a:cubicBezTo>
                    <a:pt x="2400" y="587"/>
                    <a:pt x="2403" y="585"/>
                    <a:pt x="2404" y="586"/>
                  </a:cubicBezTo>
                  <a:cubicBezTo>
                    <a:pt x="2406" y="588"/>
                    <a:pt x="2413" y="593"/>
                    <a:pt x="2415" y="592"/>
                  </a:cubicBezTo>
                  <a:cubicBezTo>
                    <a:pt x="2415" y="592"/>
                    <a:pt x="2417" y="586"/>
                    <a:pt x="2417" y="585"/>
                  </a:cubicBezTo>
                  <a:cubicBezTo>
                    <a:pt x="2418" y="584"/>
                    <a:pt x="2422" y="582"/>
                    <a:pt x="2423" y="582"/>
                  </a:cubicBezTo>
                  <a:cubicBezTo>
                    <a:pt x="2428" y="582"/>
                    <a:pt x="2431" y="581"/>
                    <a:pt x="2434" y="578"/>
                  </a:cubicBezTo>
                  <a:cubicBezTo>
                    <a:pt x="2426" y="578"/>
                    <a:pt x="2432" y="571"/>
                    <a:pt x="2431" y="567"/>
                  </a:cubicBezTo>
                  <a:cubicBezTo>
                    <a:pt x="2425" y="573"/>
                    <a:pt x="2425" y="572"/>
                    <a:pt x="2418" y="568"/>
                  </a:cubicBezTo>
                  <a:cubicBezTo>
                    <a:pt x="2412" y="565"/>
                    <a:pt x="2410" y="560"/>
                    <a:pt x="2406" y="555"/>
                  </a:cubicBezTo>
                  <a:cubicBezTo>
                    <a:pt x="2402" y="549"/>
                    <a:pt x="2404" y="563"/>
                    <a:pt x="2404" y="565"/>
                  </a:cubicBezTo>
                  <a:cubicBezTo>
                    <a:pt x="2405" y="567"/>
                    <a:pt x="2401" y="570"/>
                    <a:pt x="2401" y="572"/>
                  </a:cubicBezTo>
                  <a:cubicBezTo>
                    <a:pt x="2401" y="575"/>
                    <a:pt x="2402" y="576"/>
                    <a:pt x="2400" y="578"/>
                  </a:cubicBezTo>
                  <a:cubicBezTo>
                    <a:pt x="2398" y="578"/>
                    <a:pt x="2396" y="577"/>
                    <a:pt x="2393" y="576"/>
                  </a:cubicBezTo>
                  <a:close/>
                  <a:moveTo>
                    <a:pt x="1380" y="442"/>
                  </a:moveTo>
                  <a:cubicBezTo>
                    <a:pt x="1380" y="444"/>
                    <a:pt x="1383" y="449"/>
                    <a:pt x="1385" y="448"/>
                  </a:cubicBezTo>
                  <a:cubicBezTo>
                    <a:pt x="1388" y="448"/>
                    <a:pt x="1388" y="444"/>
                    <a:pt x="1385" y="443"/>
                  </a:cubicBezTo>
                  <a:cubicBezTo>
                    <a:pt x="1384" y="440"/>
                    <a:pt x="1382" y="441"/>
                    <a:pt x="1380" y="442"/>
                  </a:cubicBezTo>
                  <a:close/>
                  <a:moveTo>
                    <a:pt x="1572" y="654"/>
                  </a:moveTo>
                  <a:cubicBezTo>
                    <a:pt x="1570" y="656"/>
                    <a:pt x="1566" y="658"/>
                    <a:pt x="1563" y="658"/>
                  </a:cubicBezTo>
                  <a:cubicBezTo>
                    <a:pt x="1561" y="658"/>
                    <a:pt x="1555" y="657"/>
                    <a:pt x="1554" y="659"/>
                  </a:cubicBezTo>
                  <a:cubicBezTo>
                    <a:pt x="1550" y="667"/>
                    <a:pt x="1567" y="662"/>
                    <a:pt x="1568" y="662"/>
                  </a:cubicBezTo>
                  <a:cubicBezTo>
                    <a:pt x="1566" y="658"/>
                    <a:pt x="1570" y="657"/>
                    <a:pt x="1572" y="654"/>
                  </a:cubicBezTo>
                  <a:close/>
                  <a:moveTo>
                    <a:pt x="1508" y="661"/>
                  </a:moveTo>
                  <a:cubicBezTo>
                    <a:pt x="1508" y="658"/>
                    <a:pt x="1502" y="657"/>
                    <a:pt x="1500" y="657"/>
                  </a:cubicBezTo>
                  <a:cubicBezTo>
                    <a:pt x="1494" y="658"/>
                    <a:pt x="1493" y="657"/>
                    <a:pt x="1488" y="654"/>
                  </a:cubicBezTo>
                  <a:cubicBezTo>
                    <a:pt x="1488" y="655"/>
                    <a:pt x="1487" y="657"/>
                    <a:pt x="1486" y="658"/>
                  </a:cubicBezTo>
                  <a:cubicBezTo>
                    <a:pt x="1494" y="661"/>
                    <a:pt x="1500" y="661"/>
                    <a:pt x="1508" y="661"/>
                  </a:cubicBezTo>
                  <a:close/>
                  <a:moveTo>
                    <a:pt x="1390" y="441"/>
                  </a:moveTo>
                  <a:cubicBezTo>
                    <a:pt x="1389" y="443"/>
                    <a:pt x="1390" y="447"/>
                    <a:pt x="1393" y="447"/>
                  </a:cubicBezTo>
                  <a:cubicBezTo>
                    <a:pt x="1396" y="447"/>
                    <a:pt x="1395" y="449"/>
                    <a:pt x="1396" y="453"/>
                  </a:cubicBezTo>
                  <a:cubicBezTo>
                    <a:pt x="1397" y="449"/>
                    <a:pt x="1396" y="445"/>
                    <a:pt x="1401" y="445"/>
                  </a:cubicBezTo>
                  <a:cubicBezTo>
                    <a:pt x="1400" y="444"/>
                    <a:pt x="1399" y="443"/>
                    <a:pt x="1398" y="442"/>
                  </a:cubicBezTo>
                  <a:cubicBezTo>
                    <a:pt x="1409" y="440"/>
                    <a:pt x="1391" y="430"/>
                    <a:pt x="1397" y="440"/>
                  </a:cubicBezTo>
                  <a:cubicBezTo>
                    <a:pt x="1394" y="440"/>
                    <a:pt x="1393" y="439"/>
                    <a:pt x="1395" y="437"/>
                  </a:cubicBezTo>
                  <a:cubicBezTo>
                    <a:pt x="1394" y="437"/>
                    <a:pt x="1393" y="437"/>
                    <a:pt x="1392" y="437"/>
                  </a:cubicBezTo>
                  <a:cubicBezTo>
                    <a:pt x="1393" y="439"/>
                    <a:pt x="1392" y="440"/>
                    <a:pt x="1390" y="441"/>
                  </a:cubicBezTo>
                  <a:close/>
                  <a:moveTo>
                    <a:pt x="1485" y="406"/>
                  </a:moveTo>
                  <a:cubicBezTo>
                    <a:pt x="1480" y="404"/>
                    <a:pt x="1478" y="405"/>
                    <a:pt x="1473" y="406"/>
                  </a:cubicBezTo>
                  <a:cubicBezTo>
                    <a:pt x="1474" y="408"/>
                    <a:pt x="1476" y="410"/>
                    <a:pt x="1474" y="413"/>
                  </a:cubicBezTo>
                  <a:cubicBezTo>
                    <a:pt x="1477" y="409"/>
                    <a:pt x="1482" y="408"/>
                    <a:pt x="1485" y="406"/>
                  </a:cubicBezTo>
                  <a:close/>
                  <a:moveTo>
                    <a:pt x="1370" y="608"/>
                  </a:moveTo>
                  <a:cubicBezTo>
                    <a:pt x="1371" y="610"/>
                    <a:pt x="1369" y="612"/>
                    <a:pt x="1368" y="613"/>
                  </a:cubicBezTo>
                  <a:cubicBezTo>
                    <a:pt x="1368" y="614"/>
                    <a:pt x="1370" y="615"/>
                    <a:pt x="1370" y="615"/>
                  </a:cubicBezTo>
                  <a:cubicBezTo>
                    <a:pt x="1370" y="619"/>
                    <a:pt x="1366" y="619"/>
                    <a:pt x="1369" y="622"/>
                  </a:cubicBezTo>
                  <a:cubicBezTo>
                    <a:pt x="1372" y="624"/>
                    <a:pt x="1374" y="625"/>
                    <a:pt x="1374" y="621"/>
                  </a:cubicBezTo>
                  <a:cubicBezTo>
                    <a:pt x="1375" y="619"/>
                    <a:pt x="1378" y="621"/>
                    <a:pt x="1378" y="617"/>
                  </a:cubicBezTo>
                  <a:cubicBezTo>
                    <a:pt x="1379" y="613"/>
                    <a:pt x="1379" y="609"/>
                    <a:pt x="1380" y="605"/>
                  </a:cubicBezTo>
                  <a:cubicBezTo>
                    <a:pt x="1381" y="597"/>
                    <a:pt x="1372" y="602"/>
                    <a:pt x="1369" y="603"/>
                  </a:cubicBezTo>
                  <a:cubicBezTo>
                    <a:pt x="1369" y="603"/>
                    <a:pt x="1368" y="603"/>
                    <a:pt x="1367" y="602"/>
                  </a:cubicBezTo>
                  <a:cubicBezTo>
                    <a:pt x="1365" y="607"/>
                    <a:pt x="1370" y="605"/>
                    <a:pt x="1370" y="608"/>
                  </a:cubicBezTo>
                  <a:close/>
                  <a:moveTo>
                    <a:pt x="2773" y="338"/>
                  </a:moveTo>
                  <a:cubicBezTo>
                    <a:pt x="2771" y="338"/>
                    <a:pt x="2764" y="336"/>
                    <a:pt x="2763" y="337"/>
                  </a:cubicBezTo>
                  <a:cubicBezTo>
                    <a:pt x="2761" y="339"/>
                    <a:pt x="2763" y="343"/>
                    <a:pt x="2764" y="344"/>
                  </a:cubicBezTo>
                  <a:cubicBezTo>
                    <a:pt x="2768" y="347"/>
                    <a:pt x="2774" y="342"/>
                    <a:pt x="2777" y="345"/>
                  </a:cubicBezTo>
                  <a:cubicBezTo>
                    <a:pt x="2780" y="350"/>
                    <a:pt x="2785" y="351"/>
                    <a:pt x="2788" y="344"/>
                  </a:cubicBezTo>
                  <a:cubicBezTo>
                    <a:pt x="2783" y="342"/>
                    <a:pt x="2778" y="338"/>
                    <a:pt x="2773" y="338"/>
                  </a:cubicBezTo>
                  <a:close/>
                  <a:moveTo>
                    <a:pt x="1444" y="425"/>
                  </a:moveTo>
                  <a:cubicBezTo>
                    <a:pt x="1446" y="423"/>
                    <a:pt x="1448" y="421"/>
                    <a:pt x="1451" y="420"/>
                  </a:cubicBezTo>
                  <a:cubicBezTo>
                    <a:pt x="1448" y="417"/>
                    <a:pt x="1450" y="416"/>
                    <a:pt x="1452" y="413"/>
                  </a:cubicBezTo>
                  <a:cubicBezTo>
                    <a:pt x="1444" y="411"/>
                    <a:pt x="1444" y="419"/>
                    <a:pt x="1444" y="425"/>
                  </a:cubicBezTo>
                  <a:close/>
                  <a:moveTo>
                    <a:pt x="1460" y="387"/>
                  </a:moveTo>
                  <a:cubicBezTo>
                    <a:pt x="1460" y="386"/>
                    <a:pt x="1460" y="385"/>
                    <a:pt x="1460" y="384"/>
                  </a:cubicBezTo>
                  <a:cubicBezTo>
                    <a:pt x="1460" y="384"/>
                    <a:pt x="1461" y="384"/>
                    <a:pt x="1461" y="384"/>
                  </a:cubicBezTo>
                  <a:cubicBezTo>
                    <a:pt x="1460" y="379"/>
                    <a:pt x="1454" y="383"/>
                    <a:pt x="1460" y="387"/>
                  </a:cubicBezTo>
                  <a:close/>
                  <a:moveTo>
                    <a:pt x="1370" y="589"/>
                  </a:moveTo>
                  <a:cubicBezTo>
                    <a:pt x="1367" y="592"/>
                    <a:pt x="1372" y="597"/>
                    <a:pt x="1375" y="597"/>
                  </a:cubicBezTo>
                  <a:cubicBezTo>
                    <a:pt x="1377" y="590"/>
                    <a:pt x="1377" y="588"/>
                    <a:pt x="1377" y="581"/>
                  </a:cubicBezTo>
                  <a:cubicBezTo>
                    <a:pt x="1374" y="582"/>
                    <a:pt x="1376" y="583"/>
                    <a:pt x="1375" y="585"/>
                  </a:cubicBezTo>
                  <a:cubicBezTo>
                    <a:pt x="1374" y="587"/>
                    <a:pt x="1372" y="588"/>
                    <a:pt x="1370" y="589"/>
                  </a:cubicBezTo>
                  <a:close/>
                  <a:moveTo>
                    <a:pt x="2508" y="1024"/>
                  </a:moveTo>
                  <a:cubicBezTo>
                    <a:pt x="2506" y="1023"/>
                    <a:pt x="2506" y="1020"/>
                    <a:pt x="2503" y="1019"/>
                  </a:cubicBezTo>
                  <a:cubicBezTo>
                    <a:pt x="2503" y="1021"/>
                    <a:pt x="2503" y="1023"/>
                    <a:pt x="2505" y="1025"/>
                  </a:cubicBezTo>
                  <a:cubicBezTo>
                    <a:pt x="2506" y="1026"/>
                    <a:pt x="2505" y="1028"/>
                    <a:pt x="2506" y="1029"/>
                  </a:cubicBezTo>
                  <a:cubicBezTo>
                    <a:pt x="2508" y="1031"/>
                    <a:pt x="2515" y="1034"/>
                    <a:pt x="2513" y="1028"/>
                  </a:cubicBezTo>
                  <a:cubicBezTo>
                    <a:pt x="2512" y="1027"/>
                    <a:pt x="2510" y="1025"/>
                    <a:pt x="2508" y="1024"/>
                  </a:cubicBezTo>
                  <a:close/>
                  <a:moveTo>
                    <a:pt x="2341" y="676"/>
                  </a:moveTo>
                  <a:cubicBezTo>
                    <a:pt x="2342" y="675"/>
                    <a:pt x="2344" y="679"/>
                    <a:pt x="2345" y="678"/>
                  </a:cubicBezTo>
                  <a:cubicBezTo>
                    <a:pt x="2346" y="677"/>
                    <a:pt x="2349" y="674"/>
                    <a:pt x="2349" y="673"/>
                  </a:cubicBezTo>
                  <a:cubicBezTo>
                    <a:pt x="2349" y="663"/>
                    <a:pt x="2337" y="671"/>
                    <a:pt x="2335" y="670"/>
                  </a:cubicBezTo>
                  <a:cubicBezTo>
                    <a:pt x="2332" y="676"/>
                    <a:pt x="2330" y="675"/>
                    <a:pt x="2332" y="682"/>
                  </a:cubicBezTo>
                  <a:cubicBezTo>
                    <a:pt x="2337" y="685"/>
                    <a:pt x="2338" y="678"/>
                    <a:pt x="2341" y="676"/>
                  </a:cubicBezTo>
                  <a:close/>
                  <a:moveTo>
                    <a:pt x="2296" y="1000"/>
                  </a:moveTo>
                  <a:cubicBezTo>
                    <a:pt x="2292" y="1005"/>
                    <a:pt x="2299" y="1005"/>
                    <a:pt x="2301" y="1005"/>
                  </a:cubicBezTo>
                  <a:cubicBezTo>
                    <a:pt x="2302" y="1004"/>
                    <a:pt x="2302" y="1001"/>
                    <a:pt x="2303" y="1002"/>
                  </a:cubicBezTo>
                  <a:cubicBezTo>
                    <a:pt x="2305" y="1002"/>
                    <a:pt x="2307" y="1004"/>
                    <a:pt x="2309" y="1003"/>
                  </a:cubicBezTo>
                  <a:cubicBezTo>
                    <a:pt x="2313" y="1002"/>
                    <a:pt x="2315" y="1004"/>
                    <a:pt x="2319" y="1007"/>
                  </a:cubicBezTo>
                  <a:cubicBezTo>
                    <a:pt x="2320" y="998"/>
                    <a:pt x="2312" y="998"/>
                    <a:pt x="2307" y="996"/>
                  </a:cubicBezTo>
                  <a:cubicBezTo>
                    <a:pt x="2302" y="997"/>
                    <a:pt x="2298" y="997"/>
                    <a:pt x="2296" y="1000"/>
                  </a:cubicBezTo>
                  <a:close/>
                  <a:moveTo>
                    <a:pt x="2647" y="1348"/>
                  </a:moveTo>
                  <a:cubicBezTo>
                    <a:pt x="2647" y="1345"/>
                    <a:pt x="2646" y="1342"/>
                    <a:pt x="2645" y="1340"/>
                  </a:cubicBezTo>
                  <a:cubicBezTo>
                    <a:pt x="2641" y="1342"/>
                    <a:pt x="2640" y="1342"/>
                    <a:pt x="2639" y="1346"/>
                  </a:cubicBezTo>
                  <a:cubicBezTo>
                    <a:pt x="2638" y="1350"/>
                    <a:pt x="2636" y="1348"/>
                    <a:pt x="2634" y="1352"/>
                  </a:cubicBezTo>
                  <a:cubicBezTo>
                    <a:pt x="2632" y="1354"/>
                    <a:pt x="2633" y="1358"/>
                    <a:pt x="2631" y="1360"/>
                  </a:cubicBezTo>
                  <a:cubicBezTo>
                    <a:pt x="2629" y="1363"/>
                    <a:pt x="2626" y="1365"/>
                    <a:pt x="2624" y="1367"/>
                  </a:cubicBezTo>
                  <a:cubicBezTo>
                    <a:pt x="2622" y="1369"/>
                    <a:pt x="2620" y="1371"/>
                    <a:pt x="2617" y="1372"/>
                  </a:cubicBezTo>
                  <a:cubicBezTo>
                    <a:pt x="2615" y="1373"/>
                    <a:pt x="2610" y="1374"/>
                    <a:pt x="2609" y="1376"/>
                  </a:cubicBezTo>
                  <a:cubicBezTo>
                    <a:pt x="2605" y="1382"/>
                    <a:pt x="2600" y="1388"/>
                    <a:pt x="2596" y="1394"/>
                  </a:cubicBezTo>
                  <a:cubicBezTo>
                    <a:pt x="2591" y="1400"/>
                    <a:pt x="2605" y="1398"/>
                    <a:pt x="2606" y="1400"/>
                  </a:cubicBezTo>
                  <a:cubicBezTo>
                    <a:pt x="2609" y="1403"/>
                    <a:pt x="2618" y="1406"/>
                    <a:pt x="2621" y="1402"/>
                  </a:cubicBezTo>
                  <a:cubicBezTo>
                    <a:pt x="2624" y="1397"/>
                    <a:pt x="2630" y="1391"/>
                    <a:pt x="2631" y="1385"/>
                  </a:cubicBezTo>
                  <a:cubicBezTo>
                    <a:pt x="2633" y="1377"/>
                    <a:pt x="2636" y="1376"/>
                    <a:pt x="2642" y="1372"/>
                  </a:cubicBezTo>
                  <a:cubicBezTo>
                    <a:pt x="2643" y="1373"/>
                    <a:pt x="2644" y="1375"/>
                    <a:pt x="2646" y="1375"/>
                  </a:cubicBezTo>
                  <a:cubicBezTo>
                    <a:pt x="2643" y="1370"/>
                    <a:pt x="2643" y="1369"/>
                    <a:pt x="2646" y="1365"/>
                  </a:cubicBezTo>
                  <a:cubicBezTo>
                    <a:pt x="2649" y="1361"/>
                    <a:pt x="2653" y="1357"/>
                    <a:pt x="2656" y="1353"/>
                  </a:cubicBezTo>
                  <a:cubicBezTo>
                    <a:pt x="2655" y="1350"/>
                    <a:pt x="2654" y="1347"/>
                    <a:pt x="2653" y="1344"/>
                  </a:cubicBezTo>
                  <a:cubicBezTo>
                    <a:pt x="2651" y="1345"/>
                    <a:pt x="2649" y="1347"/>
                    <a:pt x="2647" y="1348"/>
                  </a:cubicBezTo>
                  <a:close/>
                  <a:moveTo>
                    <a:pt x="2606" y="1403"/>
                  </a:moveTo>
                  <a:cubicBezTo>
                    <a:pt x="2604" y="1404"/>
                    <a:pt x="2605" y="1408"/>
                    <a:pt x="2603" y="1410"/>
                  </a:cubicBezTo>
                  <a:cubicBezTo>
                    <a:pt x="2606" y="1408"/>
                    <a:pt x="2613" y="1409"/>
                    <a:pt x="2606" y="1403"/>
                  </a:cubicBezTo>
                  <a:close/>
                  <a:moveTo>
                    <a:pt x="2685" y="1310"/>
                  </a:moveTo>
                  <a:cubicBezTo>
                    <a:pt x="2679" y="1314"/>
                    <a:pt x="2678" y="1314"/>
                    <a:pt x="2671" y="1312"/>
                  </a:cubicBezTo>
                  <a:cubicBezTo>
                    <a:pt x="2667" y="1311"/>
                    <a:pt x="2669" y="1303"/>
                    <a:pt x="2665" y="1300"/>
                  </a:cubicBezTo>
                  <a:cubicBezTo>
                    <a:pt x="2665" y="1305"/>
                    <a:pt x="2662" y="1309"/>
                    <a:pt x="2660" y="1303"/>
                  </a:cubicBezTo>
                  <a:cubicBezTo>
                    <a:pt x="2659" y="1301"/>
                    <a:pt x="2660" y="1299"/>
                    <a:pt x="2659" y="1297"/>
                  </a:cubicBezTo>
                  <a:cubicBezTo>
                    <a:pt x="2658" y="1296"/>
                    <a:pt x="2657" y="1294"/>
                    <a:pt x="2656" y="1293"/>
                  </a:cubicBezTo>
                  <a:cubicBezTo>
                    <a:pt x="2654" y="1287"/>
                    <a:pt x="2658" y="1288"/>
                    <a:pt x="2651" y="1285"/>
                  </a:cubicBezTo>
                  <a:cubicBezTo>
                    <a:pt x="2648" y="1284"/>
                    <a:pt x="2646" y="1281"/>
                    <a:pt x="2643" y="1280"/>
                  </a:cubicBezTo>
                  <a:cubicBezTo>
                    <a:pt x="2645" y="1283"/>
                    <a:pt x="2646" y="1287"/>
                    <a:pt x="2648" y="1290"/>
                  </a:cubicBezTo>
                  <a:cubicBezTo>
                    <a:pt x="2649" y="1290"/>
                    <a:pt x="2649" y="1289"/>
                    <a:pt x="2650" y="1289"/>
                  </a:cubicBezTo>
                  <a:cubicBezTo>
                    <a:pt x="2652" y="1292"/>
                    <a:pt x="2655" y="1306"/>
                    <a:pt x="2659" y="1304"/>
                  </a:cubicBezTo>
                  <a:cubicBezTo>
                    <a:pt x="2658" y="1309"/>
                    <a:pt x="2661" y="1313"/>
                    <a:pt x="2659" y="1317"/>
                  </a:cubicBezTo>
                  <a:cubicBezTo>
                    <a:pt x="2657" y="1323"/>
                    <a:pt x="2656" y="1324"/>
                    <a:pt x="2652" y="1328"/>
                  </a:cubicBezTo>
                  <a:cubicBezTo>
                    <a:pt x="2654" y="1329"/>
                    <a:pt x="2655" y="1331"/>
                    <a:pt x="2657" y="1333"/>
                  </a:cubicBezTo>
                  <a:cubicBezTo>
                    <a:pt x="2659" y="1333"/>
                    <a:pt x="2663" y="1333"/>
                    <a:pt x="2663" y="1335"/>
                  </a:cubicBezTo>
                  <a:cubicBezTo>
                    <a:pt x="2666" y="1339"/>
                    <a:pt x="2660" y="1345"/>
                    <a:pt x="2658" y="1347"/>
                  </a:cubicBezTo>
                  <a:cubicBezTo>
                    <a:pt x="2662" y="1349"/>
                    <a:pt x="2667" y="1352"/>
                    <a:pt x="2670" y="1346"/>
                  </a:cubicBezTo>
                  <a:cubicBezTo>
                    <a:pt x="2672" y="1341"/>
                    <a:pt x="2677" y="1334"/>
                    <a:pt x="2677" y="1329"/>
                  </a:cubicBezTo>
                  <a:cubicBezTo>
                    <a:pt x="2676" y="1325"/>
                    <a:pt x="2681" y="1325"/>
                    <a:pt x="2683" y="1326"/>
                  </a:cubicBezTo>
                  <a:cubicBezTo>
                    <a:pt x="2685" y="1327"/>
                    <a:pt x="2683" y="1324"/>
                    <a:pt x="2684" y="1323"/>
                  </a:cubicBezTo>
                  <a:cubicBezTo>
                    <a:pt x="2687" y="1320"/>
                    <a:pt x="2692" y="1311"/>
                    <a:pt x="2685" y="1310"/>
                  </a:cubicBezTo>
                  <a:close/>
                  <a:moveTo>
                    <a:pt x="1323" y="615"/>
                  </a:moveTo>
                  <a:cubicBezTo>
                    <a:pt x="1324" y="617"/>
                    <a:pt x="1326" y="618"/>
                    <a:pt x="1327" y="619"/>
                  </a:cubicBezTo>
                  <a:cubicBezTo>
                    <a:pt x="1329" y="618"/>
                    <a:pt x="1330" y="617"/>
                    <a:pt x="1331" y="616"/>
                  </a:cubicBezTo>
                  <a:cubicBezTo>
                    <a:pt x="1329" y="610"/>
                    <a:pt x="1327" y="613"/>
                    <a:pt x="1323" y="615"/>
                  </a:cubicBezTo>
                  <a:close/>
                  <a:moveTo>
                    <a:pt x="2759" y="312"/>
                  </a:moveTo>
                  <a:cubicBezTo>
                    <a:pt x="2759" y="317"/>
                    <a:pt x="2760" y="319"/>
                    <a:pt x="2756" y="321"/>
                  </a:cubicBezTo>
                  <a:cubicBezTo>
                    <a:pt x="2753" y="322"/>
                    <a:pt x="2755" y="327"/>
                    <a:pt x="2756" y="330"/>
                  </a:cubicBezTo>
                  <a:cubicBezTo>
                    <a:pt x="2750" y="329"/>
                    <a:pt x="2748" y="329"/>
                    <a:pt x="2744" y="325"/>
                  </a:cubicBezTo>
                  <a:cubicBezTo>
                    <a:pt x="2741" y="323"/>
                    <a:pt x="2734" y="327"/>
                    <a:pt x="2733" y="323"/>
                  </a:cubicBezTo>
                  <a:cubicBezTo>
                    <a:pt x="2732" y="318"/>
                    <a:pt x="2733" y="313"/>
                    <a:pt x="2728" y="313"/>
                  </a:cubicBezTo>
                  <a:cubicBezTo>
                    <a:pt x="2722" y="312"/>
                    <a:pt x="2717" y="312"/>
                    <a:pt x="2711" y="312"/>
                  </a:cubicBezTo>
                  <a:cubicBezTo>
                    <a:pt x="2708" y="311"/>
                    <a:pt x="2714" y="301"/>
                    <a:pt x="2706" y="303"/>
                  </a:cubicBezTo>
                  <a:cubicBezTo>
                    <a:pt x="2703" y="303"/>
                    <a:pt x="2704" y="313"/>
                    <a:pt x="2704" y="316"/>
                  </a:cubicBezTo>
                  <a:cubicBezTo>
                    <a:pt x="2704" y="322"/>
                    <a:pt x="2685" y="324"/>
                    <a:pt x="2680" y="325"/>
                  </a:cubicBezTo>
                  <a:cubicBezTo>
                    <a:pt x="2685" y="328"/>
                    <a:pt x="2690" y="330"/>
                    <a:pt x="2690" y="335"/>
                  </a:cubicBezTo>
                  <a:cubicBezTo>
                    <a:pt x="2690" y="342"/>
                    <a:pt x="2693" y="345"/>
                    <a:pt x="2697" y="350"/>
                  </a:cubicBezTo>
                  <a:cubicBezTo>
                    <a:pt x="2697" y="351"/>
                    <a:pt x="2694" y="355"/>
                    <a:pt x="2693" y="355"/>
                  </a:cubicBezTo>
                  <a:cubicBezTo>
                    <a:pt x="2692" y="356"/>
                    <a:pt x="2688" y="354"/>
                    <a:pt x="2686" y="354"/>
                  </a:cubicBezTo>
                  <a:cubicBezTo>
                    <a:pt x="2684" y="353"/>
                    <a:pt x="2678" y="351"/>
                    <a:pt x="2675" y="352"/>
                  </a:cubicBezTo>
                  <a:cubicBezTo>
                    <a:pt x="2665" y="358"/>
                    <a:pt x="2655" y="365"/>
                    <a:pt x="2645" y="371"/>
                  </a:cubicBezTo>
                  <a:cubicBezTo>
                    <a:pt x="2637" y="376"/>
                    <a:pt x="2628" y="378"/>
                    <a:pt x="2625" y="387"/>
                  </a:cubicBezTo>
                  <a:cubicBezTo>
                    <a:pt x="2618" y="380"/>
                    <a:pt x="2617" y="379"/>
                    <a:pt x="2608" y="381"/>
                  </a:cubicBezTo>
                  <a:cubicBezTo>
                    <a:pt x="2599" y="382"/>
                    <a:pt x="2599" y="382"/>
                    <a:pt x="2593" y="390"/>
                  </a:cubicBezTo>
                  <a:cubicBezTo>
                    <a:pt x="2593" y="387"/>
                    <a:pt x="2593" y="385"/>
                    <a:pt x="2593" y="382"/>
                  </a:cubicBezTo>
                  <a:cubicBezTo>
                    <a:pt x="2590" y="383"/>
                    <a:pt x="2585" y="387"/>
                    <a:pt x="2582" y="387"/>
                  </a:cubicBezTo>
                  <a:cubicBezTo>
                    <a:pt x="2579" y="386"/>
                    <a:pt x="2575" y="384"/>
                    <a:pt x="2573" y="388"/>
                  </a:cubicBezTo>
                  <a:cubicBezTo>
                    <a:pt x="2568" y="396"/>
                    <a:pt x="2563" y="404"/>
                    <a:pt x="2558" y="412"/>
                  </a:cubicBezTo>
                  <a:cubicBezTo>
                    <a:pt x="2561" y="413"/>
                    <a:pt x="2570" y="414"/>
                    <a:pt x="2569" y="417"/>
                  </a:cubicBezTo>
                  <a:cubicBezTo>
                    <a:pt x="2567" y="425"/>
                    <a:pt x="2567" y="426"/>
                    <a:pt x="2571" y="432"/>
                  </a:cubicBezTo>
                  <a:cubicBezTo>
                    <a:pt x="2564" y="435"/>
                    <a:pt x="2556" y="439"/>
                    <a:pt x="2561" y="449"/>
                  </a:cubicBezTo>
                  <a:cubicBezTo>
                    <a:pt x="2561" y="451"/>
                    <a:pt x="2555" y="454"/>
                    <a:pt x="2553" y="454"/>
                  </a:cubicBezTo>
                  <a:cubicBezTo>
                    <a:pt x="2549" y="455"/>
                    <a:pt x="2546" y="455"/>
                    <a:pt x="2545" y="460"/>
                  </a:cubicBezTo>
                  <a:cubicBezTo>
                    <a:pt x="2545" y="465"/>
                    <a:pt x="2546" y="469"/>
                    <a:pt x="2541" y="471"/>
                  </a:cubicBezTo>
                  <a:cubicBezTo>
                    <a:pt x="2535" y="472"/>
                    <a:pt x="2535" y="472"/>
                    <a:pt x="2534" y="479"/>
                  </a:cubicBezTo>
                  <a:cubicBezTo>
                    <a:pt x="2533" y="486"/>
                    <a:pt x="2524" y="493"/>
                    <a:pt x="2520" y="498"/>
                  </a:cubicBezTo>
                  <a:cubicBezTo>
                    <a:pt x="2514" y="474"/>
                    <a:pt x="2497" y="427"/>
                    <a:pt x="2526" y="413"/>
                  </a:cubicBezTo>
                  <a:cubicBezTo>
                    <a:pt x="2534" y="409"/>
                    <a:pt x="2539" y="408"/>
                    <a:pt x="2544" y="400"/>
                  </a:cubicBezTo>
                  <a:cubicBezTo>
                    <a:pt x="2548" y="392"/>
                    <a:pt x="2554" y="388"/>
                    <a:pt x="2561" y="383"/>
                  </a:cubicBezTo>
                  <a:cubicBezTo>
                    <a:pt x="2566" y="379"/>
                    <a:pt x="2572" y="377"/>
                    <a:pt x="2574" y="371"/>
                  </a:cubicBezTo>
                  <a:cubicBezTo>
                    <a:pt x="2575" y="366"/>
                    <a:pt x="2576" y="361"/>
                    <a:pt x="2577" y="356"/>
                  </a:cubicBezTo>
                  <a:cubicBezTo>
                    <a:pt x="2578" y="355"/>
                    <a:pt x="2584" y="355"/>
                    <a:pt x="2586" y="354"/>
                  </a:cubicBezTo>
                  <a:cubicBezTo>
                    <a:pt x="2581" y="353"/>
                    <a:pt x="2578" y="353"/>
                    <a:pt x="2573" y="353"/>
                  </a:cubicBezTo>
                  <a:cubicBezTo>
                    <a:pt x="2570" y="354"/>
                    <a:pt x="2568" y="360"/>
                    <a:pt x="2566" y="363"/>
                  </a:cubicBezTo>
                  <a:cubicBezTo>
                    <a:pt x="2562" y="369"/>
                    <a:pt x="2553" y="374"/>
                    <a:pt x="2548" y="378"/>
                  </a:cubicBezTo>
                  <a:cubicBezTo>
                    <a:pt x="2545" y="371"/>
                    <a:pt x="2546" y="368"/>
                    <a:pt x="2547" y="361"/>
                  </a:cubicBezTo>
                  <a:cubicBezTo>
                    <a:pt x="2542" y="364"/>
                    <a:pt x="2540" y="365"/>
                    <a:pt x="2534" y="365"/>
                  </a:cubicBezTo>
                  <a:cubicBezTo>
                    <a:pt x="2528" y="365"/>
                    <a:pt x="2526" y="364"/>
                    <a:pt x="2521" y="368"/>
                  </a:cubicBezTo>
                  <a:cubicBezTo>
                    <a:pt x="2514" y="374"/>
                    <a:pt x="2507" y="381"/>
                    <a:pt x="2501" y="389"/>
                  </a:cubicBezTo>
                  <a:cubicBezTo>
                    <a:pt x="2503" y="391"/>
                    <a:pt x="2508" y="393"/>
                    <a:pt x="2506" y="396"/>
                  </a:cubicBezTo>
                  <a:cubicBezTo>
                    <a:pt x="2506" y="397"/>
                    <a:pt x="2499" y="398"/>
                    <a:pt x="2498" y="398"/>
                  </a:cubicBezTo>
                  <a:cubicBezTo>
                    <a:pt x="2490" y="399"/>
                    <a:pt x="2483" y="399"/>
                    <a:pt x="2476" y="400"/>
                  </a:cubicBezTo>
                  <a:cubicBezTo>
                    <a:pt x="2479" y="398"/>
                    <a:pt x="2481" y="397"/>
                    <a:pt x="2484" y="395"/>
                  </a:cubicBezTo>
                  <a:cubicBezTo>
                    <a:pt x="2477" y="393"/>
                    <a:pt x="2470" y="392"/>
                    <a:pt x="2464" y="391"/>
                  </a:cubicBezTo>
                  <a:cubicBezTo>
                    <a:pt x="2462" y="390"/>
                    <a:pt x="2457" y="395"/>
                    <a:pt x="2456" y="396"/>
                  </a:cubicBezTo>
                  <a:cubicBezTo>
                    <a:pt x="2453" y="397"/>
                    <a:pt x="2451" y="396"/>
                    <a:pt x="2448" y="395"/>
                  </a:cubicBezTo>
                  <a:cubicBezTo>
                    <a:pt x="2442" y="394"/>
                    <a:pt x="2437" y="394"/>
                    <a:pt x="2430" y="394"/>
                  </a:cubicBezTo>
                  <a:cubicBezTo>
                    <a:pt x="2427" y="395"/>
                    <a:pt x="2415" y="393"/>
                    <a:pt x="2412" y="396"/>
                  </a:cubicBezTo>
                  <a:cubicBezTo>
                    <a:pt x="2402" y="405"/>
                    <a:pt x="2392" y="415"/>
                    <a:pt x="2382" y="425"/>
                  </a:cubicBezTo>
                  <a:cubicBezTo>
                    <a:pt x="2372" y="435"/>
                    <a:pt x="2362" y="442"/>
                    <a:pt x="2351" y="450"/>
                  </a:cubicBezTo>
                  <a:cubicBezTo>
                    <a:pt x="2353" y="453"/>
                    <a:pt x="2355" y="453"/>
                    <a:pt x="2358" y="453"/>
                  </a:cubicBezTo>
                  <a:cubicBezTo>
                    <a:pt x="2362" y="453"/>
                    <a:pt x="2363" y="453"/>
                    <a:pt x="2364" y="457"/>
                  </a:cubicBezTo>
                  <a:cubicBezTo>
                    <a:pt x="2365" y="458"/>
                    <a:pt x="2366" y="464"/>
                    <a:pt x="2367" y="464"/>
                  </a:cubicBezTo>
                  <a:cubicBezTo>
                    <a:pt x="2375" y="465"/>
                    <a:pt x="2376" y="466"/>
                    <a:pt x="2380" y="458"/>
                  </a:cubicBezTo>
                  <a:cubicBezTo>
                    <a:pt x="2383" y="451"/>
                    <a:pt x="2402" y="467"/>
                    <a:pt x="2401" y="472"/>
                  </a:cubicBezTo>
                  <a:cubicBezTo>
                    <a:pt x="2399" y="485"/>
                    <a:pt x="2396" y="497"/>
                    <a:pt x="2393" y="510"/>
                  </a:cubicBezTo>
                  <a:cubicBezTo>
                    <a:pt x="2391" y="522"/>
                    <a:pt x="2387" y="528"/>
                    <a:pt x="2380" y="538"/>
                  </a:cubicBezTo>
                  <a:cubicBezTo>
                    <a:pt x="2374" y="548"/>
                    <a:pt x="2369" y="557"/>
                    <a:pt x="2361" y="564"/>
                  </a:cubicBezTo>
                  <a:cubicBezTo>
                    <a:pt x="2356" y="570"/>
                    <a:pt x="2351" y="575"/>
                    <a:pt x="2346" y="580"/>
                  </a:cubicBezTo>
                  <a:cubicBezTo>
                    <a:pt x="2343" y="583"/>
                    <a:pt x="2337" y="583"/>
                    <a:pt x="2333" y="584"/>
                  </a:cubicBezTo>
                  <a:cubicBezTo>
                    <a:pt x="2331" y="584"/>
                    <a:pt x="2329" y="579"/>
                    <a:pt x="2328" y="578"/>
                  </a:cubicBezTo>
                  <a:cubicBezTo>
                    <a:pt x="2326" y="578"/>
                    <a:pt x="2322" y="582"/>
                    <a:pt x="2321" y="583"/>
                  </a:cubicBezTo>
                  <a:cubicBezTo>
                    <a:pt x="2315" y="586"/>
                    <a:pt x="2315" y="588"/>
                    <a:pt x="2312" y="595"/>
                  </a:cubicBezTo>
                  <a:cubicBezTo>
                    <a:pt x="2309" y="606"/>
                    <a:pt x="2300" y="612"/>
                    <a:pt x="2292" y="620"/>
                  </a:cubicBezTo>
                  <a:cubicBezTo>
                    <a:pt x="2301" y="627"/>
                    <a:pt x="2309" y="636"/>
                    <a:pt x="2307" y="649"/>
                  </a:cubicBezTo>
                  <a:cubicBezTo>
                    <a:pt x="2306" y="658"/>
                    <a:pt x="2307" y="659"/>
                    <a:pt x="2299" y="663"/>
                  </a:cubicBezTo>
                  <a:cubicBezTo>
                    <a:pt x="2294" y="666"/>
                    <a:pt x="2290" y="666"/>
                    <a:pt x="2284" y="666"/>
                  </a:cubicBezTo>
                  <a:cubicBezTo>
                    <a:pt x="2284" y="661"/>
                    <a:pt x="2285" y="656"/>
                    <a:pt x="2286" y="651"/>
                  </a:cubicBezTo>
                  <a:cubicBezTo>
                    <a:pt x="2286" y="645"/>
                    <a:pt x="2281" y="646"/>
                    <a:pt x="2286" y="641"/>
                  </a:cubicBezTo>
                  <a:cubicBezTo>
                    <a:pt x="2288" y="637"/>
                    <a:pt x="2287" y="633"/>
                    <a:pt x="2283" y="633"/>
                  </a:cubicBezTo>
                  <a:cubicBezTo>
                    <a:pt x="2279" y="634"/>
                    <a:pt x="2273" y="636"/>
                    <a:pt x="2272" y="630"/>
                  </a:cubicBezTo>
                  <a:cubicBezTo>
                    <a:pt x="2271" y="627"/>
                    <a:pt x="2275" y="620"/>
                    <a:pt x="2276" y="617"/>
                  </a:cubicBezTo>
                  <a:cubicBezTo>
                    <a:pt x="2276" y="617"/>
                    <a:pt x="2268" y="611"/>
                    <a:pt x="2267" y="611"/>
                  </a:cubicBezTo>
                  <a:cubicBezTo>
                    <a:pt x="2264" y="611"/>
                    <a:pt x="2258" y="616"/>
                    <a:pt x="2256" y="618"/>
                  </a:cubicBezTo>
                  <a:cubicBezTo>
                    <a:pt x="2252" y="620"/>
                    <a:pt x="2248" y="623"/>
                    <a:pt x="2244" y="625"/>
                  </a:cubicBezTo>
                  <a:cubicBezTo>
                    <a:pt x="2241" y="617"/>
                    <a:pt x="2248" y="612"/>
                    <a:pt x="2253" y="607"/>
                  </a:cubicBezTo>
                  <a:cubicBezTo>
                    <a:pt x="2248" y="604"/>
                    <a:pt x="2248" y="603"/>
                    <a:pt x="2243" y="605"/>
                  </a:cubicBezTo>
                  <a:cubicBezTo>
                    <a:pt x="2239" y="607"/>
                    <a:pt x="2237" y="609"/>
                    <a:pt x="2234" y="612"/>
                  </a:cubicBezTo>
                  <a:cubicBezTo>
                    <a:pt x="2230" y="615"/>
                    <a:pt x="2228" y="617"/>
                    <a:pt x="2223" y="618"/>
                  </a:cubicBezTo>
                  <a:cubicBezTo>
                    <a:pt x="2222" y="619"/>
                    <a:pt x="2214" y="621"/>
                    <a:pt x="2216" y="624"/>
                  </a:cubicBezTo>
                  <a:cubicBezTo>
                    <a:pt x="2219" y="627"/>
                    <a:pt x="2222" y="630"/>
                    <a:pt x="2225" y="634"/>
                  </a:cubicBezTo>
                  <a:cubicBezTo>
                    <a:pt x="2228" y="640"/>
                    <a:pt x="2228" y="639"/>
                    <a:pt x="2233" y="636"/>
                  </a:cubicBezTo>
                  <a:cubicBezTo>
                    <a:pt x="2241" y="632"/>
                    <a:pt x="2247" y="636"/>
                    <a:pt x="2256" y="638"/>
                  </a:cubicBezTo>
                  <a:cubicBezTo>
                    <a:pt x="2247" y="645"/>
                    <a:pt x="2237" y="653"/>
                    <a:pt x="2228" y="661"/>
                  </a:cubicBezTo>
                  <a:cubicBezTo>
                    <a:pt x="2232" y="664"/>
                    <a:pt x="2237" y="667"/>
                    <a:pt x="2239" y="672"/>
                  </a:cubicBezTo>
                  <a:cubicBezTo>
                    <a:pt x="2242" y="678"/>
                    <a:pt x="2245" y="684"/>
                    <a:pt x="2248" y="691"/>
                  </a:cubicBezTo>
                  <a:cubicBezTo>
                    <a:pt x="2243" y="690"/>
                    <a:pt x="2239" y="689"/>
                    <a:pt x="2234" y="688"/>
                  </a:cubicBezTo>
                  <a:cubicBezTo>
                    <a:pt x="2239" y="692"/>
                    <a:pt x="2244" y="695"/>
                    <a:pt x="2249" y="699"/>
                  </a:cubicBezTo>
                  <a:cubicBezTo>
                    <a:pt x="2245" y="702"/>
                    <a:pt x="2241" y="704"/>
                    <a:pt x="2238" y="707"/>
                  </a:cubicBezTo>
                  <a:cubicBezTo>
                    <a:pt x="2242" y="708"/>
                    <a:pt x="2247" y="710"/>
                    <a:pt x="2251" y="711"/>
                  </a:cubicBezTo>
                  <a:cubicBezTo>
                    <a:pt x="2246" y="721"/>
                    <a:pt x="2241" y="734"/>
                    <a:pt x="2234" y="744"/>
                  </a:cubicBezTo>
                  <a:cubicBezTo>
                    <a:pt x="2226" y="753"/>
                    <a:pt x="2220" y="764"/>
                    <a:pt x="2209" y="769"/>
                  </a:cubicBezTo>
                  <a:cubicBezTo>
                    <a:pt x="2197" y="774"/>
                    <a:pt x="2185" y="779"/>
                    <a:pt x="2173" y="783"/>
                  </a:cubicBezTo>
                  <a:cubicBezTo>
                    <a:pt x="2170" y="784"/>
                    <a:pt x="2166" y="786"/>
                    <a:pt x="2162" y="787"/>
                  </a:cubicBezTo>
                  <a:cubicBezTo>
                    <a:pt x="2159" y="788"/>
                    <a:pt x="2160" y="788"/>
                    <a:pt x="2161" y="792"/>
                  </a:cubicBezTo>
                  <a:cubicBezTo>
                    <a:pt x="2161" y="794"/>
                    <a:pt x="2161" y="799"/>
                    <a:pt x="2157" y="797"/>
                  </a:cubicBezTo>
                  <a:cubicBezTo>
                    <a:pt x="2156" y="796"/>
                    <a:pt x="2155" y="791"/>
                    <a:pt x="2154" y="789"/>
                  </a:cubicBezTo>
                  <a:cubicBezTo>
                    <a:pt x="2155" y="789"/>
                    <a:pt x="2157" y="788"/>
                    <a:pt x="2158" y="788"/>
                  </a:cubicBezTo>
                  <a:cubicBezTo>
                    <a:pt x="2154" y="785"/>
                    <a:pt x="2146" y="782"/>
                    <a:pt x="2142" y="786"/>
                  </a:cubicBezTo>
                  <a:cubicBezTo>
                    <a:pt x="2138" y="789"/>
                    <a:pt x="2128" y="794"/>
                    <a:pt x="2126" y="799"/>
                  </a:cubicBezTo>
                  <a:cubicBezTo>
                    <a:pt x="2126" y="801"/>
                    <a:pt x="2123" y="807"/>
                    <a:pt x="2124" y="809"/>
                  </a:cubicBezTo>
                  <a:cubicBezTo>
                    <a:pt x="2126" y="813"/>
                    <a:pt x="2128" y="816"/>
                    <a:pt x="2131" y="820"/>
                  </a:cubicBezTo>
                  <a:cubicBezTo>
                    <a:pt x="2134" y="826"/>
                    <a:pt x="2138" y="830"/>
                    <a:pt x="2142" y="835"/>
                  </a:cubicBezTo>
                  <a:cubicBezTo>
                    <a:pt x="2147" y="842"/>
                    <a:pt x="2150" y="844"/>
                    <a:pt x="2150" y="852"/>
                  </a:cubicBezTo>
                  <a:cubicBezTo>
                    <a:pt x="2150" y="857"/>
                    <a:pt x="2153" y="868"/>
                    <a:pt x="2149" y="872"/>
                  </a:cubicBezTo>
                  <a:cubicBezTo>
                    <a:pt x="2139" y="881"/>
                    <a:pt x="2129" y="890"/>
                    <a:pt x="2118" y="899"/>
                  </a:cubicBezTo>
                  <a:cubicBezTo>
                    <a:pt x="2114" y="895"/>
                    <a:pt x="2119" y="889"/>
                    <a:pt x="2116" y="886"/>
                  </a:cubicBezTo>
                  <a:cubicBezTo>
                    <a:pt x="2113" y="882"/>
                    <a:pt x="2109" y="879"/>
                    <a:pt x="2106" y="875"/>
                  </a:cubicBezTo>
                  <a:cubicBezTo>
                    <a:pt x="2099" y="868"/>
                    <a:pt x="2094" y="864"/>
                    <a:pt x="2086" y="864"/>
                  </a:cubicBezTo>
                  <a:cubicBezTo>
                    <a:pt x="2086" y="862"/>
                    <a:pt x="2086" y="859"/>
                    <a:pt x="2087" y="857"/>
                  </a:cubicBezTo>
                  <a:cubicBezTo>
                    <a:pt x="2078" y="858"/>
                    <a:pt x="2080" y="859"/>
                    <a:pt x="2079" y="868"/>
                  </a:cubicBezTo>
                  <a:cubicBezTo>
                    <a:pt x="2079" y="874"/>
                    <a:pt x="2076" y="879"/>
                    <a:pt x="2074" y="884"/>
                  </a:cubicBezTo>
                  <a:cubicBezTo>
                    <a:pt x="2073" y="886"/>
                    <a:pt x="2074" y="888"/>
                    <a:pt x="2074" y="891"/>
                  </a:cubicBezTo>
                  <a:cubicBezTo>
                    <a:pt x="2074" y="895"/>
                    <a:pt x="2074" y="895"/>
                    <a:pt x="2078" y="894"/>
                  </a:cubicBezTo>
                  <a:cubicBezTo>
                    <a:pt x="2081" y="894"/>
                    <a:pt x="2083" y="908"/>
                    <a:pt x="2084" y="910"/>
                  </a:cubicBezTo>
                  <a:cubicBezTo>
                    <a:pt x="2085" y="914"/>
                    <a:pt x="2093" y="918"/>
                    <a:pt x="2096" y="920"/>
                  </a:cubicBezTo>
                  <a:cubicBezTo>
                    <a:pt x="2099" y="923"/>
                    <a:pt x="2104" y="927"/>
                    <a:pt x="2105" y="931"/>
                  </a:cubicBezTo>
                  <a:cubicBezTo>
                    <a:pt x="2107" y="936"/>
                    <a:pt x="2105" y="942"/>
                    <a:pt x="2106" y="948"/>
                  </a:cubicBezTo>
                  <a:cubicBezTo>
                    <a:pt x="2108" y="952"/>
                    <a:pt x="2110" y="957"/>
                    <a:pt x="2112" y="962"/>
                  </a:cubicBezTo>
                  <a:cubicBezTo>
                    <a:pt x="2105" y="961"/>
                    <a:pt x="2101" y="956"/>
                    <a:pt x="2095" y="952"/>
                  </a:cubicBezTo>
                  <a:cubicBezTo>
                    <a:pt x="2089" y="947"/>
                    <a:pt x="2089" y="945"/>
                    <a:pt x="2087" y="938"/>
                  </a:cubicBezTo>
                  <a:cubicBezTo>
                    <a:pt x="2085" y="933"/>
                    <a:pt x="2084" y="922"/>
                    <a:pt x="2080" y="918"/>
                  </a:cubicBezTo>
                  <a:cubicBezTo>
                    <a:pt x="2075" y="913"/>
                    <a:pt x="2070" y="907"/>
                    <a:pt x="2065" y="902"/>
                  </a:cubicBezTo>
                  <a:cubicBezTo>
                    <a:pt x="2063" y="899"/>
                    <a:pt x="2066" y="886"/>
                    <a:pt x="2066" y="882"/>
                  </a:cubicBezTo>
                  <a:cubicBezTo>
                    <a:pt x="2067" y="875"/>
                    <a:pt x="2065" y="867"/>
                    <a:pt x="2065" y="861"/>
                  </a:cubicBezTo>
                  <a:cubicBezTo>
                    <a:pt x="2064" y="847"/>
                    <a:pt x="2060" y="835"/>
                    <a:pt x="2056" y="822"/>
                  </a:cubicBezTo>
                  <a:cubicBezTo>
                    <a:pt x="2053" y="826"/>
                    <a:pt x="2050" y="829"/>
                    <a:pt x="2047" y="832"/>
                  </a:cubicBezTo>
                  <a:cubicBezTo>
                    <a:pt x="2044" y="837"/>
                    <a:pt x="2044" y="836"/>
                    <a:pt x="2039" y="835"/>
                  </a:cubicBezTo>
                  <a:cubicBezTo>
                    <a:pt x="2034" y="834"/>
                    <a:pt x="2034" y="834"/>
                    <a:pt x="2035" y="829"/>
                  </a:cubicBezTo>
                  <a:cubicBezTo>
                    <a:pt x="2035" y="826"/>
                    <a:pt x="2037" y="819"/>
                    <a:pt x="2036" y="817"/>
                  </a:cubicBezTo>
                  <a:cubicBezTo>
                    <a:pt x="2033" y="808"/>
                    <a:pt x="2031" y="801"/>
                    <a:pt x="2024" y="796"/>
                  </a:cubicBezTo>
                  <a:cubicBezTo>
                    <a:pt x="2018" y="791"/>
                    <a:pt x="2016" y="782"/>
                    <a:pt x="2013" y="775"/>
                  </a:cubicBezTo>
                  <a:cubicBezTo>
                    <a:pt x="2010" y="777"/>
                    <a:pt x="2005" y="782"/>
                    <a:pt x="2002" y="782"/>
                  </a:cubicBezTo>
                  <a:cubicBezTo>
                    <a:pt x="1995" y="783"/>
                    <a:pt x="1989" y="784"/>
                    <a:pt x="1983" y="785"/>
                  </a:cubicBezTo>
                  <a:cubicBezTo>
                    <a:pt x="1982" y="785"/>
                    <a:pt x="1978" y="785"/>
                    <a:pt x="1977" y="786"/>
                  </a:cubicBezTo>
                  <a:cubicBezTo>
                    <a:pt x="1976" y="787"/>
                    <a:pt x="1978" y="791"/>
                    <a:pt x="1977" y="792"/>
                  </a:cubicBezTo>
                  <a:cubicBezTo>
                    <a:pt x="1974" y="796"/>
                    <a:pt x="1971" y="799"/>
                    <a:pt x="1968" y="802"/>
                  </a:cubicBezTo>
                  <a:cubicBezTo>
                    <a:pt x="1959" y="811"/>
                    <a:pt x="1950" y="820"/>
                    <a:pt x="1941" y="829"/>
                  </a:cubicBezTo>
                  <a:cubicBezTo>
                    <a:pt x="1938" y="832"/>
                    <a:pt x="1932" y="834"/>
                    <a:pt x="1929" y="836"/>
                  </a:cubicBezTo>
                  <a:cubicBezTo>
                    <a:pt x="1924" y="838"/>
                    <a:pt x="1926" y="841"/>
                    <a:pt x="1926" y="847"/>
                  </a:cubicBezTo>
                  <a:cubicBezTo>
                    <a:pt x="1926" y="852"/>
                    <a:pt x="1927" y="859"/>
                    <a:pt x="1926" y="863"/>
                  </a:cubicBezTo>
                  <a:cubicBezTo>
                    <a:pt x="1925" y="868"/>
                    <a:pt x="1922" y="874"/>
                    <a:pt x="1923" y="879"/>
                  </a:cubicBezTo>
                  <a:cubicBezTo>
                    <a:pt x="1924" y="886"/>
                    <a:pt x="1925" y="889"/>
                    <a:pt x="1930" y="894"/>
                  </a:cubicBezTo>
                  <a:cubicBezTo>
                    <a:pt x="1934" y="898"/>
                    <a:pt x="1935" y="903"/>
                    <a:pt x="1938" y="909"/>
                  </a:cubicBezTo>
                  <a:cubicBezTo>
                    <a:pt x="1942" y="919"/>
                    <a:pt x="1925" y="928"/>
                    <a:pt x="1924" y="914"/>
                  </a:cubicBezTo>
                  <a:cubicBezTo>
                    <a:pt x="1923" y="908"/>
                    <a:pt x="1923" y="903"/>
                    <a:pt x="1923" y="897"/>
                  </a:cubicBezTo>
                  <a:cubicBezTo>
                    <a:pt x="1923" y="891"/>
                    <a:pt x="1921" y="890"/>
                    <a:pt x="1917" y="886"/>
                  </a:cubicBezTo>
                  <a:cubicBezTo>
                    <a:pt x="1917" y="890"/>
                    <a:pt x="1918" y="894"/>
                    <a:pt x="1914" y="896"/>
                  </a:cubicBezTo>
                  <a:cubicBezTo>
                    <a:pt x="1911" y="898"/>
                    <a:pt x="1907" y="901"/>
                    <a:pt x="1904" y="903"/>
                  </a:cubicBezTo>
                  <a:cubicBezTo>
                    <a:pt x="1894" y="884"/>
                    <a:pt x="1885" y="865"/>
                    <a:pt x="1877" y="845"/>
                  </a:cubicBezTo>
                  <a:cubicBezTo>
                    <a:pt x="1874" y="840"/>
                    <a:pt x="1871" y="834"/>
                    <a:pt x="1869" y="829"/>
                  </a:cubicBezTo>
                  <a:cubicBezTo>
                    <a:pt x="1868" y="825"/>
                    <a:pt x="1869" y="820"/>
                    <a:pt x="1869" y="816"/>
                  </a:cubicBezTo>
                  <a:cubicBezTo>
                    <a:pt x="1868" y="803"/>
                    <a:pt x="1868" y="791"/>
                    <a:pt x="1868" y="778"/>
                  </a:cubicBezTo>
                  <a:cubicBezTo>
                    <a:pt x="1865" y="782"/>
                    <a:pt x="1862" y="786"/>
                    <a:pt x="1860" y="789"/>
                  </a:cubicBezTo>
                  <a:cubicBezTo>
                    <a:pt x="1857" y="793"/>
                    <a:pt x="1857" y="792"/>
                    <a:pt x="1852" y="792"/>
                  </a:cubicBezTo>
                  <a:cubicBezTo>
                    <a:pt x="1848" y="792"/>
                    <a:pt x="1842" y="783"/>
                    <a:pt x="1838" y="779"/>
                  </a:cubicBezTo>
                  <a:cubicBezTo>
                    <a:pt x="1842" y="778"/>
                    <a:pt x="1849" y="779"/>
                    <a:pt x="1850" y="774"/>
                  </a:cubicBezTo>
                  <a:cubicBezTo>
                    <a:pt x="1848" y="774"/>
                    <a:pt x="1845" y="775"/>
                    <a:pt x="1844" y="774"/>
                  </a:cubicBezTo>
                  <a:cubicBezTo>
                    <a:pt x="1839" y="773"/>
                    <a:pt x="1833" y="768"/>
                    <a:pt x="1828" y="765"/>
                  </a:cubicBezTo>
                  <a:cubicBezTo>
                    <a:pt x="1825" y="764"/>
                    <a:pt x="1823" y="755"/>
                    <a:pt x="1821" y="752"/>
                  </a:cubicBezTo>
                  <a:cubicBezTo>
                    <a:pt x="1820" y="748"/>
                    <a:pt x="1793" y="754"/>
                    <a:pt x="1789" y="755"/>
                  </a:cubicBezTo>
                  <a:cubicBezTo>
                    <a:pt x="1779" y="756"/>
                    <a:pt x="1769" y="752"/>
                    <a:pt x="1759" y="750"/>
                  </a:cubicBezTo>
                  <a:cubicBezTo>
                    <a:pt x="1755" y="749"/>
                    <a:pt x="1750" y="749"/>
                    <a:pt x="1748" y="745"/>
                  </a:cubicBezTo>
                  <a:cubicBezTo>
                    <a:pt x="1744" y="737"/>
                    <a:pt x="1745" y="735"/>
                    <a:pt x="1737" y="738"/>
                  </a:cubicBezTo>
                  <a:cubicBezTo>
                    <a:pt x="1731" y="740"/>
                    <a:pt x="1727" y="739"/>
                    <a:pt x="1720" y="738"/>
                  </a:cubicBezTo>
                  <a:cubicBezTo>
                    <a:pt x="1716" y="737"/>
                    <a:pt x="1714" y="732"/>
                    <a:pt x="1710" y="731"/>
                  </a:cubicBezTo>
                  <a:cubicBezTo>
                    <a:pt x="1703" y="727"/>
                    <a:pt x="1702" y="726"/>
                    <a:pt x="1699" y="719"/>
                  </a:cubicBezTo>
                  <a:cubicBezTo>
                    <a:pt x="1697" y="714"/>
                    <a:pt x="1696" y="708"/>
                    <a:pt x="1690" y="707"/>
                  </a:cubicBezTo>
                  <a:cubicBezTo>
                    <a:pt x="1682" y="706"/>
                    <a:pt x="1682" y="706"/>
                    <a:pt x="1676" y="714"/>
                  </a:cubicBezTo>
                  <a:cubicBezTo>
                    <a:pt x="1674" y="716"/>
                    <a:pt x="1681" y="725"/>
                    <a:pt x="1682" y="728"/>
                  </a:cubicBezTo>
                  <a:cubicBezTo>
                    <a:pt x="1688" y="737"/>
                    <a:pt x="1693" y="747"/>
                    <a:pt x="1698" y="756"/>
                  </a:cubicBezTo>
                  <a:cubicBezTo>
                    <a:pt x="1698" y="752"/>
                    <a:pt x="1699" y="747"/>
                    <a:pt x="1700" y="743"/>
                  </a:cubicBezTo>
                  <a:cubicBezTo>
                    <a:pt x="1703" y="750"/>
                    <a:pt x="1703" y="756"/>
                    <a:pt x="1703" y="764"/>
                  </a:cubicBezTo>
                  <a:cubicBezTo>
                    <a:pt x="1709" y="763"/>
                    <a:pt x="1720" y="764"/>
                    <a:pt x="1726" y="761"/>
                  </a:cubicBezTo>
                  <a:cubicBezTo>
                    <a:pt x="1731" y="757"/>
                    <a:pt x="1737" y="748"/>
                    <a:pt x="1741" y="743"/>
                  </a:cubicBezTo>
                  <a:cubicBezTo>
                    <a:pt x="1742" y="748"/>
                    <a:pt x="1740" y="757"/>
                    <a:pt x="1745" y="760"/>
                  </a:cubicBezTo>
                  <a:cubicBezTo>
                    <a:pt x="1747" y="762"/>
                    <a:pt x="1750" y="765"/>
                    <a:pt x="1753" y="766"/>
                  </a:cubicBezTo>
                  <a:cubicBezTo>
                    <a:pt x="1756" y="767"/>
                    <a:pt x="1759" y="766"/>
                    <a:pt x="1760" y="769"/>
                  </a:cubicBezTo>
                  <a:cubicBezTo>
                    <a:pt x="1761" y="771"/>
                    <a:pt x="1763" y="776"/>
                    <a:pt x="1765" y="777"/>
                  </a:cubicBezTo>
                  <a:cubicBezTo>
                    <a:pt x="1769" y="777"/>
                    <a:pt x="1767" y="780"/>
                    <a:pt x="1767" y="784"/>
                  </a:cubicBezTo>
                  <a:cubicBezTo>
                    <a:pt x="1767" y="788"/>
                    <a:pt x="1759" y="795"/>
                    <a:pt x="1756" y="798"/>
                  </a:cubicBezTo>
                  <a:cubicBezTo>
                    <a:pt x="1756" y="797"/>
                    <a:pt x="1755" y="795"/>
                    <a:pt x="1755" y="794"/>
                  </a:cubicBezTo>
                  <a:cubicBezTo>
                    <a:pt x="1753" y="799"/>
                    <a:pt x="1751" y="801"/>
                    <a:pt x="1751" y="807"/>
                  </a:cubicBezTo>
                  <a:cubicBezTo>
                    <a:pt x="1751" y="812"/>
                    <a:pt x="1750" y="811"/>
                    <a:pt x="1746" y="813"/>
                  </a:cubicBezTo>
                  <a:cubicBezTo>
                    <a:pt x="1742" y="815"/>
                    <a:pt x="1738" y="817"/>
                    <a:pt x="1734" y="819"/>
                  </a:cubicBezTo>
                  <a:cubicBezTo>
                    <a:pt x="1731" y="820"/>
                    <a:pt x="1731" y="827"/>
                    <a:pt x="1729" y="828"/>
                  </a:cubicBezTo>
                  <a:cubicBezTo>
                    <a:pt x="1727" y="829"/>
                    <a:pt x="1724" y="826"/>
                    <a:pt x="1722" y="827"/>
                  </a:cubicBezTo>
                  <a:cubicBezTo>
                    <a:pt x="1719" y="828"/>
                    <a:pt x="1716" y="830"/>
                    <a:pt x="1713" y="831"/>
                  </a:cubicBezTo>
                  <a:cubicBezTo>
                    <a:pt x="1709" y="833"/>
                    <a:pt x="1710" y="838"/>
                    <a:pt x="1706" y="840"/>
                  </a:cubicBezTo>
                  <a:cubicBezTo>
                    <a:pt x="1699" y="842"/>
                    <a:pt x="1693" y="844"/>
                    <a:pt x="1686" y="847"/>
                  </a:cubicBezTo>
                  <a:cubicBezTo>
                    <a:pt x="1684" y="847"/>
                    <a:pt x="1684" y="849"/>
                    <a:pt x="1682" y="851"/>
                  </a:cubicBezTo>
                  <a:cubicBezTo>
                    <a:pt x="1681" y="853"/>
                    <a:pt x="1679" y="853"/>
                    <a:pt x="1676" y="853"/>
                  </a:cubicBezTo>
                  <a:cubicBezTo>
                    <a:pt x="1670" y="854"/>
                    <a:pt x="1664" y="856"/>
                    <a:pt x="1659" y="858"/>
                  </a:cubicBezTo>
                  <a:cubicBezTo>
                    <a:pt x="1654" y="859"/>
                    <a:pt x="1653" y="864"/>
                    <a:pt x="1649" y="864"/>
                  </a:cubicBezTo>
                  <a:cubicBezTo>
                    <a:pt x="1642" y="864"/>
                    <a:pt x="1641" y="865"/>
                    <a:pt x="1640" y="858"/>
                  </a:cubicBezTo>
                  <a:cubicBezTo>
                    <a:pt x="1638" y="850"/>
                    <a:pt x="1637" y="843"/>
                    <a:pt x="1635" y="835"/>
                  </a:cubicBezTo>
                  <a:cubicBezTo>
                    <a:pt x="1633" y="823"/>
                    <a:pt x="1628" y="816"/>
                    <a:pt x="1621" y="806"/>
                  </a:cubicBezTo>
                  <a:cubicBezTo>
                    <a:pt x="1618" y="800"/>
                    <a:pt x="1617" y="798"/>
                    <a:pt x="1611" y="796"/>
                  </a:cubicBezTo>
                  <a:cubicBezTo>
                    <a:pt x="1608" y="795"/>
                    <a:pt x="1608" y="784"/>
                    <a:pt x="1607" y="780"/>
                  </a:cubicBezTo>
                  <a:cubicBezTo>
                    <a:pt x="1606" y="774"/>
                    <a:pt x="1602" y="769"/>
                    <a:pt x="1600" y="764"/>
                  </a:cubicBezTo>
                  <a:cubicBezTo>
                    <a:pt x="1598" y="761"/>
                    <a:pt x="1595" y="760"/>
                    <a:pt x="1593" y="756"/>
                  </a:cubicBezTo>
                  <a:cubicBezTo>
                    <a:pt x="1589" y="749"/>
                    <a:pt x="1585" y="742"/>
                    <a:pt x="1581" y="735"/>
                  </a:cubicBezTo>
                  <a:cubicBezTo>
                    <a:pt x="1579" y="731"/>
                    <a:pt x="1577" y="725"/>
                    <a:pt x="1573" y="726"/>
                  </a:cubicBezTo>
                  <a:cubicBezTo>
                    <a:pt x="1573" y="722"/>
                    <a:pt x="1574" y="717"/>
                    <a:pt x="1574" y="713"/>
                  </a:cubicBezTo>
                  <a:cubicBezTo>
                    <a:pt x="1573" y="718"/>
                    <a:pt x="1571" y="723"/>
                    <a:pt x="1569" y="729"/>
                  </a:cubicBezTo>
                  <a:cubicBezTo>
                    <a:pt x="1563" y="722"/>
                    <a:pt x="1560" y="717"/>
                    <a:pt x="1556" y="709"/>
                  </a:cubicBezTo>
                  <a:cubicBezTo>
                    <a:pt x="1552" y="714"/>
                    <a:pt x="1559" y="723"/>
                    <a:pt x="1562" y="728"/>
                  </a:cubicBezTo>
                  <a:cubicBezTo>
                    <a:pt x="1567" y="738"/>
                    <a:pt x="1572" y="748"/>
                    <a:pt x="1576" y="758"/>
                  </a:cubicBezTo>
                  <a:cubicBezTo>
                    <a:pt x="1579" y="764"/>
                    <a:pt x="1578" y="771"/>
                    <a:pt x="1583" y="776"/>
                  </a:cubicBezTo>
                  <a:cubicBezTo>
                    <a:pt x="1585" y="778"/>
                    <a:pt x="1589" y="781"/>
                    <a:pt x="1590" y="784"/>
                  </a:cubicBezTo>
                  <a:cubicBezTo>
                    <a:pt x="1590" y="789"/>
                    <a:pt x="1591" y="794"/>
                    <a:pt x="1592" y="799"/>
                  </a:cubicBezTo>
                  <a:cubicBezTo>
                    <a:pt x="1592" y="802"/>
                    <a:pt x="1592" y="808"/>
                    <a:pt x="1594" y="810"/>
                  </a:cubicBezTo>
                  <a:cubicBezTo>
                    <a:pt x="1597" y="812"/>
                    <a:pt x="1601" y="815"/>
                    <a:pt x="1603" y="818"/>
                  </a:cubicBezTo>
                  <a:cubicBezTo>
                    <a:pt x="1608" y="825"/>
                    <a:pt x="1609" y="835"/>
                    <a:pt x="1612" y="842"/>
                  </a:cubicBezTo>
                  <a:cubicBezTo>
                    <a:pt x="1613" y="845"/>
                    <a:pt x="1620" y="844"/>
                    <a:pt x="1622" y="846"/>
                  </a:cubicBezTo>
                  <a:cubicBezTo>
                    <a:pt x="1625" y="849"/>
                    <a:pt x="1627" y="853"/>
                    <a:pt x="1630" y="856"/>
                  </a:cubicBezTo>
                  <a:cubicBezTo>
                    <a:pt x="1635" y="861"/>
                    <a:pt x="1644" y="867"/>
                    <a:pt x="1637" y="874"/>
                  </a:cubicBezTo>
                  <a:cubicBezTo>
                    <a:pt x="1642" y="875"/>
                    <a:pt x="1647" y="885"/>
                    <a:pt x="1651" y="884"/>
                  </a:cubicBezTo>
                  <a:cubicBezTo>
                    <a:pt x="1664" y="881"/>
                    <a:pt x="1677" y="877"/>
                    <a:pt x="1690" y="874"/>
                  </a:cubicBezTo>
                  <a:cubicBezTo>
                    <a:pt x="1692" y="873"/>
                    <a:pt x="1699" y="870"/>
                    <a:pt x="1701" y="874"/>
                  </a:cubicBezTo>
                  <a:cubicBezTo>
                    <a:pt x="1703" y="876"/>
                    <a:pt x="1698" y="888"/>
                    <a:pt x="1697" y="891"/>
                  </a:cubicBezTo>
                  <a:cubicBezTo>
                    <a:pt x="1695" y="901"/>
                    <a:pt x="1687" y="911"/>
                    <a:pt x="1682" y="921"/>
                  </a:cubicBezTo>
                  <a:cubicBezTo>
                    <a:pt x="1678" y="928"/>
                    <a:pt x="1675" y="937"/>
                    <a:pt x="1669" y="943"/>
                  </a:cubicBezTo>
                  <a:cubicBezTo>
                    <a:pt x="1653" y="960"/>
                    <a:pt x="1634" y="975"/>
                    <a:pt x="1622" y="996"/>
                  </a:cubicBezTo>
                  <a:cubicBezTo>
                    <a:pt x="1620" y="1000"/>
                    <a:pt x="1603" y="1023"/>
                    <a:pt x="1606" y="1027"/>
                  </a:cubicBezTo>
                  <a:cubicBezTo>
                    <a:pt x="1610" y="1035"/>
                    <a:pt x="1610" y="1036"/>
                    <a:pt x="1610" y="1045"/>
                  </a:cubicBezTo>
                  <a:cubicBezTo>
                    <a:pt x="1609" y="1053"/>
                    <a:pt x="1610" y="1053"/>
                    <a:pt x="1614" y="1059"/>
                  </a:cubicBezTo>
                  <a:cubicBezTo>
                    <a:pt x="1622" y="1069"/>
                    <a:pt x="1619" y="1084"/>
                    <a:pt x="1620" y="1096"/>
                  </a:cubicBezTo>
                  <a:cubicBezTo>
                    <a:pt x="1620" y="1105"/>
                    <a:pt x="1613" y="1116"/>
                    <a:pt x="1606" y="1119"/>
                  </a:cubicBezTo>
                  <a:cubicBezTo>
                    <a:pt x="1602" y="1121"/>
                    <a:pt x="1594" y="1123"/>
                    <a:pt x="1590" y="1126"/>
                  </a:cubicBezTo>
                  <a:cubicBezTo>
                    <a:pt x="1587" y="1131"/>
                    <a:pt x="1583" y="1136"/>
                    <a:pt x="1579" y="1140"/>
                  </a:cubicBezTo>
                  <a:cubicBezTo>
                    <a:pt x="1575" y="1144"/>
                    <a:pt x="1571" y="1146"/>
                    <a:pt x="1573" y="1151"/>
                  </a:cubicBezTo>
                  <a:cubicBezTo>
                    <a:pt x="1575" y="1155"/>
                    <a:pt x="1580" y="1163"/>
                    <a:pt x="1580" y="1167"/>
                  </a:cubicBezTo>
                  <a:cubicBezTo>
                    <a:pt x="1579" y="1171"/>
                    <a:pt x="1580" y="1182"/>
                    <a:pt x="1577" y="1186"/>
                  </a:cubicBezTo>
                  <a:cubicBezTo>
                    <a:pt x="1575" y="1189"/>
                    <a:pt x="1566" y="1191"/>
                    <a:pt x="1562" y="1193"/>
                  </a:cubicBezTo>
                  <a:cubicBezTo>
                    <a:pt x="1557" y="1196"/>
                    <a:pt x="1558" y="1198"/>
                    <a:pt x="1557" y="1205"/>
                  </a:cubicBezTo>
                  <a:cubicBezTo>
                    <a:pt x="1557" y="1209"/>
                    <a:pt x="1558" y="1218"/>
                    <a:pt x="1555" y="1221"/>
                  </a:cubicBezTo>
                  <a:cubicBezTo>
                    <a:pt x="1549" y="1231"/>
                    <a:pt x="1543" y="1242"/>
                    <a:pt x="1535" y="1250"/>
                  </a:cubicBezTo>
                  <a:cubicBezTo>
                    <a:pt x="1531" y="1254"/>
                    <a:pt x="1526" y="1258"/>
                    <a:pt x="1522" y="1262"/>
                  </a:cubicBezTo>
                  <a:cubicBezTo>
                    <a:pt x="1519" y="1264"/>
                    <a:pt x="1514" y="1270"/>
                    <a:pt x="1511" y="1271"/>
                  </a:cubicBezTo>
                  <a:cubicBezTo>
                    <a:pt x="1499" y="1273"/>
                    <a:pt x="1488" y="1276"/>
                    <a:pt x="1476" y="1278"/>
                  </a:cubicBezTo>
                  <a:cubicBezTo>
                    <a:pt x="1471" y="1279"/>
                    <a:pt x="1465" y="1280"/>
                    <a:pt x="1460" y="1282"/>
                  </a:cubicBezTo>
                  <a:cubicBezTo>
                    <a:pt x="1457" y="1282"/>
                    <a:pt x="1452" y="1275"/>
                    <a:pt x="1450" y="1274"/>
                  </a:cubicBezTo>
                  <a:cubicBezTo>
                    <a:pt x="1444" y="1268"/>
                    <a:pt x="1444" y="1268"/>
                    <a:pt x="1445" y="1259"/>
                  </a:cubicBezTo>
                  <a:cubicBezTo>
                    <a:pt x="1445" y="1255"/>
                    <a:pt x="1441" y="1249"/>
                    <a:pt x="1440" y="1246"/>
                  </a:cubicBezTo>
                  <a:cubicBezTo>
                    <a:pt x="1437" y="1239"/>
                    <a:pt x="1434" y="1232"/>
                    <a:pt x="1432" y="1225"/>
                  </a:cubicBezTo>
                  <a:cubicBezTo>
                    <a:pt x="1430" y="1221"/>
                    <a:pt x="1425" y="1218"/>
                    <a:pt x="1422" y="1215"/>
                  </a:cubicBezTo>
                  <a:cubicBezTo>
                    <a:pt x="1420" y="1213"/>
                    <a:pt x="1420" y="1204"/>
                    <a:pt x="1420" y="1201"/>
                  </a:cubicBezTo>
                  <a:cubicBezTo>
                    <a:pt x="1418" y="1193"/>
                    <a:pt x="1417" y="1185"/>
                    <a:pt x="1416" y="1178"/>
                  </a:cubicBezTo>
                  <a:cubicBezTo>
                    <a:pt x="1415" y="1167"/>
                    <a:pt x="1409" y="1159"/>
                    <a:pt x="1405" y="1150"/>
                  </a:cubicBezTo>
                  <a:cubicBezTo>
                    <a:pt x="1402" y="1143"/>
                    <a:pt x="1399" y="1137"/>
                    <a:pt x="1396" y="1131"/>
                  </a:cubicBezTo>
                  <a:cubicBezTo>
                    <a:pt x="1394" y="1129"/>
                    <a:pt x="1396" y="1124"/>
                    <a:pt x="1397" y="1121"/>
                  </a:cubicBezTo>
                  <a:cubicBezTo>
                    <a:pt x="1399" y="1107"/>
                    <a:pt x="1399" y="1095"/>
                    <a:pt x="1405" y="1083"/>
                  </a:cubicBezTo>
                  <a:cubicBezTo>
                    <a:pt x="1412" y="1072"/>
                    <a:pt x="1408" y="1063"/>
                    <a:pt x="1405" y="1052"/>
                  </a:cubicBezTo>
                  <a:cubicBezTo>
                    <a:pt x="1402" y="1039"/>
                    <a:pt x="1399" y="1027"/>
                    <a:pt x="1396" y="1015"/>
                  </a:cubicBezTo>
                  <a:cubicBezTo>
                    <a:pt x="1395" y="1011"/>
                    <a:pt x="1390" y="1006"/>
                    <a:pt x="1388" y="1003"/>
                  </a:cubicBezTo>
                  <a:cubicBezTo>
                    <a:pt x="1384" y="998"/>
                    <a:pt x="1380" y="992"/>
                    <a:pt x="1376" y="986"/>
                  </a:cubicBezTo>
                  <a:cubicBezTo>
                    <a:pt x="1373" y="983"/>
                    <a:pt x="1375" y="979"/>
                    <a:pt x="1375" y="976"/>
                  </a:cubicBezTo>
                  <a:cubicBezTo>
                    <a:pt x="1376" y="968"/>
                    <a:pt x="1377" y="960"/>
                    <a:pt x="1378" y="952"/>
                  </a:cubicBezTo>
                  <a:cubicBezTo>
                    <a:pt x="1379" y="946"/>
                    <a:pt x="1379" y="945"/>
                    <a:pt x="1375" y="940"/>
                  </a:cubicBezTo>
                  <a:cubicBezTo>
                    <a:pt x="1371" y="934"/>
                    <a:pt x="1371" y="933"/>
                    <a:pt x="1364" y="934"/>
                  </a:cubicBezTo>
                  <a:cubicBezTo>
                    <a:pt x="1360" y="934"/>
                    <a:pt x="1352" y="937"/>
                    <a:pt x="1350" y="933"/>
                  </a:cubicBezTo>
                  <a:cubicBezTo>
                    <a:pt x="1345" y="928"/>
                    <a:pt x="1341" y="923"/>
                    <a:pt x="1337" y="918"/>
                  </a:cubicBezTo>
                  <a:cubicBezTo>
                    <a:pt x="1336" y="916"/>
                    <a:pt x="1311" y="920"/>
                    <a:pt x="1308" y="921"/>
                  </a:cubicBezTo>
                  <a:cubicBezTo>
                    <a:pt x="1302" y="924"/>
                    <a:pt x="1296" y="927"/>
                    <a:pt x="1290" y="930"/>
                  </a:cubicBezTo>
                  <a:cubicBezTo>
                    <a:pt x="1286" y="933"/>
                    <a:pt x="1284" y="932"/>
                    <a:pt x="1279" y="930"/>
                  </a:cubicBezTo>
                  <a:cubicBezTo>
                    <a:pt x="1273" y="929"/>
                    <a:pt x="1270" y="927"/>
                    <a:pt x="1265" y="929"/>
                  </a:cubicBezTo>
                  <a:cubicBezTo>
                    <a:pt x="1259" y="931"/>
                    <a:pt x="1252" y="934"/>
                    <a:pt x="1246" y="936"/>
                  </a:cubicBezTo>
                  <a:cubicBezTo>
                    <a:pt x="1243" y="937"/>
                    <a:pt x="1239" y="933"/>
                    <a:pt x="1237" y="931"/>
                  </a:cubicBezTo>
                  <a:cubicBezTo>
                    <a:pt x="1231" y="926"/>
                    <a:pt x="1224" y="922"/>
                    <a:pt x="1218" y="918"/>
                  </a:cubicBezTo>
                  <a:cubicBezTo>
                    <a:pt x="1211" y="912"/>
                    <a:pt x="1207" y="909"/>
                    <a:pt x="1202" y="901"/>
                  </a:cubicBezTo>
                  <a:cubicBezTo>
                    <a:pt x="1194" y="887"/>
                    <a:pt x="1186" y="874"/>
                    <a:pt x="1178" y="860"/>
                  </a:cubicBezTo>
                  <a:cubicBezTo>
                    <a:pt x="1176" y="856"/>
                    <a:pt x="1173" y="851"/>
                    <a:pt x="1171" y="847"/>
                  </a:cubicBezTo>
                  <a:cubicBezTo>
                    <a:pt x="1170" y="845"/>
                    <a:pt x="1174" y="837"/>
                    <a:pt x="1175" y="835"/>
                  </a:cubicBezTo>
                  <a:cubicBezTo>
                    <a:pt x="1176" y="832"/>
                    <a:pt x="1180" y="825"/>
                    <a:pt x="1179" y="821"/>
                  </a:cubicBezTo>
                  <a:cubicBezTo>
                    <a:pt x="1178" y="815"/>
                    <a:pt x="1176" y="808"/>
                    <a:pt x="1175" y="802"/>
                  </a:cubicBezTo>
                  <a:cubicBezTo>
                    <a:pt x="1174" y="797"/>
                    <a:pt x="1171" y="789"/>
                    <a:pt x="1171" y="785"/>
                  </a:cubicBezTo>
                  <a:cubicBezTo>
                    <a:pt x="1171" y="782"/>
                    <a:pt x="1175" y="778"/>
                    <a:pt x="1176" y="776"/>
                  </a:cubicBezTo>
                  <a:cubicBezTo>
                    <a:pt x="1184" y="762"/>
                    <a:pt x="1191" y="749"/>
                    <a:pt x="1199" y="735"/>
                  </a:cubicBezTo>
                  <a:cubicBezTo>
                    <a:pt x="1204" y="725"/>
                    <a:pt x="1210" y="723"/>
                    <a:pt x="1219" y="717"/>
                  </a:cubicBezTo>
                  <a:cubicBezTo>
                    <a:pt x="1224" y="714"/>
                    <a:pt x="1226" y="714"/>
                    <a:pt x="1227" y="708"/>
                  </a:cubicBezTo>
                  <a:cubicBezTo>
                    <a:pt x="1228" y="701"/>
                    <a:pt x="1229" y="694"/>
                    <a:pt x="1230" y="686"/>
                  </a:cubicBezTo>
                  <a:cubicBezTo>
                    <a:pt x="1232" y="678"/>
                    <a:pt x="1249" y="676"/>
                    <a:pt x="1252" y="668"/>
                  </a:cubicBezTo>
                  <a:cubicBezTo>
                    <a:pt x="1254" y="662"/>
                    <a:pt x="1255" y="654"/>
                    <a:pt x="1261" y="653"/>
                  </a:cubicBezTo>
                  <a:cubicBezTo>
                    <a:pt x="1263" y="652"/>
                    <a:pt x="1267" y="660"/>
                    <a:pt x="1271" y="659"/>
                  </a:cubicBezTo>
                  <a:cubicBezTo>
                    <a:pt x="1274" y="659"/>
                    <a:pt x="1278" y="656"/>
                    <a:pt x="1280" y="657"/>
                  </a:cubicBezTo>
                  <a:cubicBezTo>
                    <a:pt x="1281" y="658"/>
                    <a:pt x="1286" y="661"/>
                    <a:pt x="1287" y="661"/>
                  </a:cubicBezTo>
                  <a:cubicBezTo>
                    <a:pt x="1291" y="658"/>
                    <a:pt x="1296" y="655"/>
                    <a:pt x="1301" y="652"/>
                  </a:cubicBezTo>
                  <a:cubicBezTo>
                    <a:pt x="1309" y="648"/>
                    <a:pt x="1320" y="645"/>
                    <a:pt x="1330" y="643"/>
                  </a:cubicBezTo>
                  <a:cubicBezTo>
                    <a:pt x="1332" y="643"/>
                    <a:pt x="1336" y="642"/>
                    <a:pt x="1339" y="642"/>
                  </a:cubicBezTo>
                  <a:cubicBezTo>
                    <a:pt x="1341" y="643"/>
                    <a:pt x="1344" y="645"/>
                    <a:pt x="1346" y="645"/>
                  </a:cubicBezTo>
                  <a:cubicBezTo>
                    <a:pt x="1348" y="645"/>
                    <a:pt x="1351" y="642"/>
                    <a:pt x="1353" y="642"/>
                  </a:cubicBezTo>
                  <a:cubicBezTo>
                    <a:pt x="1355" y="641"/>
                    <a:pt x="1357" y="642"/>
                    <a:pt x="1359" y="642"/>
                  </a:cubicBezTo>
                  <a:cubicBezTo>
                    <a:pt x="1366" y="642"/>
                    <a:pt x="1370" y="643"/>
                    <a:pt x="1376" y="640"/>
                  </a:cubicBezTo>
                  <a:cubicBezTo>
                    <a:pt x="1380" y="637"/>
                    <a:pt x="1384" y="641"/>
                    <a:pt x="1389" y="643"/>
                  </a:cubicBezTo>
                  <a:cubicBezTo>
                    <a:pt x="1386" y="650"/>
                    <a:pt x="1385" y="651"/>
                    <a:pt x="1389" y="658"/>
                  </a:cubicBezTo>
                  <a:cubicBezTo>
                    <a:pt x="1391" y="661"/>
                    <a:pt x="1384" y="666"/>
                    <a:pt x="1381" y="669"/>
                  </a:cubicBezTo>
                  <a:cubicBezTo>
                    <a:pt x="1385" y="672"/>
                    <a:pt x="1390" y="678"/>
                    <a:pt x="1394" y="679"/>
                  </a:cubicBezTo>
                  <a:cubicBezTo>
                    <a:pt x="1402" y="682"/>
                    <a:pt x="1410" y="684"/>
                    <a:pt x="1418" y="686"/>
                  </a:cubicBezTo>
                  <a:cubicBezTo>
                    <a:pt x="1425" y="687"/>
                    <a:pt x="1423" y="694"/>
                    <a:pt x="1429" y="697"/>
                  </a:cubicBezTo>
                  <a:cubicBezTo>
                    <a:pt x="1434" y="699"/>
                    <a:pt x="1439" y="698"/>
                    <a:pt x="1444" y="702"/>
                  </a:cubicBezTo>
                  <a:cubicBezTo>
                    <a:pt x="1451" y="707"/>
                    <a:pt x="1455" y="708"/>
                    <a:pt x="1460" y="699"/>
                  </a:cubicBezTo>
                  <a:cubicBezTo>
                    <a:pt x="1461" y="697"/>
                    <a:pt x="1457" y="694"/>
                    <a:pt x="1458" y="692"/>
                  </a:cubicBezTo>
                  <a:cubicBezTo>
                    <a:pt x="1459" y="690"/>
                    <a:pt x="1461" y="685"/>
                    <a:pt x="1463" y="685"/>
                  </a:cubicBezTo>
                  <a:cubicBezTo>
                    <a:pt x="1470" y="683"/>
                    <a:pt x="1474" y="681"/>
                    <a:pt x="1482" y="684"/>
                  </a:cubicBezTo>
                  <a:cubicBezTo>
                    <a:pt x="1484" y="684"/>
                    <a:pt x="1482" y="688"/>
                    <a:pt x="1484" y="688"/>
                  </a:cubicBezTo>
                  <a:cubicBezTo>
                    <a:pt x="1488" y="689"/>
                    <a:pt x="1492" y="690"/>
                    <a:pt x="1495" y="690"/>
                  </a:cubicBezTo>
                  <a:cubicBezTo>
                    <a:pt x="1498" y="691"/>
                    <a:pt x="1498" y="692"/>
                    <a:pt x="1500" y="695"/>
                  </a:cubicBezTo>
                  <a:cubicBezTo>
                    <a:pt x="1501" y="697"/>
                    <a:pt x="1503" y="693"/>
                    <a:pt x="1505" y="694"/>
                  </a:cubicBezTo>
                  <a:cubicBezTo>
                    <a:pt x="1510" y="696"/>
                    <a:pt x="1516" y="697"/>
                    <a:pt x="1522" y="699"/>
                  </a:cubicBezTo>
                  <a:cubicBezTo>
                    <a:pt x="1528" y="701"/>
                    <a:pt x="1529" y="701"/>
                    <a:pt x="1535" y="698"/>
                  </a:cubicBezTo>
                  <a:cubicBezTo>
                    <a:pt x="1542" y="695"/>
                    <a:pt x="1543" y="694"/>
                    <a:pt x="1549" y="697"/>
                  </a:cubicBezTo>
                  <a:cubicBezTo>
                    <a:pt x="1557" y="701"/>
                    <a:pt x="1569" y="699"/>
                    <a:pt x="1573" y="689"/>
                  </a:cubicBezTo>
                  <a:cubicBezTo>
                    <a:pt x="1575" y="683"/>
                    <a:pt x="1586" y="664"/>
                    <a:pt x="1582" y="658"/>
                  </a:cubicBezTo>
                  <a:cubicBezTo>
                    <a:pt x="1579" y="654"/>
                    <a:pt x="1585" y="645"/>
                    <a:pt x="1584" y="643"/>
                  </a:cubicBezTo>
                  <a:cubicBezTo>
                    <a:pt x="1582" y="642"/>
                    <a:pt x="1580" y="644"/>
                    <a:pt x="1579" y="645"/>
                  </a:cubicBezTo>
                  <a:cubicBezTo>
                    <a:pt x="1577" y="647"/>
                    <a:pt x="1575" y="643"/>
                    <a:pt x="1573" y="644"/>
                  </a:cubicBezTo>
                  <a:cubicBezTo>
                    <a:pt x="1571" y="644"/>
                    <a:pt x="1569" y="649"/>
                    <a:pt x="1567" y="650"/>
                  </a:cubicBezTo>
                  <a:cubicBezTo>
                    <a:pt x="1565" y="651"/>
                    <a:pt x="1561" y="650"/>
                    <a:pt x="1559" y="650"/>
                  </a:cubicBezTo>
                  <a:cubicBezTo>
                    <a:pt x="1554" y="650"/>
                    <a:pt x="1552" y="645"/>
                    <a:pt x="1547" y="644"/>
                  </a:cubicBezTo>
                  <a:cubicBezTo>
                    <a:pt x="1544" y="644"/>
                    <a:pt x="1541" y="642"/>
                    <a:pt x="1540" y="645"/>
                  </a:cubicBezTo>
                  <a:cubicBezTo>
                    <a:pt x="1539" y="649"/>
                    <a:pt x="1539" y="649"/>
                    <a:pt x="1535" y="650"/>
                  </a:cubicBezTo>
                  <a:cubicBezTo>
                    <a:pt x="1531" y="651"/>
                    <a:pt x="1525" y="645"/>
                    <a:pt x="1522" y="643"/>
                  </a:cubicBezTo>
                  <a:cubicBezTo>
                    <a:pt x="1516" y="640"/>
                    <a:pt x="1506" y="624"/>
                    <a:pt x="1512" y="617"/>
                  </a:cubicBezTo>
                  <a:cubicBezTo>
                    <a:pt x="1510" y="617"/>
                    <a:pt x="1508" y="617"/>
                    <a:pt x="1506" y="617"/>
                  </a:cubicBezTo>
                  <a:cubicBezTo>
                    <a:pt x="1505" y="610"/>
                    <a:pt x="1514" y="609"/>
                    <a:pt x="1518" y="609"/>
                  </a:cubicBezTo>
                  <a:cubicBezTo>
                    <a:pt x="1525" y="608"/>
                    <a:pt x="1529" y="608"/>
                    <a:pt x="1535" y="605"/>
                  </a:cubicBezTo>
                  <a:cubicBezTo>
                    <a:pt x="1533" y="604"/>
                    <a:pt x="1531" y="603"/>
                    <a:pt x="1529" y="602"/>
                  </a:cubicBezTo>
                  <a:cubicBezTo>
                    <a:pt x="1530" y="598"/>
                    <a:pt x="1537" y="600"/>
                    <a:pt x="1541" y="600"/>
                  </a:cubicBezTo>
                  <a:cubicBezTo>
                    <a:pt x="1547" y="601"/>
                    <a:pt x="1547" y="599"/>
                    <a:pt x="1552" y="596"/>
                  </a:cubicBezTo>
                  <a:cubicBezTo>
                    <a:pt x="1555" y="594"/>
                    <a:pt x="1559" y="591"/>
                    <a:pt x="1563" y="591"/>
                  </a:cubicBezTo>
                  <a:cubicBezTo>
                    <a:pt x="1568" y="592"/>
                    <a:pt x="1572" y="593"/>
                    <a:pt x="1577" y="591"/>
                  </a:cubicBezTo>
                  <a:cubicBezTo>
                    <a:pt x="1576" y="593"/>
                    <a:pt x="1578" y="595"/>
                    <a:pt x="1580" y="596"/>
                  </a:cubicBezTo>
                  <a:cubicBezTo>
                    <a:pt x="1583" y="597"/>
                    <a:pt x="1582" y="593"/>
                    <a:pt x="1585" y="598"/>
                  </a:cubicBezTo>
                  <a:cubicBezTo>
                    <a:pt x="1586" y="599"/>
                    <a:pt x="1595" y="601"/>
                    <a:pt x="1598" y="602"/>
                  </a:cubicBezTo>
                  <a:cubicBezTo>
                    <a:pt x="1603" y="604"/>
                    <a:pt x="1606" y="601"/>
                    <a:pt x="1611" y="601"/>
                  </a:cubicBezTo>
                  <a:cubicBezTo>
                    <a:pt x="1617" y="602"/>
                    <a:pt x="1621" y="600"/>
                    <a:pt x="1625" y="597"/>
                  </a:cubicBezTo>
                  <a:cubicBezTo>
                    <a:pt x="1629" y="595"/>
                    <a:pt x="1627" y="588"/>
                    <a:pt x="1625" y="585"/>
                  </a:cubicBezTo>
                  <a:cubicBezTo>
                    <a:pt x="1621" y="581"/>
                    <a:pt x="1617" y="580"/>
                    <a:pt x="1613" y="576"/>
                  </a:cubicBezTo>
                  <a:cubicBezTo>
                    <a:pt x="1609" y="573"/>
                    <a:pt x="1606" y="568"/>
                    <a:pt x="1600" y="567"/>
                  </a:cubicBezTo>
                  <a:cubicBezTo>
                    <a:pt x="1600" y="567"/>
                    <a:pt x="1595" y="564"/>
                    <a:pt x="1595" y="564"/>
                  </a:cubicBezTo>
                  <a:cubicBezTo>
                    <a:pt x="1592" y="562"/>
                    <a:pt x="1590" y="560"/>
                    <a:pt x="1588" y="559"/>
                  </a:cubicBezTo>
                  <a:cubicBezTo>
                    <a:pt x="1589" y="558"/>
                    <a:pt x="1590" y="556"/>
                    <a:pt x="1590" y="556"/>
                  </a:cubicBezTo>
                  <a:cubicBezTo>
                    <a:pt x="1592" y="557"/>
                    <a:pt x="1594" y="557"/>
                    <a:pt x="1596" y="558"/>
                  </a:cubicBezTo>
                  <a:cubicBezTo>
                    <a:pt x="1594" y="551"/>
                    <a:pt x="1598" y="549"/>
                    <a:pt x="1603" y="549"/>
                  </a:cubicBezTo>
                  <a:cubicBezTo>
                    <a:pt x="1601" y="547"/>
                    <a:pt x="1598" y="546"/>
                    <a:pt x="1597" y="543"/>
                  </a:cubicBezTo>
                  <a:cubicBezTo>
                    <a:pt x="1599" y="543"/>
                    <a:pt x="1601" y="543"/>
                    <a:pt x="1603" y="543"/>
                  </a:cubicBezTo>
                  <a:cubicBezTo>
                    <a:pt x="1601" y="538"/>
                    <a:pt x="1607" y="542"/>
                    <a:pt x="1608" y="539"/>
                  </a:cubicBezTo>
                  <a:cubicBezTo>
                    <a:pt x="1609" y="535"/>
                    <a:pt x="1604" y="537"/>
                    <a:pt x="1603" y="537"/>
                  </a:cubicBezTo>
                  <a:cubicBezTo>
                    <a:pt x="1598" y="538"/>
                    <a:pt x="1592" y="538"/>
                    <a:pt x="1589" y="543"/>
                  </a:cubicBezTo>
                  <a:cubicBezTo>
                    <a:pt x="1589" y="542"/>
                    <a:pt x="1589" y="542"/>
                    <a:pt x="1589" y="541"/>
                  </a:cubicBezTo>
                  <a:cubicBezTo>
                    <a:pt x="1583" y="542"/>
                    <a:pt x="1581" y="543"/>
                    <a:pt x="1577" y="547"/>
                  </a:cubicBezTo>
                  <a:cubicBezTo>
                    <a:pt x="1577" y="547"/>
                    <a:pt x="1577" y="546"/>
                    <a:pt x="1578" y="545"/>
                  </a:cubicBezTo>
                  <a:cubicBezTo>
                    <a:pt x="1572" y="545"/>
                    <a:pt x="1575" y="552"/>
                    <a:pt x="1577" y="555"/>
                  </a:cubicBezTo>
                  <a:cubicBezTo>
                    <a:pt x="1580" y="558"/>
                    <a:pt x="1584" y="556"/>
                    <a:pt x="1589" y="556"/>
                  </a:cubicBezTo>
                  <a:cubicBezTo>
                    <a:pt x="1586" y="562"/>
                    <a:pt x="1582" y="558"/>
                    <a:pt x="1578" y="560"/>
                  </a:cubicBezTo>
                  <a:cubicBezTo>
                    <a:pt x="1574" y="562"/>
                    <a:pt x="1567" y="569"/>
                    <a:pt x="1563" y="565"/>
                  </a:cubicBezTo>
                  <a:cubicBezTo>
                    <a:pt x="1565" y="558"/>
                    <a:pt x="1562" y="559"/>
                    <a:pt x="1556" y="556"/>
                  </a:cubicBezTo>
                  <a:cubicBezTo>
                    <a:pt x="1559" y="555"/>
                    <a:pt x="1570" y="551"/>
                    <a:pt x="1563" y="548"/>
                  </a:cubicBezTo>
                  <a:cubicBezTo>
                    <a:pt x="1560" y="547"/>
                    <a:pt x="1557" y="548"/>
                    <a:pt x="1555" y="548"/>
                  </a:cubicBezTo>
                  <a:cubicBezTo>
                    <a:pt x="1553" y="548"/>
                    <a:pt x="1551" y="545"/>
                    <a:pt x="1549" y="544"/>
                  </a:cubicBezTo>
                  <a:cubicBezTo>
                    <a:pt x="1552" y="544"/>
                    <a:pt x="1556" y="546"/>
                    <a:pt x="1558" y="543"/>
                  </a:cubicBezTo>
                  <a:cubicBezTo>
                    <a:pt x="1555" y="544"/>
                    <a:pt x="1546" y="540"/>
                    <a:pt x="1544" y="543"/>
                  </a:cubicBezTo>
                  <a:cubicBezTo>
                    <a:pt x="1542" y="545"/>
                    <a:pt x="1535" y="550"/>
                    <a:pt x="1535" y="554"/>
                  </a:cubicBezTo>
                  <a:cubicBezTo>
                    <a:pt x="1534" y="556"/>
                    <a:pt x="1534" y="560"/>
                    <a:pt x="1533" y="562"/>
                  </a:cubicBezTo>
                  <a:cubicBezTo>
                    <a:pt x="1532" y="563"/>
                    <a:pt x="1528" y="563"/>
                    <a:pt x="1528" y="565"/>
                  </a:cubicBezTo>
                  <a:cubicBezTo>
                    <a:pt x="1526" y="571"/>
                    <a:pt x="1527" y="576"/>
                    <a:pt x="1522" y="579"/>
                  </a:cubicBezTo>
                  <a:cubicBezTo>
                    <a:pt x="1517" y="582"/>
                    <a:pt x="1518" y="588"/>
                    <a:pt x="1520" y="593"/>
                  </a:cubicBezTo>
                  <a:cubicBezTo>
                    <a:pt x="1522" y="595"/>
                    <a:pt x="1530" y="599"/>
                    <a:pt x="1529" y="600"/>
                  </a:cubicBezTo>
                  <a:cubicBezTo>
                    <a:pt x="1528" y="604"/>
                    <a:pt x="1521" y="599"/>
                    <a:pt x="1518" y="602"/>
                  </a:cubicBezTo>
                  <a:cubicBezTo>
                    <a:pt x="1514" y="605"/>
                    <a:pt x="1510" y="609"/>
                    <a:pt x="1507" y="613"/>
                  </a:cubicBezTo>
                  <a:cubicBezTo>
                    <a:pt x="1506" y="608"/>
                    <a:pt x="1508" y="608"/>
                    <a:pt x="1511" y="606"/>
                  </a:cubicBezTo>
                  <a:cubicBezTo>
                    <a:pt x="1509" y="605"/>
                    <a:pt x="1507" y="605"/>
                    <a:pt x="1504" y="604"/>
                  </a:cubicBezTo>
                  <a:cubicBezTo>
                    <a:pt x="1500" y="602"/>
                    <a:pt x="1498" y="603"/>
                    <a:pt x="1494" y="602"/>
                  </a:cubicBezTo>
                  <a:cubicBezTo>
                    <a:pt x="1492" y="602"/>
                    <a:pt x="1490" y="603"/>
                    <a:pt x="1488" y="604"/>
                  </a:cubicBezTo>
                  <a:cubicBezTo>
                    <a:pt x="1487" y="605"/>
                    <a:pt x="1489" y="608"/>
                    <a:pt x="1488" y="608"/>
                  </a:cubicBezTo>
                  <a:cubicBezTo>
                    <a:pt x="1485" y="611"/>
                    <a:pt x="1483" y="609"/>
                    <a:pt x="1480" y="607"/>
                  </a:cubicBezTo>
                  <a:cubicBezTo>
                    <a:pt x="1477" y="610"/>
                    <a:pt x="1480" y="613"/>
                    <a:pt x="1482" y="616"/>
                  </a:cubicBezTo>
                  <a:cubicBezTo>
                    <a:pt x="1485" y="621"/>
                    <a:pt x="1485" y="620"/>
                    <a:pt x="1481" y="624"/>
                  </a:cubicBezTo>
                  <a:cubicBezTo>
                    <a:pt x="1486" y="627"/>
                    <a:pt x="1491" y="629"/>
                    <a:pt x="1490" y="636"/>
                  </a:cubicBezTo>
                  <a:cubicBezTo>
                    <a:pt x="1487" y="633"/>
                    <a:pt x="1485" y="631"/>
                    <a:pt x="1482" y="634"/>
                  </a:cubicBezTo>
                  <a:cubicBezTo>
                    <a:pt x="1486" y="635"/>
                    <a:pt x="1486" y="638"/>
                    <a:pt x="1484" y="640"/>
                  </a:cubicBezTo>
                  <a:cubicBezTo>
                    <a:pt x="1481" y="642"/>
                    <a:pt x="1482" y="643"/>
                    <a:pt x="1483" y="647"/>
                  </a:cubicBezTo>
                  <a:cubicBezTo>
                    <a:pt x="1480" y="646"/>
                    <a:pt x="1478" y="647"/>
                    <a:pt x="1476" y="643"/>
                  </a:cubicBezTo>
                  <a:cubicBezTo>
                    <a:pt x="1475" y="640"/>
                    <a:pt x="1473" y="641"/>
                    <a:pt x="1471" y="643"/>
                  </a:cubicBezTo>
                  <a:cubicBezTo>
                    <a:pt x="1469" y="635"/>
                    <a:pt x="1467" y="634"/>
                    <a:pt x="1473" y="629"/>
                  </a:cubicBezTo>
                  <a:cubicBezTo>
                    <a:pt x="1467" y="629"/>
                    <a:pt x="1467" y="628"/>
                    <a:pt x="1464" y="622"/>
                  </a:cubicBezTo>
                  <a:cubicBezTo>
                    <a:pt x="1461" y="619"/>
                    <a:pt x="1460" y="614"/>
                    <a:pt x="1457" y="612"/>
                  </a:cubicBezTo>
                  <a:cubicBezTo>
                    <a:pt x="1452" y="608"/>
                    <a:pt x="1454" y="605"/>
                    <a:pt x="1455" y="598"/>
                  </a:cubicBezTo>
                  <a:cubicBezTo>
                    <a:pt x="1455" y="592"/>
                    <a:pt x="1453" y="592"/>
                    <a:pt x="1449" y="588"/>
                  </a:cubicBezTo>
                  <a:cubicBezTo>
                    <a:pt x="1443" y="584"/>
                    <a:pt x="1436" y="577"/>
                    <a:pt x="1428" y="576"/>
                  </a:cubicBezTo>
                  <a:cubicBezTo>
                    <a:pt x="1426" y="576"/>
                    <a:pt x="1422" y="570"/>
                    <a:pt x="1421" y="568"/>
                  </a:cubicBezTo>
                  <a:cubicBezTo>
                    <a:pt x="1420" y="562"/>
                    <a:pt x="1419" y="560"/>
                    <a:pt x="1415" y="557"/>
                  </a:cubicBezTo>
                  <a:cubicBezTo>
                    <a:pt x="1412" y="563"/>
                    <a:pt x="1410" y="560"/>
                    <a:pt x="1409" y="555"/>
                  </a:cubicBezTo>
                  <a:cubicBezTo>
                    <a:pt x="1408" y="551"/>
                    <a:pt x="1409" y="552"/>
                    <a:pt x="1404" y="553"/>
                  </a:cubicBezTo>
                  <a:cubicBezTo>
                    <a:pt x="1400" y="555"/>
                    <a:pt x="1397" y="555"/>
                    <a:pt x="1400" y="561"/>
                  </a:cubicBezTo>
                  <a:cubicBezTo>
                    <a:pt x="1401" y="562"/>
                    <a:pt x="1397" y="567"/>
                    <a:pt x="1401" y="569"/>
                  </a:cubicBezTo>
                  <a:cubicBezTo>
                    <a:pt x="1403" y="572"/>
                    <a:pt x="1408" y="574"/>
                    <a:pt x="1410" y="577"/>
                  </a:cubicBezTo>
                  <a:cubicBezTo>
                    <a:pt x="1412" y="580"/>
                    <a:pt x="1412" y="584"/>
                    <a:pt x="1415" y="587"/>
                  </a:cubicBezTo>
                  <a:cubicBezTo>
                    <a:pt x="1418" y="590"/>
                    <a:pt x="1420" y="592"/>
                    <a:pt x="1424" y="592"/>
                  </a:cubicBezTo>
                  <a:cubicBezTo>
                    <a:pt x="1427" y="592"/>
                    <a:pt x="1432" y="592"/>
                    <a:pt x="1427" y="596"/>
                  </a:cubicBezTo>
                  <a:cubicBezTo>
                    <a:pt x="1431" y="599"/>
                    <a:pt x="1451" y="607"/>
                    <a:pt x="1446" y="614"/>
                  </a:cubicBezTo>
                  <a:cubicBezTo>
                    <a:pt x="1444" y="613"/>
                    <a:pt x="1438" y="605"/>
                    <a:pt x="1436" y="607"/>
                  </a:cubicBezTo>
                  <a:cubicBezTo>
                    <a:pt x="1433" y="609"/>
                    <a:pt x="1433" y="610"/>
                    <a:pt x="1432" y="613"/>
                  </a:cubicBezTo>
                  <a:cubicBezTo>
                    <a:pt x="1432" y="616"/>
                    <a:pt x="1434" y="616"/>
                    <a:pt x="1436" y="617"/>
                  </a:cubicBezTo>
                  <a:cubicBezTo>
                    <a:pt x="1441" y="622"/>
                    <a:pt x="1432" y="623"/>
                    <a:pt x="1432" y="626"/>
                  </a:cubicBezTo>
                  <a:cubicBezTo>
                    <a:pt x="1433" y="630"/>
                    <a:pt x="1425" y="636"/>
                    <a:pt x="1425" y="630"/>
                  </a:cubicBezTo>
                  <a:cubicBezTo>
                    <a:pt x="1421" y="632"/>
                    <a:pt x="1420" y="637"/>
                    <a:pt x="1422" y="641"/>
                  </a:cubicBezTo>
                  <a:cubicBezTo>
                    <a:pt x="1424" y="645"/>
                    <a:pt x="1416" y="646"/>
                    <a:pt x="1415" y="643"/>
                  </a:cubicBezTo>
                  <a:cubicBezTo>
                    <a:pt x="1414" y="637"/>
                    <a:pt x="1395" y="638"/>
                    <a:pt x="1402" y="630"/>
                  </a:cubicBezTo>
                  <a:cubicBezTo>
                    <a:pt x="1403" y="631"/>
                    <a:pt x="1414" y="632"/>
                    <a:pt x="1416" y="631"/>
                  </a:cubicBezTo>
                  <a:cubicBezTo>
                    <a:pt x="1419" y="631"/>
                    <a:pt x="1423" y="631"/>
                    <a:pt x="1426" y="629"/>
                  </a:cubicBezTo>
                  <a:cubicBezTo>
                    <a:pt x="1428" y="628"/>
                    <a:pt x="1426" y="626"/>
                    <a:pt x="1429" y="624"/>
                  </a:cubicBezTo>
                  <a:cubicBezTo>
                    <a:pt x="1430" y="624"/>
                    <a:pt x="1426" y="612"/>
                    <a:pt x="1425" y="612"/>
                  </a:cubicBezTo>
                  <a:cubicBezTo>
                    <a:pt x="1423" y="611"/>
                    <a:pt x="1419" y="611"/>
                    <a:pt x="1420" y="609"/>
                  </a:cubicBezTo>
                  <a:cubicBezTo>
                    <a:pt x="1420" y="606"/>
                    <a:pt x="1417" y="605"/>
                    <a:pt x="1415" y="606"/>
                  </a:cubicBezTo>
                  <a:cubicBezTo>
                    <a:pt x="1415" y="603"/>
                    <a:pt x="1410" y="599"/>
                    <a:pt x="1408" y="599"/>
                  </a:cubicBezTo>
                  <a:cubicBezTo>
                    <a:pt x="1404" y="600"/>
                    <a:pt x="1401" y="596"/>
                    <a:pt x="1398" y="593"/>
                  </a:cubicBezTo>
                  <a:cubicBezTo>
                    <a:pt x="1393" y="588"/>
                    <a:pt x="1386" y="585"/>
                    <a:pt x="1385" y="579"/>
                  </a:cubicBezTo>
                  <a:cubicBezTo>
                    <a:pt x="1383" y="572"/>
                    <a:pt x="1383" y="572"/>
                    <a:pt x="1378" y="569"/>
                  </a:cubicBezTo>
                  <a:cubicBezTo>
                    <a:pt x="1375" y="567"/>
                    <a:pt x="1371" y="566"/>
                    <a:pt x="1369" y="569"/>
                  </a:cubicBezTo>
                  <a:cubicBezTo>
                    <a:pt x="1368" y="570"/>
                    <a:pt x="1353" y="581"/>
                    <a:pt x="1351" y="581"/>
                  </a:cubicBezTo>
                  <a:cubicBezTo>
                    <a:pt x="1346" y="579"/>
                    <a:pt x="1341" y="578"/>
                    <a:pt x="1336" y="576"/>
                  </a:cubicBezTo>
                  <a:cubicBezTo>
                    <a:pt x="1334" y="575"/>
                    <a:pt x="1330" y="580"/>
                    <a:pt x="1328" y="582"/>
                  </a:cubicBezTo>
                  <a:cubicBezTo>
                    <a:pt x="1327" y="583"/>
                    <a:pt x="1330" y="591"/>
                    <a:pt x="1328" y="593"/>
                  </a:cubicBezTo>
                  <a:cubicBezTo>
                    <a:pt x="1326" y="596"/>
                    <a:pt x="1319" y="598"/>
                    <a:pt x="1317" y="599"/>
                  </a:cubicBezTo>
                  <a:cubicBezTo>
                    <a:pt x="1309" y="603"/>
                    <a:pt x="1306" y="610"/>
                    <a:pt x="1301" y="618"/>
                  </a:cubicBezTo>
                  <a:cubicBezTo>
                    <a:pt x="1300" y="620"/>
                    <a:pt x="1306" y="623"/>
                    <a:pt x="1303" y="627"/>
                  </a:cubicBezTo>
                  <a:cubicBezTo>
                    <a:pt x="1301" y="629"/>
                    <a:pt x="1296" y="633"/>
                    <a:pt x="1298" y="636"/>
                  </a:cubicBezTo>
                  <a:cubicBezTo>
                    <a:pt x="1296" y="636"/>
                    <a:pt x="1292" y="637"/>
                    <a:pt x="1291" y="638"/>
                  </a:cubicBezTo>
                  <a:cubicBezTo>
                    <a:pt x="1290" y="640"/>
                    <a:pt x="1288" y="644"/>
                    <a:pt x="1287" y="644"/>
                  </a:cubicBezTo>
                  <a:cubicBezTo>
                    <a:pt x="1281" y="645"/>
                    <a:pt x="1276" y="645"/>
                    <a:pt x="1271" y="644"/>
                  </a:cubicBezTo>
                  <a:cubicBezTo>
                    <a:pt x="1267" y="644"/>
                    <a:pt x="1264" y="650"/>
                    <a:pt x="1261" y="651"/>
                  </a:cubicBezTo>
                  <a:cubicBezTo>
                    <a:pt x="1257" y="652"/>
                    <a:pt x="1251" y="645"/>
                    <a:pt x="1255" y="642"/>
                  </a:cubicBezTo>
                  <a:cubicBezTo>
                    <a:pt x="1252" y="644"/>
                    <a:pt x="1250" y="637"/>
                    <a:pt x="1245" y="640"/>
                  </a:cubicBezTo>
                  <a:cubicBezTo>
                    <a:pt x="1241" y="642"/>
                    <a:pt x="1238" y="639"/>
                    <a:pt x="1234" y="642"/>
                  </a:cubicBezTo>
                  <a:cubicBezTo>
                    <a:pt x="1235" y="639"/>
                    <a:pt x="1236" y="636"/>
                    <a:pt x="1235" y="633"/>
                  </a:cubicBezTo>
                  <a:cubicBezTo>
                    <a:pt x="1235" y="631"/>
                    <a:pt x="1235" y="629"/>
                    <a:pt x="1235" y="628"/>
                  </a:cubicBezTo>
                  <a:cubicBezTo>
                    <a:pt x="1235" y="626"/>
                    <a:pt x="1233" y="628"/>
                    <a:pt x="1232" y="627"/>
                  </a:cubicBezTo>
                  <a:cubicBezTo>
                    <a:pt x="1229" y="623"/>
                    <a:pt x="1232" y="621"/>
                    <a:pt x="1233" y="616"/>
                  </a:cubicBezTo>
                  <a:cubicBezTo>
                    <a:pt x="1234" y="611"/>
                    <a:pt x="1238" y="603"/>
                    <a:pt x="1236" y="599"/>
                  </a:cubicBezTo>
                  <a:cubicBezTo>
                    <a:pt x="1234" y="594"/>
                    <a:pt x="1235" y="589"/>
                    <a:pt x="1236" y="584"/>
                  </a:cubicBezTo>
                  <a:cubicBezTo>
                    <a:pt x="1233" y="587"/>
                    <a:pt x="1231" y="582"/>
                    <a:pt x="1232" y="580"/>
                  </a:cubicBezTo>
                  <a:cubicBezTo>
                    <a:pt x="1233" y="577"/>
                    <a:pt x="1238" y="577"/>
                    <a:pt x="1240" y="577"/>
                  </a:cubicBezTo>
                  <a:cubicBezTo>
                    <a:pt x="1240" y="576"/>
                    <a:pt x="1240" y="576"/>
                    <a:pt x="1239" y="575"/>
                  </a:cubicBezTo>
                  <a:cubicBezTo>
                    <a:pt x="1244" y="571"/>
                    <a:pt x="1246" y="577"/>
                    <a:pt x="1250" y="576"/>
                  </a:cubicBezTo>
                  <a:cubicBezTo>
                    <a:pt x="1256" y="574"/>
                    <a:pt x="1259" y="574"/>
                    <a:pt x="1264" y="576"/>
                  </a:cubicBezTo>
                  <a:cubicBezTo>
                    <a:pt x="1269" y="577"/>
                    <a:pt x="1273" y="575"/>
                    <a:pt x="1277" y="576"/>
                  </a:cubicBezTo>
                  <a:cubicBezTo>
                    <a:pt x="1280" y="577"/>
                    <a:pt x="1285" y="578"/>
                    <a:pt x="1288" y="578"/>
                  </a:cubicBezTo>
                  <a:cubicBezTo>
                    <a:pt x="1296" y="576"/>
                    <a:pt x="1295" y="560"/>
                    <a:pt x="1295" y="554"/>
                  </a:cubicBezTo>
                  <a:cubicBezTo>
                    <a:pt x="1295" y="548"/>
                    <a:pt x="1296" y="546"/>
                    <a:pt x="1290" y="544"/>
                  </a:cubicBezTo>
                  <a:cubicBezTo>
                    <a:pt x="1287" y="543"/>
                    <a:pt x="1286" y="537"/>
                    <a:pt x="1287" y="536"/>
                  </a:cubicBezTo>
                  <a:cubicBezTo>
                    <a:pt x="1284" y="536"/>
                    <a:pt x="1285" y="534"/>
                    <a:pt x="1284" y="534"/>
                  </a:cubicBezTo>
                  <a:cubicBezTo>
                    <a:pt x="1283" y="533"/>
                    <a:pt x="1279" y="533"/>
                    <a:pt x="1279" y="533"/>
                  </a:cubicBezTo>
                  <a:cubicBezTo>
                    <a:pt x="1276" y="531"/>
                    <a:pt x="1275" y="529"/>
                    <a:pt x="1272" y="530"/>
                  </a:cubicBezTo>
                  <a:cubicBezTo>
                    <a:pt x="1270" y="530"/>
                    <a:pt x="1269" y="530"/>
                    <a:pt x="1267" y="527"/>
                  </a:cubicBezTo>
                  <a:cubicBezTo>
                    <a:pt x="1268" y="527"/>
                    <a:pt x="1269" y="527"/>
                    <a:pt x="1270" y="526"/>
                  </a:cubicBezTo>
                  <a:cubicBezTo>
                    <a:pt x="1268" y="525"/>
                    <a:pt x="1267" y="524"/>
                    <a:pt x="1267" y="522"/>
                  </a:cubicBezTo>
                  <a:cubicBezTo>
                    <a:pt x="1270" y="521"/>
                    <a:pt x="1274" y="522"/>
                    <a:pt x="1277" y="520"/>
                  </a:cubicBezTo>
                  <a:cubicBezTo>
                    <a:pt x="1283" y="516"/>
                    <a:pt x="1279" y="523"/>
                    <a:pt x="1283" y="522"/>
                  </a:cubicBezTo>
                  <a:cubicBezTo>
                    <a:pt x="1285" y="522"/>
                    <a:pt x="1292" y="521"/>
                    <a:pt x="1292" y="519"/>
                  </a:cubicBezTo>
                  <a:cubicBezTo>
                    <a:pt x="1291" y="515"/>
                    <a:pt x="1290" y="512"/>
                    <a:pt x="1289" y="509"/>
                  </a:cubicBezTo>
                  <a:cubicBezTo>
                    <a:pt x="1290" y="509"/>
                    <a:pt x="1293" y="509"/>
                    <a:pt x="1294" y="511"/>
                  </a:cubicBezTo>
                  <a:cubicBezTo>
                    <a:pt x="1295" y="513"/>
                    <a:pt x="1294" y="513"/>
                    <a:pt x="1297" y="513"/>
                  </a:cubicBezTo>
                  <a:cubicBezTo>
                    <a:pt x="1301" y="514"/>
                    <a:pt x="1303" y="514"/>
                    <a:pt x="1307" y="512"/>
                  </a:cubicBezTo>
                  <a:cubicBezTo>
                    <a:pt x="1306" y="512"/>
                    <a:pt x="1305" y="511"/>
                    <a:pt x="1304" y="511"/>
                  </a:cubicBezTo>
                  <a:cubicBezTo>
                    <a:pt x="1307" y="508"/>
                    <a:pt x="1311" y="507"/>
                    <a:pt x="1314" y="505"/>
                  </a:cubicBezTo>
                  <a:cubicBezTo>
                    <a:pt x="1319" y="503"/>
                    <a:pt x="1314" y="500"/>
                    <a:pt x="1316" y="496"/>
                  </a:cubicBezTo>
                  <a:cubicBezTo>
                    <a:pt x="1317" y="495"/>
                    <a:pt x="1324" y="493"/>
                    <a:pt x="1326" y="492"/>
                  </a:cubicBezTo>
                  <a:cubicBezTo>
                    <a:pt x="1330" y="490"/>
                    <a:pt x="1332" y="490"/>
                    <a:pt x="1336" y="491"/>
                  </a:cubicBezTo>
                  <a:cubicBezTo>
                    <a:pt x="1335" y="490"/>
                    <a:pt x="1331" y="490"/>
                    <a:pt x="1331" y="488"/>
                  </a:cubicBezTo>
                  <a:cubicBezTo>
                    <a:pt x="1331" y="488"/>
                    <a:pt x="1335" y="487"/>
                    <a:pt x="1335" y="487"/>
                  </a:cubicBezTo>
                  <a:cubicBezTo>
                    <a:pt x="1336" y="486"/>
                    <a:pt x="1335" y="485"/>
                    <a:pt x="1336" y="484"/>
                  </a:cubicBezTo>
                  <a:cubicBezTo>
                    <a:pt x="1338" y="480"/>
                    <a:pt x="1339" y="478"/>
                    <a:pt x="1340" y="474"/>
                  </a:cubicBezTo>
                  <a:cubicBezTo>
                    <a:pt x="1340" y="472"/>
                    <a:pt x="1343" y="473"/>
                    <a:pt x="1345" y="471"/>
                  </a:cubicBezTo>
                  <a:cubicBezTo>
                    <a:pt x="1349" y="466"/>
                    <a:pt x="1353" y="469"/>
                    <a:pt x="1358" y="468"/>
                  </a:cubicBezTo>
                  <a:cubicBezTo>
                    <a:pt x="1359" y="467"/>
                    <a:pt x="1358" y="465"/>
                    <a:pt x="1359" y="465"/>
                  </a:cubicBezTo>
                  <a:cubicBezTo>
                    <a:pt x="1361" y="465"/>
                    <a:pt x="1362" y="464"/>
                    <a:pt x="1363" y="464"/>
                  </a:cubicBezTo>
                  <a:cubicBezTo>
                    <a:pt x="1365" y="464"/>
                    <a:pt x="1368" y="465"/>
                    <a:pt x="1370" y="465"/>
                  </a:cubicBezTo>
                  <a:cubicBezTo>
                    <a:pt x="1369" y="461"/>
                    <a:pt x="1372" y="462"/>
                    <a:pt x="1375" y="462"/>
                  </a:cubicBezTo>
                  <a:cubicBezTo>
                    <a:pt x="1374" y="461"/>
                    <a:pt x="1369" y="457"/>
                    <a:pt x="1371" y="456"/>
                  </a:cubicBezTo>
                  <a:cubicBezTo>
                    <a:pt x="1375" y="453"/>
                    <a:pt x="1372" y="453"/>
                    <a:pt x="1371" y="450"/>
                  </a:cubicBezTo>
                  <a:cubicBezTo>
                    <a:pt x="1370" y="446"/>
                    <a:pt x="1372" y="444"/>
                    <a:pt x="1369" y="442"/>
                  </a:cubicBezTo>
                  <a:cubicBezTo>
                    <a:pt x="1366" y="440"/>
                    <a:pt x="1367" y="438"/>
                    <a:pt x="1367" y="435"/>
                  </a:cubicBezTo>
                  <a:cubicBezTo>
                    <a:pt x="1366" y="429"/>
                    <a:pt x="1368" y="423"/>
                    <a:pt x="1374" y="423"/>
                  </a:cubicBezTo>
                  <a:cubicBezTo>
                    <a:pt x="1378" y="422"/>
                    <a:pt x="1382" y="418"/>
                    <a:pt x="1386" y="415"/>
                  </a:cubicBezTo>
                  <a:cubicBezTo>
                    <a:pt x="1383" y="420"/>
                    <a:pt x="1382" y="429"/>
                    <a:pt x="1388" y="431"/>
                  </a:cubicBezTo>
                  <a:cubicBezTo>
                    <a:pt x="1384" y="437"/>
                    <a:pt x="1377" y="439"/>
                    <a:pt x="1378" y="447"/>
                  </a:cubicBezTo>
                  <a:cubicBezTo>
                    <a:pt x="1379" y="453"/>
                    <a:pt x="1385" y="458"/>
                    <a:pt x="1391" y="456"/>
                  </a:cubicBezTo>
                  <a:cubicBezTo>
                    <a:pt x="1390" y="457"/>
                    <a:pt x="1389" y="459"/>
                    <a:pt x="1388" y="461"/>
                  </a:cubicBezTo>
                  <a:cubicBezTo>
                    <a:pt x="1394" y="464"/>
                    <a:pt x="1398" y="456"/>
                    <a:pt x="1403" y="456"/>
                  </a:cubicBezTo>
                  <a:cubicBezTo>
                    <a:pt x="1405" y="455"/>
                    <a:pt x="1409" y="458"/>
                    <a:pt x="1410" y="460"/>
                  </a:cubicBezTo>
                  <a:cubicBezTo>
                    <a:pt x="1411" y="463"/>
                    <a:pt x="1414" y="464"/>
                    <a:pt x="1417" y="465"/>
                  </a:cubicBezTo>
                  <a:cubicBezTo>
                    <a:pt x="1417" y="465"/>
                    <a:pt x="1417" y="463"/>
                    <a:pt x="1417" y="462"/>
                  </a:cubicBezTo>
                  <a:cubicBezTo>
                    <a:pt x="1416" y="462"/>
                    <a:pt x="1414" y="462"/>
                    <a:pt x="1412" y="462"/>
                  </a:cubicBezTo>
                  <a:cubicBezTo>
                    <a:pt x="1416" y="460"/>
                    <a:pt x="1428" y="460"/>
                    <a:pt x="1430" y="457"/>
                  </a:cubicBezTo>
                  <a:cubicBezTo>
                    <a:pt x="1434" y="451"/>
                    <a:pt x="1445" y="448"/>
                    <a:pt x="1450" y="453"/>
                  </a:cubicBezTo>
                  <a:cubicBezTo>
                    <a:pt x="1449" y="452"/>
                    <a:pt x="1448" y="452"/>
                    <a:pt x="1447" y="451"/>
                  </a:cubicBezTo>
                  <a:cubicBezTo>
                    <a:pt x="1447" y="456"/>
                    <a:pt x="1454" y="457"/>
                    <a:pt x="1456" y="454"/>
                  </a:cubicBezTo>
                  <a:cubicBezTo>
                    <a:pt x="1457" y="453"/>
                    <a:pt x="1458" y="450"/>
                    <a:pt x="1459" y="449"/>
                  </a:cubicBezTo>
                  <a:cubicBezTo>
                    <a:pt x="1459" y="449"/>
                    <a:pt x="1461" y="449"/>
                    <a:pt x="1461" y="448"/>
                  </a:cubicBezTo>
                  <a:cubicBezTo>
                    <a:pt x="1463" y="447"/>
                    <a:pt x="1465" y="446"/>
                    <a:pt x="1467" y="444"/>
                  </a:cubicBezTo>
                  <a:cubicBezTo>
                    <a:pt x="1466" y="446"/>
                    <a:pt x="1465" y="447"/>
                    <a:pt x="1463" y="449"/>
                  </a:cubicBezTo>
                  <a:cubicBezTo>
                    <a:pt x="1472" y="453"/>
                    <a:pt x="1467" y="437"/>
                    <a:pt x="1466" y="433"/>
                  </a:cubicBezTo>
                  <a:cubicBezTo>
                    <a:pt x="1466" y="430"/>
                    <a:pt x="1467" y="427"/>
                    <a:pt x="1469" y="425"/>
                  </a:cubicBezTo>
                  <a:cubicBezTo>
                    <a:pt x="1471" y="423"/>
                    <a:pt x="1469" y="419"/>
                    <a:pt x="1472" y="417"/>
                  </a:cubicBezTo>
                  <a:cubicBezTo>
                    <a:pt x="1480" y="411"/>
                    <a:pt x="1482" y="424"/>
                    <a:pt x="1488" y="424"/>
                  </a:cubicBezTo>
                  <a:cubicBezTo>
                    <a:pt x="1491" y="425"/>
                    <a:pt x="1493" y="420"/>
                    <a:pt x="1493" y="417"/>
                  </a:cubicBezTo>
                  <a:cubicBezTo>
                    <a:pt x="1492" y="415"/>
                    <a:pt x="1494" y="408"/>
                    <a:pt x="1494" y="408"/>
                  </a:cubicBezTo>
                  <a:cubicBezTo>
                    <a:pt x="1493" y="407"/>
                    <a:pt x="1491" y="409"/>
                    <a:pt x="1490" y="409"/>
                  </a:cubicBezTo>
                  <a:cubicBezTo>
                    <a:pt x="1489" y="408"/>
                    <a:pt x="1488" y="406"/>
                    <a:pt x="1487" y="405"/>
                  </a:cubicBezTo>
                  <a:cubicBezTo>
                    <a:pt x="1486" y="404"/>
                    <a:pt x="1485" y="398"/>
                    <a:pt x="1485" y="397"/>
                  </a:cubicBezTo>
                  <a:cubicBezTo>
                    <a:pt x="1491" y="395"/>
                    <a:pt x="1497" y="391"/>
                    <a:pt x="1503" y="392"/>
                  </a:cubicBezTo>
                  <a:cubicBezTo>
                    <a:pt x="1508" y="393"/>
                    <a:pt x="1512" y="393"/>
                    <a:pt x="1517" y="394"/>
                  </a:cubicBezTo>
                  <a:cubicBezTo>
                    <a:pt x="1523" y="395"/>
                    <a:pt x="1518" y="392"/>
                    <a:pt x="1521" y="390"/>
                  </a:cubicBezTo>
                  <a:cubicBezTo>
                    <a:pt x="1524" y="389"/>
                    <a:pt x="1527" y="389"/>
                    <a:pt x="1530" y="388"/>
                  </a:cubicBezTo>
                  <a:cubicBezTo>
                    <a:pt x="1532" y="387"/>
                    <a:pt x="1536" y="388"/>
                    <a:pt x="1538" y="389"/>
                  </a:cubicBezTo>
                  <a:cubicBezTo>
                    <a:pt x="1537" y="384"/>
                    <a:pt x="1529" y="383"/>
                    <a:pt x="1525" y="382"/>
                  </a:cubicBezTo>
                  <a:cubicBezTo>
                    <a:pt x="1526" y="381"/>
                    <a:pt x="1526" y="379"/>
                    <a:pt x="1527" y="378"/>
                  </a:cubicBezTo>
                  <a:cubicBezTo>
                    <a:pt x="1514" y="381"/>
                    <a:pt x="1501" y="384"/>
                    <a:pt x="1489" y="386"/>
                  </a:cubicBezTo>
                  <a:cubicBezTo>
                    <a:pt x="1487" y="386"/>
                    <a:pt x="1482" y="388"/>
                    <a:pt x="1481" y="387"/>
                  </a:cubicBezTo>
                  <a:cubicBezTo>
                    <a:pt x="1479" y="383"/>
                    <a:pt x="1478" y="382"/>
                    <a:pt x="1474" y="380"/>
                  </a:cubicBezTo>
                  <a:cubicBezTo>
                    <a:pt x="1469" y="378"/>
                    <a:pt x="1470" y="379"/>
                    <a:pt x="1470" y="373"/>
                  </a:cubicBezTo>
                  <a:cubicBezTo>
                    <a:pt x="1471" y="369"/>
                    <a:pt x="1471" y="367"/>
                    <a:pt x="1470" y="364"/>
                  </a:cubicBezTo>
                  <a:cubicBezTo>
                    <a:pt x="1470" y="361"/>
                    <a:pt x="1467" y="355"/>
                    <a:pt x="1467" y="352"/>
                  </a:cubicBezTo>
                  <a:cubicBezTo>
                    <a:pt x="1468" y="350"/>
                    <a:pt x="1473" y="346"/>
                    <a:pt x="1475" y="344"/>
                  </a:cubicBezTo>
                  <a:cubicBezTo>
                    <a:pt x="1479" y="339"/>
                    <a:pt x="1484" y="336"/>
                    <a:pt x="1488" y="332"/>
                  </a:cubicBezTo>
                  <a:cubicBezTo>
                    <a:pt x="1490" y="329"/>
                    <a:pt x="1493" y="323"/>
                    <a:pt x="1496" y="322"/>
                  </a:cubicBezTo>
                  <a:cubicBezTo>
                    <a:pt x="1498" y="321"/>
                    <a:pt x="1502" y="323"/>
                    <a:pt x="1501" y="318"/>
                  </a:cubicBezTo>
                  <a:cubicBezTo>
                    <a:pt x="1499" y="312"/>
                    <a:pt x="1494" y="309"/>
                    <a:pt x="1488" y="309"/>
                  </a:cubicBezTo>
                  <a:cubicBezTo>
                    <a:pt x="1479" y="309"/>
                    <a:pt x="1479" y="308"/>
                    <a:pt x="1472" y="315"/>
                  </a:cubicBezTo>
                  <a:cubicBezTo>
                    <a:pt x="1469" y="319"/>
                    <a:pt x="1467" y="323"/>
                    <a:pt x="1470" y="328"/>
                  </a:cubicBezTo>
                  <a:cubicBezTo>
                    <a:pt x="1473" y="333"/>
                    <a:pt x="1449" y="345"/>
                    <a:pt x="1447" y="348"/>
                  </a:cubicBezTo>
                  <a:cubicBezTo>
                    <a:pt x="1441" y="355"/>
                    <a:pt x="1431" y="367"/>
                    <a:pt x="1438" y="378"/>
                  </a:cubicBezTo>
                  <a:cubicBezTo>
                    <a:pt x="1440" y="383"/>
                    <a:pt x="1448" y="382"/>
                    <a:pt x="1451" y="388"/>
                  </a:cubicBezTo>
                  <a:cubicBezTo>
                    <a:pt x="1452" y="392"/>
                    <a:pt x="1446" y="395"/>
                    <a:pt x="1443" y="397"/>
                  </a:cubicBezTo>
                  <a:cubicBezTo>
                    <a:pt x="1438" y="401"/>
                    <a:pt x="1435" y="403"/>
                    <a:pt x="1434" y="410"/>
                  </a:cubicBezTo>
                  <a:cubicBezTo>
                    <a:pt x="1433" y="415"/>
                    <a:pt x="1433" y="423"/>
                    <a:pt x="1431" y="428"/>
                  </a:cubicBezTo>
                  <a:cubicBezTo>
                    <a:pt x="1428" y="435"/>
                    <a:pt x="1423" y="435"/>
                    <a:pt x="1417" y="436"/>
                  </a:cubicBezTo>
                  <a:cubicBezTo>
                    <a:pt x="1415" y="436"/>
                    <a:pt x="1415" y="439"/>
                    <a:pt x="1414" y="441"/>
                  </a:cubicBezTo>
                  <a:cubicBezTo>
                    <a:pt x="1414" y="444"/>
                    <a:pt x="1412" y="443"/>
                    <a:pt x="1409" y="444"/>
                  </a:cubicBezTo>
                  <a:cubicBezTo>
                    <a:pt x="1405" y="444"/>
                    <a:pt x="1405" y="445"/>
                    <a:pt x="1404" y="440"/>
                  </a:cubicBezTo>
                  <a:cubicBezTo>
                    <a:pt x="1404" y="438"/>
                    <a:pt x="1402" y="434"/>
                    <a:pt x="1403" y="432"/>
                  </a:cubicBezTo>
                  <a:cubicBezTo>
                    <a:pt x="1405" y="427"/>
                    <a:pt x="1398" y="422"/>
                    <a:pt x="1396" y="418"/>
                  </a:cubicBezTo>
                  <a:cubicBezTo>
                    <a:pt x="1394" y="416"/>
                    <a:pt x="1395" y="413"/>
                    <a:pt x="1394" y="412"/>
                  </a:cubicBezTo>
                  <a:cubicBezTo>
                    <a:pt x="1393" y="409"/>
                    <a:pt x="1391" y="407"/>
                    <a:pt x="1391" y="404"/>
                  </a:cubicBezTo>
                  <a:cubicBezTo>
                    <a:pt x="1390" y="402"/>
                    <a:pt x="1392" y="398"/>
                    <a:pt x="1390" y="397"/>
                  </a:cubicBezTo>
                  <a:cubicBezTo>
                    <a:pt x="1387" y="396"/>
                    <a:pt x="1387" y="392"/>
                    <a:pt x="1386" y="390"/>
                  </a:cubicBezTo>
                  <a:cubicBezTo>
                    <a:pt x="1384" y="396"/>
                    <a:pt x="1383" y="397"/>
                    <a:pt x="1378" y="401"/>
                  </a:cubicBezTo>
                  <a:cubicBezTo>
                    <a:pt x="1375" y="403"/>
                    <a:pt x="1372" y="407"/>
                    <a:pt x="1368" y="409"/>
                  </a:cubicBezTo>
                  <a:cubicBezTo>
                    <a:pt x="1363" y="413"/>
                    <a:pt x="1348" y="411"/>
                    <a:pt x="1348" y="402"/>
                  </a:cubicBezTo>
                  <a:cubicBezTo>
                    <a:pt x="1348" y="392"/>
                    <a:pt x="1343" y="381"/>
                    <a:pt x="1344" y="371"/>
                  </a:cubicBezTo>
                  <a:cubicBezTo>
                    <a:pt x="1344" y="361"/>
                    <a:pt x="1345" y="361"/>
                    <a:pt x="1352" y="356"/>
                  </a:cubicBezTo>
                  <a:cubicBezTo>
                    <a:pt x="1355" y="353"/>
                    <a:pt x="1359" y="351"/>
                    <a:pt x="1364" y="349"/>
                  </a:cubicBezTo>
                  <a:cubicBezTo>
                    <a:pt x="1369" y="346"/>
                    <a:pt x="1373" y="344"/>
                    <a:pt x="1377" y="340"/>
                  </a:cubicBezTo>
                  <a:cubicBezTo>
                    <a:pt x="1381" y="336"/>
                    <a:pt x="1384" y="332"/>
                    <a:pt x="1388" y="329"/>
                  </a:cubicBezTo>
                  <a:cubicBezTo>
                    <a:pt x="1396" y="321"/>
                    <a:pt x="1400" y="311"/>
                    <a:pt x="1406" y="301"/>
                  </a:cubicBezTo>
                  <a:cubicBezTo>
                    <a:pt x="1412" y="292"/>
                    <a:pt x="1420" y="285"/>
                    <a:pt x="1427" y="276"/>
                  </a:cubicBezTo>
                  <a:cubicBezTo>
                    <a:pt x="1435" y="268"/>
                    <a:pt x="1441" y="259"/>
                    <a:pt x="1451" y="255"/>
                  </a:cubicBezTo>
                  <a:cubicBezTo>
                    <a:pt x="1461" y="250"/>
                    <a:pt x="1472" y="246"/>
                    <a:pt x="1483" y="243"/>
                  </a:cubicBezTo>
                  <a:cubicBezTo>
                    <a:pt x="1487" y="242"/>
                    <a:pt x="1490" y="235"/>
                    <a:pt x="1493" y="233"/>
                  </a:cubicBezTo>
                  <a:cubicBezTo>
                    <a:pt x="1497" y="230"/>
                    <a:pt x="1503" y="230"/>
                    <a:pt x="1507" y="230"/>
                  </a:cubicBezTo>
                  <a:cubicBezTo>
                    <a:pt x="1502" y="236"/>
                    <a:pt x="1499" y="239"/>
                    <a:pt x="1497" y="246"/>
                  </a:cubicBezTo>
                  <a:cubicBezTo>
                    <a:pt x="1502" y="245"/>
                    <a:pt x="1506" y="237"/>
                    <a:pt x="1509" y="233"/>
                  </a:cubicBezTo>
                  <a:cubicBezTo>
                    <a:pt x="1510" y="236"/>
                    <a:pt x="1510" y="238"/>
                    <a:pt x="1511" y="241"/>
                  </a:cubicBezTo>
                  <a:cubicBezTo>
                    <a:pt x="1513" y="238"/>
                    <a:pt x="1515" y="235"/>
                    <a:pt x="1517" y="232"/>
                  </a:cubicBezTo>
                  <a:cubicBezTo>
                    <a:pt x="1518" y="231"/>
                    <a:pt x="1524" y="232"/>
                    <a:pt x="1526" y="232"/>
                  </a:cubicBezTo>
                  <a:cubicBezTo>
                    <a:pt x="1524" y="234"/>
                    <a:pt x="1523" y="237"/>
                    <a:pt x="1521" y="239"/>
                  </a:cubicBezTo>
                  <a:cubicBezTo>
                    <a:pt x="1527" y="243"/>
                    <a:pt x="1524" y="233"/>
                    <a:pt x="1529" y="234"/>
                  </a:cubicBezTo>
                  <a:cubicBezTo>
                    <a:pt x="1534" y="236"/>
                    <a:pt x="1539" y="238"/>
                    <a:pt x="1544" y="240"/>
                  </a:cubicBezTo>
                  <a:cubicBezTo>
                    <a:pt x="1548" y="242"/>
                    <a:pt x="1540" y="246"/>
                    <a:pt x="1538" y="246"/>
                  </a:cubicBezTo>
                  <a:cubicBezTo>
                    <a:pt x="1535" y="247"/>
                    <a:pt x="1530" y="245"/>
                    <a:pt x="1526" y="245"/>
                  </a:cubicBezTo>
                  <a:cubicBezTo>
                    <a:pt x="1528" y="249"/>
                    <a:pt x="1532" y="247"/>
                    <a:pt x="1534" y="251"/>
                  </a:cubicBezTo>
                  <a:cubicBezTo>
                    <a:pt x="1534" y="252"/>
                    <a:pt x="1539" y="251"/>
                    <a:pt x="1541" y="251"/>
                  </a:cubicBezTo>
                  <a:cubicBezTo>
                    <a:pt x="1545" y="251"/>
                    <a:pt x="1549" y="253"/>
                    <a:pt x="1552" y="249"/>
                  </a:cubicBezTo>
                  <a:cubicBezTo>
                    <a:pt x="1553" y="247"/>
                    <a:pt x="1558" y="251"/>
                    <a:pt x="1560" y="252"/>
                  </a:cubicBezTo>
                  <a:cubicBezTo>
                    <a:pt x="1559" y="256"/>
                    <a:pt x="1556" y="254"/>
                    <a:pt x="1553" y="253"/>
                  </a:cubicBezTo>
                  <a:cubicBezTo>
                    <a:pt x="1551" y="261"/>
                    <a:pt x="1566" y="258"/>
                    <a:pt x="1569" y="258"/>
                  </a:cubicBezTo>
                  <a:cubicBezTo>
                    <a:pt x="1577" y="258"/>
                    <a:pt x="1581" y="260"/>
                    <a:pt x="1588" y="265"/>
                  </a:cubicBezTo>
                  <a:cubicBezTo>
                    <a:pt x="1595" y="268"/>
                    <a:pt x="1601" y="272"/>
                    <a:pt x="1608" y="274"/>
                  </a:cubicBezTo>
                  <a:cubicBezTo>
                    <a:pt x="1613" y="276"/>
                    <a:pt x="1620" y="279"/>
                    <a:pt x="1623" y="285"/>
                  </a:cubicBezTo>
                  <a:cubicBezTo>
                    <a:pt x="1625" y="292"/>
                    <a:pt x="1624" y="291"/>
                    <a:pt x="1621" y="297"/>
                  </a:cubicBezTo>
                  <a:cubicBezTo>
                    <a:pt x="1619" y="300"/>
                    <a:pt x="1618" y="302"/>
                    <a:pt x="1615" y="303"/>
                  </a:cubicBezTo>
                  <a:cubicBezTo>
                    <a:pt x="1607" y="306"/>
                    <a:pt x="1604" y="306"/>
                    <a:pt x="1596" y="304"/>
                  </a:cubicBezTo>
                  <a:cubicBezTo>
                    <a:pt x="1582" y="301"/>
                    <a:pt x="1570" y="298"/>
                    <a:pt x="1557" y="291"/>
                  </a:cubicBezTo>
                  <a:cubicBezTo>
                    <a:pt x="1561" y="295"/>
                    <a:pt x="1572" y="302"/>
                    <a:pt x="1572" y="308"/>
                  </a:cubicBezTo>
                  <a:cubicBezTo>
                    <a:pt x="1572" y="314"/>
                    <a:pt x="1571" y="326"/>
                    <a:pt x="1576" y="329"/>
                  </a:cubicBezTo>
                  <a:cubicBezTo>
                    <a:pt x="1582" y="331"/>
                    <a:pt x="1590" y="338"/>
                    <a:pt x="1596" y="336"/>
                  </a:cubicBezTo>
                  <a:cubicBezTo>
                    <a:pt x="1600" y="334"/>
                    <a:pt x="1598" y="329"/>
                    <a:pt x="1594" y="329"/>
                  </a:cubicBezTo>
                  <a:cubicBezTo>
                    <a:pt x="1591" y="329"/>
                    <a:pt x="1589" y="325"/>
                    <a:pt x="1587" y="322"/>
                  </a:cubicBezTo>
                  <a:cubicBezTo>
                    <a:pt x="1592" y="317"/>
                    <a:pt x="1593" y="318"/>
                    <a:pt x="1600" y="321"/>
                  </a:cubicBezTo>
                  <a:cubicBezTo>
                    <a:pt x="1605" y="323"/>
                    <a:pt x="1611" y="325"/>
                    <a:pt x="1616" y="327"/>
                  </a:cubicBezTo>
                  <a:cubicBezTo>
                    <a:pt x="1616" y="325"/>
                    <a:pt x="1612" y="314"/>
                    <a:pt x="1612" y="314"/>
                  </a:cubicBezTo>
                  <a:cubicBezTo>
                    <a:pt x="1616" y="311"/>
                    <a:pt x="1621" y="308"/>
                    <a:pt x="1625" y="305"/>
                  </a:cubicBezTo>
                  <a:cubicBezTo>
                    <a:pt x="1627" y="304"/>
                    <a:pt x="1631" y="300"/>
                    <a:pt x="1634" y="300"/>
                  </a:cubicBezTo>
                  <a:cubicBezTo>
                    <a:pt x="1638" y="302"/>
                    <a:pt x="1643" y="303"/>
                    <a:pt x="1647" y="304"/>
                  </a:cubicBezTo>
                  <a:cubicBezTo>
                    <a:pt x="1648" y="302"/>
                    <a:pt x="1650" y="297"/>
                    <a:pt x="1649" y="295"/>
                  </a:cubicBezTo>
                  <a:cubicBezTo>
                    <a:pt x="1649" y="294"/>
                    <a:pt x="1644" y="287"/>
                    <a:pt x="1644" y="288"/>
                  </a:cubicBezTo>
                  <a:cubicBezTo>
                    <a:pt x="1645" y="284"/>
                    <a:pt x="1646" y="280"/>
                    <a:pt x="1647" y="276"/>
                  </a:cubicBezTo>
                  <a:cubicBezTo>
                    <a:pt x="1647" y="274"/>
                    <a:pt x="1642" y="270"/>
                    <a:pt x="1642" y="269"/>
                  </a:cubicBezTo>
                  <a:cubicBezTo>
                    <a:pt x="1647" y="269"/>
                    <a:pt x="1652" y="270"/>
                    <a:pt x="1658" y="271"/>
                  </a:cubicBezTo>
                  <a:cubicBezTo>
                    <a:pt x="1662" y="271"/>
                    <a:pt x="1664" y="277"/>
                    <a:pt x="1667" y="281"/>
                  </a:cubicBezTo>
                  <a:cubicBezTo>
                    <a:pt x="1664" y="281"/>
                    <a:pt x="1656" y="280"/>
                    <a:pt x="1655" y="283"/>
                  </a:cubicBezTo>
                  <a:cubicBezTo>
                    <a:pt x="1653" y="287"/>
                    <a:pt x="1657" y="289"/>
                    <a:pt x="1659" y="293"/>
                  </a:cubicBezTo>
                  <a:cubicBezTo>
                    <a:pt x="1662" y="296"/>
                    <a:pt x="1666" y="294"/>
                    <a:pt x="1671" y="294"/>
                  </a:cubicBezTo>
                  <a:cubicBezTo>
                    <a:pt x="1676" y="293"/>
                    <a:pt x="1672" y="289"/>
                    <a:pt x="1675" y="285"/>
                  </a:cubicBezTo>
                  <a:cubicBezTo>
                    <a:pt x="1676" y="284"/>
                    <a:pt x="1681" y="283"/>
                    <a:pt x="1682" y="282"/>
                  </a:cubicBezTo>
                  <a:cubicBezTo>
                    <a:pt x="1687" y="280"/>
                    <a:pt x="1692" y="278"/>
                    <a:pt x="1697" y="275"/>
                  </a:cubicBezTo>
                  <a:cubicBezTo>
                    <a:pt x="1704" y="272"/>
                    <a:pt x="1712" y="269"/>
                    <a:pt x="1719" y="265"/>
                  </a:cubicBezTo>
                  <a:cubicBezTo>
                    <a:pt x="1721" y="272"/>
                    <a:pt x="1721" y="272"/>
                    <a:pt x="1728" y="274"/>
                  </a:cubicBezTo>
                  <a:cubicBezTo>
                    <a:pt x="1732" y="275"/>
                    <a:pt x="1734" y="267"/>
                    <a:pt x="1738" y="267"/>
                  </a:cubicBezTo>
                  <a:cubicBezTo>
                    <a:pt x="1743" y="268"/>
                    <a:pt x="1747" y="269"/>
                    <a:pt x="1752" y="266"/>
                  </a:cubicBezTo>
                  <a:cubicBezTo>
                    <a:pt x="1757" y="264"/>
                    <a:pt x="1759" y="264"/>
                    <a:pt x="1765" y="265"/>
                  </a:cubicBezTo>
                  <a:cubicBezTo>
                    <a:pt x="1764" y="267"/>
                    <a:pt x="1763" y="269"/>
                    <a:pt x="1762" y="270"/>
                  </a:cubicBezTo>
                  <a:cubicBezTo>
                    <a:pt x="1769" y="272"/>
                    <a:pt x="1769" y="273"/>
                    <a:pt x="1773" y="266"/>
                  </a:cubicBezTo>
                  <a:cubicBezTo>
                    <a:pt x="1777" y="261"/>
                    <a:pt x="1775" y="260"/>
                    <a:pt x="1771" y="255"/>
                  </a:cubicBezTo>
                  <a:cubicBezTo>
                    <a:pt x="1780" y="251"/>
                    <a:pt x="1794" y="252"/>
                    <a:pt x="1804" y="256"/>
                  </a:cubicBezTo>
                  <a:cubicBezTo>
                    <a:pt x="1810" y="259"/>
                    <a:pt x="1817" y="261"/>
                    <a:pt x="1824" y="264"/>
                  </a:cubicBezTo>
                  <a:cubicBezTo>
                    <a:pt x="1828" y="266"/>
                    <a:pt x="1833" y="271"/>
                    <a:pt x="1837" y="274"/>
                  </a:cubicBezTo>
                  <a:cubicBezTo>
                    <a:pt x="1838" y="272"/>
                    <a:pt x="1840" y="264"/>
                    <a:pt x="1838" y="262"/>
                  </a:cubicBezTo>
                  <a:cubicBezTo>
                    <a:pt x="1833" y="258"/>
                    <a:pt x="1828" y="255"/>
                    <a:pt x="1824" y="251"/>
                  </a:cubicBezTo>
                  <a:cubicBezTo>
                    <a:pt x="1820" y="249"/>
                    <a:pt x="1826" y="242"/>
                    <a:pt x="1827" y="239"/>
                  </a:cubicBezTo>
                  <a:cubicBezTo>
                    <a:pt x="1828" y="236"/>
                    <a:pt x="1821" y="233"/>
                    <a:pt x="1818" y="232"/>
                  </a:cubicBezTo>
                  <a:cubicBezTo>
                    <a:pt x="1823" y="228"/>
                    <a:pt x="1828" y="224"/>
                    <a:pt x="1833" y="220"/>
                  </a:cubicBezTo>
                  <a:cubicBezTo>
                    <a:pt x="1836" y="217"/>
                    <a:pt x="1837" y="208"/>
                    <a:pt x="1839" y="204"/>
                  </a:cubicBezTo>
                  <a:cubicBezTo>
                    <a:pt x="1841" y="199"/>
                    <a:pt x="1863" y="204"/>
                    <a:pt x="1869" y="205"/>
                  </a:cubicBezTo>
                  <a:cubicBezTo>
                    <a:pt x="1867" y="210"/>
                    <a:pt x="1865" y="216"/>
                    <a:pt x="1863" y="222"/>
                  </a:cubicBezTo>
                  <a:cubicBezTo>
                    <a:pt x="1862" y="225"/>
                    <a:pt x="1866" y="231"/>
                    <a:pt x="1868" y="234"/>
                  </a:cubicBezTo>
                  <a:cubicBezTo>
                    <a:pt x="1870" y="239"/>
                    <a:pt x="1862" y="261"/>
                    <a:pt x="1866" y="264"/>
                  </a:cubicBezTo>
                  <a:cubicBezTo>
                    <a:pt x="1871" y="267"/>
                    <a:pt x="1876" y="267"/>
                    <a:pt x="1874" y="273"/>
                  </a:cubicBezTo>
                  <a:cubicBezTo>
                    <a:pt x="1872" y="277"/>
                    <a:pt x="1871" y="285"/>
                    <a:pt x="1868" y="286"/>
                  </a:cubicBezTo>
                  <a:cubicBezTo>
                    <a:pt x="1863" y="290"/>
                    <a:pt x="1857" y="293"/>
                    <a:pt x="1852" y="296"/>
                  </a:cubicBezTo>
                  <a:cubicBezTo>
                    <a:pt x="1850" y="297"/>
                    <a:pt x="1843" y="295"/>
                    <a:pt x="1840" y="295"/>
                  </a:cubicBezTo>
                  <a:cubicBezTo>
                    <a:pt x="1847" y="300"/>
                    <a:pt x="1854" y="305"/>
                    <a:pt x="1863" y="302"/>
                  </a:cubicBezTo>
                  <a:cubicBezTo>
                    <a:pt x="1870" y="300"/>
                    <a:pt x="1878" y="290"/>
                    <a:pt x="1883" y="284"/>
                  </a:cubicBezTo>
                  <a:cubicBezTo>
                    <a:pt x="1889" y="278"/>
                    <a:pt x="1874" y="270"/>
                    <a:pt x="1887" y="266"/>
                  </a:cubicBezTo>
                  <a:cubicBezTo>
                    <a:pt x="1889" y="265"/>
                    <a:pt x="1896" y="261"/>
                    <a:pt x="1897" y="264"/>
                  </a:cubicBezTo>
                  <a:cubicBezTo>
                    <a:pt x="1901" y="267"/>
                    <a:pt x="1904" y="271"/>
                    <a:pt x="1907" y="274"/>
                  </a:cubicBezTo>
                  <a:cubicBezTo>
                    <a:pt x="1906" y="270"/>
                    <a:pt x="1907" y="265"/>
                    <a:pt x="1903" y="262"/>
                  </a:cubicBezTo>
                  <a:cubicBezTo>
                    <a:pt x="1898" y="259"/>
                    <a:pt x="1897" y="259"/>
                    <a:pt x="1891" y="260"/>
                  </a:cubicBezTo>
                  <a:cubicBezTo>
                    <a:pt x="1890" y="260"/>
                    <a:pt x="1878" y="263"/>
                    <a:pt x="1878" y="261"/>
                  </a:cubicBezTo>
                  <a:cubicBezTo>
                    <a:pt x="1877" y="258"/>
                    <a:pt x="1874" y="252"/>
                    <a:pt x="1875" y="249"/>
                  </a:cubicBezTo>
                  <a:cubicBezTo>
                    <a:pt x="1877" y="245"/>
                    <a:pt x="1881" y="240"/>
                    <a:pt x="1879" y="236"/>
                  </a:cubicBezTo>
                  <a:cubicBezTo>
                    <a:pt x="1877" y="233"/>
                    <a:pt x="1870" y="226"/>
                    <a:pt x="1872" y="223"/>
                  </a:cubicBezTo>
                  <a:cubicBezTo>
                    <a:pt x="1875" y="218"/>
                    <a:pt x="1880" y="218"/>
                    <a:pt x="1885" y="216"/>
                  </a:cubicBezTo>
                  <a:cubicBezTo>
                    <a:pt x="1888" y="214"/>
                    <a:pt x="1885" y="206"/>
                    <a:pt x="1884" y="204"/>
                  </a:cubicBezTo>
                  <a:cubicBezTo>
                    <a:pt x="1887" y="203"/>
                    <a:pt x="1892" y="210"/>
                    <a:pt x="1890" y="213"/>
                  </a:cubicBezTo>
                  <a:cubicBezTo>
                    <a:pt x="1887" y="220"/>
                    <a:pt x="1887" y="220"/>
                    <a:pt x="1891" y="227"/>
                  </a:cubicBezTo>
                  <a:cubicBezTo>
                    <a:pt x="1894" y="231"/>
                    <a:pt x="1913" y="231"/>
                    <a:pt x="1917" y="232"/>
                  </a:cubicBezTo>
                  <a:cubicBezTo>
                    <a:pt x="1910" y="229"/>
                    <a:pt x="1904" y="226"/>
                    <a:pt x="1897" y="223"/>
                  </a:cubicBezTo>
                  <a:cubicBezTo>
                    <a:pt x="1889" y="220"/>
                    <a:pt x="1903" y="214"/>
                    <a:pt x="1906" y="213"/>
                  </a:cubicBezTo>
                  <a:cubicBezTo>
                    <a:pt x="1915" y="210"/>
                    <a:pt x="1919" y="212"/>
                    <a:pt x="1928" y="216"/>
                  </a:cubicBezTo>
                  <a:cubicBezTo>
                    <a:pt x="1931" y="217"/>
                    <a:pt x="1934" y="219"/>
                    <a:pt x="1936" y="221"/>
                  </a:cubicBezTo>
                  <a:cubicBezTo>
                    <a:pt x="1939" y="222"/>
                    <a:pt x="1942" y="221"/>
                    <a:pt x="1945" y="220"/>
                  </a:cubicBezTo>
                  <a:cubicBezTo>
                    <a:pt x="1944" y="218"/>
                    <a:pt x="1943" y="212"/>
                    <a:pt x="1941" y="210"/>
                  </a:cubicBezTo>
                  <a:cubicBezTo>
                    <a:pt x="1940" y="209"/>
                    <a:pt x="1933" y="209"/>
                    <a:pt x="1931" y="208"/>
                  </a:cubicBezTo>
                  <a:cubicBezTo>
                    <a:pt x="1927" y="208"/>
                    <a:pt x="1927" y="194"/>
                    <a:pt x="1926" y="191"/>
                  </a:cubicBezTo>
                  <a:cubicBezTo>
                    <a:pt x="1937" y="190"/>
                    <a:pt x="1947" y="189"/>
                    <a:pt x="1957" y="188"/>
                  </a:cubicBezTo>
                  <a:cubicBezTo>
                    <a:pt x="1963" y="187"/>
                    <a:pt x="1969" y="186"/>
                    <a:pt x="1975" y="186"/>
                  </a:cubicBezTo>
                  <a:cubicBezTo>
                    <a:pt x="1979" y="185"/>
                    <a:pt x="1977" y="181"/>
                    <a:pt x="1977" y="177"/>
                  </a:cubicBezTo>
                  <a:cubicBezTo>
                    <a:pt x="1978" y="170"/>
                    <a:pt x="1977" y="170"/>
                    <a:pt x="1983" y="166"/>
                  </a:cubicBezTo>
                  <a:cubicBezTo>
                    <a:pt x="1987" y="163"/>
                    <a:pt x="1992" y="160"/>
                    <a:pt x="1996" y="158"/>
                  </a:cubicBezTo>
                  <a:cubicBezTo>
                    <a:pt x="2006" y="155"/>
                    <a:pt x="2018" y="154"/>
                    <a:pt x="2028" y="152"/>
                  </a:cubicBezTo>
                  <a:cubicBezTo>
                    <a:pt x="2047" y="149"/>
                    <a:pt x="2065" y="147"/>
                    <a:pt x="2083" y="140"/>
                  </a:cubicBezTo>
                  <a:cubicBezTo>
                    <a:pt x="2087" y="138"/>
                    <a:pt x="2085" y="131"/>
                    <a:pt x="2089" y="129"/>
                  </a:cubicBezTo>
                  <a:cubicBezTo>
                    <a:pt x="2094" y="127"/>
                    <a:pt x="2100" y="124"/>
                    <a:pt x="2105" y="121"/>
                  </a:cubicBezTo>
                  <a:cubicBezTo>
                    <a:pt x="2111" y="118"/>
                    <a:pt x="2123" y="118"/>
                    <a:pt x="2128" y="125"/>
                  </a:cubicBezTo>
                  <a:cubicBezTo>
                    <a:pt x="2123" y="126"/>
                    <a:pt x="2117" y="128"/>
                    <a:pt x="2112" y="129"/>
                  </a:cubicBezTo>
                  <a:cubicBezTo>
                    <a:pt x="2120" y="131"/>
                    <a:pt x="2128" y="132"/>
                    <a:pt x="2136" y="133"/>
                  </a:cubicBezTo>
                  <a:cubicBezTo>
                    <a:pt x="2133" y="136"/>
                    <a:pt x="2130" y="139"/>
                    <a:pt x="2127" y="141"/>
                  </a:cubicBezTo>
                  <a:cubicBezTo>
                    <a:pt x="2131" y="142"/>
                    <a:pt x="2135" y="142"/>
                    <a:pt x="2140" y="142"/>
                  </a:cubicBezTo>
                  <a:cubicBezTo>
                    <a:pt x="2140" y="141"/>
                    <a:pt x="2139" y="134"/>
                    <a:pt x="2141" y="134"/>
                  </a:cubicBezTo>
                  <a:cubicBezTo>
                    <a:pt x="2144" y="134"/>
                    <a:pt x="2148" y="134"/>
                    <a:pt x="2151" y="134"/>
                  </a:cubicBezTo>
                  <a:cubicBezTo>
                    <a:pt x="2156" y="135"/>
                    <a:pt x="2162" y="133"/>
                    <a:pt x="2167" y="137"/>
                  </a:cubicBezTo>
                  <a:cubicBezTo>
                    <a:pt x="2171" y="140"/>
                    <a:pt x="2179" y="143"/>
                    <a:pt x="2182" y="147"/>
                  </a:cubicBezTo>
                  <a:cubicBezTo>
                    <a:pt x="2183" y="148"/>
                    <a:pt x="2188" y="153"/>
                    <a:pt x="2187" y="154"/>
                  </a:cubicBezTo>
                  <a:cubicBezTo>
                    <a:pt x="2186" y="156"/>
                    <a:pt x="2185" y="161"/>
                    <a:pt x="2183" y="162"/>
                  </a:cubicBezTo>
                  <a:cubicBezTo>
                    <a:pt x="2162" y="175"/>
                    <a:pt x="2140" y="188"/>
                    <a:pt x="2119" y="202"/>
                  </a:cubicBezTo>
                  <a:cubicBezTo>
                    <a:pt x="2134" y="197"/>
                    <a:pt x="2149" y="193"/>
                    <a:pt x="2164" y="189"/>
                  </a:cubicBezTo>
                  <a:cubicBezTo>
                    <a:pt x="2160" y="188"/>
                    <a:pt x="2156" y="188"/>
                    <a:pt x="2152" y="187"/>
                  </a:cubicBezTo>
                  <a:cubicBezTo>
                    <a:pt x="2157" y="183"/>
                    <a:pt x="2164" y="180"/>
                    <a:pt x="2169" y="184"/>
                  </a:cubicBezTo>
                  <a:cubicBezTo>
                    <a:pt x="2177" y="190"/>
                    <a:pt x="2179" y="189"/>
                    <a:pt x="2189" y="188"/>
                  </a:cubicBezTo>
                  <a:cubicBezTo>
                    <a:pt x="2202" y="187"/>
                    <a:pt x="2215" y="190"/>
                    <a:pt x="2228" y="191"/>
                  </a:cubicBezTo>
                  <a:cubicBezTo>
                    <a:pt x="2225" y="193"/>
                    <a:pt x="2223" y="194"/>
                    <a:pt x="2220" y="196"/>
                  </a:cubicBezTo>
                  <a:cubicBezTo>
                    <a:pt x="2223" y="197"/>
                    <a:pt x="2229" y="202"/>
                    <a:pt x="2232" y="201"/>
                  </a:cubicBezTo>
                  <a:cubicBezTo>
                    <a:pt x="2238" y="201"/>
                    <a:pt x="2243" y="201"/>
                    <a:pt x="2248" y="201"/>
                  </a:cubicBezTo>
                  <a:cubicBezTo>
                    <a:pt x="2251" y="200"/>
                    <a:pt x="2259" y="202"/>
                    <a:pt x="2260" y="198"/>
                  </a:cubicBezTo>
                  <a:cubicBezTo>
                    <a:pt x="2261" y="190"/>
                    <a:pt x="2260" y="190"/>
                    <a:pt x="2267" y="190"/>
                  </a:cubicBezTo>
                  <a:cubicBezTo>
                    <a:pt x="2272" y="190"/>
                    <a:pt x="2277" y="191"/>
                    <a:pt x="2282" y="190"/>
                  </a:cubicBezTo>
                  <a:cubicBezTo>
                    <a:pt x="2285" y="189"/>
                    <a:pt x="2293" y="186"/>
                    <a:pt x="2296" y="187"/>
                  </a:cubicBezTo>
                  <a:cubicBezTo>
                    <a:pt x="2299" y="188"/>
                    <a:pt x="2304" y="196"/>
                    <a:pt x="2307" y="199"/>
                  </a:cubicBezTo>
                  <a:cubicBezTo>
                    <a:pt x="2308" y="201"/>
                    <a:pt x="2305" y="210"/>
                    <a:pt x="2305" y="213"/>
                  </a:cubicBezTo>
                  <a:cubicBezTo>
                    <a:pt x="2305" y="215"/>
                    <a:pt x="2305" y="227"/>
                    <a:pt x="2307" y="227"/>
                  </a:cubicBezTo>
                  <a:cubicBezTo>
                    <a:pt x="2311" y="230"/>
                    <a:pt x="2316" y="233"/>
                    <a:pt x="2321" y="235"/>
                  </a:cubicBezTo>
                  <a:cubicBezTo>
                    <a:pt x="2323" y="237"/>
                    <a:pt x="2329" y="226"/>
                    <a:pt x="2330" y="224"/>
                  </a:cubicBezTo>
                  <a:cubicBezTo>
                    <a:pt x="2334" y="219"/>
                    <a:pt x="2334" y="218"/>
                    <a:pt x="2339" y="222"/>
                  </a:cubicBezTo>
                  <a:cubicBezTo>
                    <a:pt x="2345" y="225"/>
                    <a:pt x="2346" y="227"/>
                    <a:pt x="2352" y="225"/>
                  </a:cubicBezTo>
                  <a:cubicBezTo>
                    <a:pt x="2356" y="224"/>
                    <a:pt x="2361" y="221"/>
                    <a:pt x="2364" y="223"/>
                  </a:cubicBezTo>
                  <a:cubicBezTo>
                    <a:pt x="2367" y="224"/>
                    <a:pt x="2373" y="229"/>
                    <a:pt x="2377" y="228"/>
                  </a:cubicBezTo>
                  <a:cubicBezTo>
                    <a:pt x="2381" y="226"/>
                    <a:pt x="2386" y="224"/>
                    <a:pt x="2391" y="222"/>
                  </a:cubicBezTo>
                  <a:cubicBezTo>
                    <a:pt x="2390" y="220"/>
                    <a:pt x="2385" y="214"/>
                    <a:pt x="2387" y="212"/>
                  </a:cubicBezTo>
                  <a:cubicBezTo>
                    <a:pt x="2388" y="210"/>
                    <a:pt x="2393" y="202"/>
                    <a:pt x="2395" y="202"/>
                  </a:cubicBezTo>
                  <a:cubicBezTo>
                    <a:pt x="2404" y="203"/>
                    <a:pt x="2413" y="205"/>
                    <a:pt x="2422" y="206"/>
                  </a:cubicBezTo>
                  <a:cubicBezTo>
                    <a:pt x="2429" y="207"/>
                    <a:pt x="2437" y="209"/>
                    <a:pt x="2443" y="211"/>
                  </a:cubicBezTo>
                  <a:cubicBezTo>
                    <a:pt x="2451" y="213"/>
                    <a:pt x="2461" y="214"/>
                    <a:pt x="2467" y="217"/>
                  </a:cubicBezTo>
                  <a:cubicBezTo>
                    <a:pt x="2471" y="220"/>
                    <a:pt x="2481" y="235"/>
                    <a:pt x="2485" y="234"/>
                  </a:cubicBezTo>
                  <a:cubicBezTo>
                    <a:pt x="2494" y="233"/>
                    <a:pt x="2503" y="231"/>
                    <a:pt x="2512" y="229"/>
                  </a:cubicBezTo>
                  <a:cubicBezTo>
                    <a:pt x="2520" y="228"/>
                    <a:pt x="2527" y="232"/>
                    <a:pt x="2535" y="234"/>
                  </a:cubicBezTo>
                  <a:cubicBezTo>
                    <a:pt x="2539" y="235"/>
                    <a:pt x="2541" y="235"/>
                    <a:pt x="2543" y="239"/>
                  </a:cubicBezTo>
                  <a:cubicBezTo>
                    <a:pt x="2544" y="244"/>
                    <a:pt x="2544" y="245"/>
                    <a:pt x="2542" y="251"/>
                  </a:cubicBezTo>
                  <a:cubicBezTo>
                    <a:pt x="2550" y="253"/>
                    <a:pt x="2556" y="256"/>
                    <a:pt x="2564" y="255"/>
                  </a:cubicBezTo>
                  <a:cubicBezTo>
                    <a:pt x="2573" y="253"/>
                    <a:pt x="2579" y="253"/>
                    <a:pt x="2589" y="254"/>
                  </a:cubicBezTo>
                  <a:cubicBezTo>
                    <a:pt x="2592" y="255"/>
                    <a:pt x="2597" y="257"/>
                    <a:pt x="2600" y="255"/>
                  </a:cubicBezTo>
                  <a:cubicBezTo>
                    <a:pt x="2604" y="251"/>
                    <a:pt x="2604" y="251"/>
                    <a:pt x="2607" y="255"/>
                  </a:cubicBezTo>
                  <a:cubicBezTo>
                    <a:pt x="2610" y="258"/>
                    <a:pt x="2615" y="264"/>
                    <a:pt x="2618" y="266"/>
                  </a:cubicBezTo>
                  <a:cubicBezTo>
                    <a:pt x="2621" y="267"/>
                    <a:pt x="2626" y="265"/>
                    <a:pt x="2629" y="264"/>
                  </a:cubicBezTo>
                  <a:cubicBezTo>
                    <a:pt x="2628" y="258"/>
                    <a:pt x="2627" y="252"/>
                    <a:pt x="2627" y="246"/>
                  </a:cubicBezTo>
                  <a:cubicBezTo>
                    <a:pt x="2640" y="247"/>
                    <a:pt x="2653" y="248"/>
                    <a:pt x="2666" y="249"/>
                  </a:cubicBezTo>
                  <a:cubicBezTo>
                    <a:pt x="2676" y="250"/>
                    <a:pt x="2686" y="257"/>
                    <a:pt x="2696" y="262"/>
                  </a:cubicBezTo>
                  <a:cubicBezTo>
                    <a:pt x="2707" y="267"/>
                    <a:pt x="2717" y="272"/>
                    <a:pt x="2727" y="278"/>
                  </a:cubicBezTo>
                  <a:cubicBezTo>
                    <a:pt x="2734" y="282"/>
                    <a:pt x="2735" y="283"/>
                    <a:pt x="2738" y="290"/>
                  </a:cubicBezTo>
                  <a:cubicBezTo>
                    <a:pt x="2741" y="298"/>
                    <a:pt x="2740" y="301"/>
                    <a:pt x="2748" y="301"/>
                  </a:cubicBezTo>
                  <a:cubicBezTo>
                    <a:pt x="2747" y="298"/>
                    <a:pt x="2746" y="294"/>
                    <a:pt x="2745" y="291"/>
                  </a:cubicBezTo>
                  <a:cubicBezTo>
                    <a:pt x="2753" y="291"/>
                    <a:pt x="2758" y="291"/>
                    <a:pt x="2765" y="294"/>
                  </a:cubicBezTo>
                  <a:cubicBezTo>
                    <a:pt x="2771" y="296"/>
                    <a:pt x="2776" y="302"/>
                    <a:pt x="2780" y="306"/>
                  </a:cubicBezTo>
                  <a:cubicBezTo>
                    <a:pt x="2777" y="308"/>
                    <a:pt x="2773" y="313"/>
                    <a:pt x="2770" y="314"/>
                  </a:cubicBezTo>
                  <a:cubicBezTo>
                    <a:pt x="2767" y="314"/>
                    <a:pt x="2762" y="312"/>
                    <a:pt x="2759" y="312"/>
                  </a:cubicBezTo>
                  <a:close/>
                  <a:moveTo>
                    <a:pt x="1724" y="597"/>
                  </a:moveTo>
                  <a:cubicBezTo>
                    <a:pt x="1722" y="595"/>
                    <a:pt x="1722" y="591"/>
                    <a:pt x="1721" y="590"/>
                  </a:cubicBezTo>
                  <a:cubicBezTo>
                    <a:pt x="1714" y="587"/>
                    <a:pt x="1713" y="597"/>
                    <a:pt x="1713" y="600"/>
                  </a:cubicBezTo>
                  <a:cubicBezTo>
                    <a:pt x="1710" y="594"/>
                    <a:pt x="1709" y="591"/>
                    <a:pt x="1712" y="585"/>
                  </a:cubicBezTo>
                  <a:cubicBezTo>
                    <a:pt x="1709" y="583"/>
                    <a:pt x="1703" y="582"/>
                    <a:pt x="1701" y="580"/>
                  </a:cubicBezTo>
                  <a:cubicBezTo>
                    <a:pt x="1700" y="578"/>
                    <a:pt x="1700" y="571"/>
                    <a:pt x="1700" y="569"/>
                  </a:cubicBezTo>
                  <a:cubicBezTo>
                    <a:pt x="1700" y="569"/>
                    <a:pt x="1691" y="565"/>
                    <a:pt x="1695" y="564"/>
                  </a:cubicBezTo>
                  <a:cubicBezTo>
                    <a:pt x="1698" y="563"/>
                    <a:pt x="1700" y="568"/>
                    <a:pt x="1703" y="565"/>
                  </a:cubicBezTo>
                  <a:cubicBezTo>
                    <a:pt x="1701" y="562"/>
                    <a:pt x="1698" y="562"/>
                    <a:pt x="1700" y="559"/>
                  </a:cubicBezTo>
                  <a:cubicBezTo>
                    <a:pt x="1702" y="557"/>
                    <a:pt x="1705" y="556"/>
                    <a:pt x="1707" y="556"/>
                  </a:cubicBezTo>
                  <a:cubicBezTo>
                    <a:pt x="1711" y="557"/>
                    <a:pt x="1718" y="557"/>
                    <a:pt x="1722" y="559"/>
                  </a:cubicBezTo>
                  <a:cubicBezTo>
                    <a:pt x="1719" y="560"/>
                    <a:pt x="1716" y="563"/>
                    <a:pt x="1717" y="567"/>
                  </a:cubicBezTo>
                  <a:cubicBezTo>
                    <a:pt x="1719" y="563"/>
                    <a:pt x="1721" y="560"/>
                    <a:pt x="1725" y="560"/>
                  </a:cubicBezTo>
                  <a:cubicBezTo>
                    <a:pt x="1723" y="552"/>
                    <a:pt x="1721" y="557"/>
                    <a:pt x="1715" y="555"/>
                  </a:cubicBezTo>
                  <a:cubicBezTo>
                    <a:pt x="1716" y="552"/>
                    <a:pt x="1718" y="548"/>
                    <a:pt x="1716" y="545"/>
                  </a:cubicBezTo>
                  <a:cubicBezTo>
                    <a:pt x="1716" y="544"/>
                    <a:pt x="1713" y="537"/>
                    <a:pt x="1711" y="540"/>
                  </a:cubicBezTo>
                  <a:cubicBezTo>
                    <a:pt x="1708" y="543"/>
                    <a:pt x="1704" y="540"/>
                    <a:pt x="1701" y="538"/>
                  </a:cubicBezTo>
                  <a:cubicBezTo>
                    <a:pt x="1699" y="537"/>
                    <a:pt x="1695" y="541"/>
                    <a:pt x="1692" y="542"/>
                  </a:cubicBezTo>
                  <a:cubicBezTo>
                    <a:pt x="1686" y="543"/>
                    <a:pt x="1687" y="540"/>
                    <a:pt x="1685" y="547"/>
                  </a:cubicBezTo>
                  <a:cubicBezTo>
                    <a:pt x="1684" y="550"/>
                    <a:pt x="1677" y="551"/>
                    <a:pt x="1675" y="552"/>
                  </a:cubicBezTo>
                  <a:cubicBezTo>
                    <a:pt x="1671" y="554"/>
                    <a:pt x="1671" y="554"/>
                    <a:pt x="1670" y="559"/>
                  </a:cubicBezTo>
                  <a:cubicBezTo>
                    <a:pt x="1670" y="561"/>
                    <a:pt x="1666" y="564"/>
                    <a:pt x="1665" y="566"/>
                  </a:cubicBezTo>
                  <a:cubicBezTo>
                    <a:pt x="1668" y="566"/>
                    <a:pt x="1673" y="569"/>
                    <a:pt x="1673" y="574"/>
                  </a:cubicBezTo>
                  <a:cubicBezTo>
                    <a:pt x="1673" y="580"/>
                    <a:pt x="1674" y="583"/>
                    <a:pt x="1676" y="589"/>
                  </a:cubicBezTo>
                  <a:cubicBezTo>
                    <a:pt x="1678" y="593"/>
                    <a:pt x="1682" y="594"/>
                    <a:pt x="1684" y="598"/>
                  </a:cubicBezTo>
                  <a:cubicBezTo>
                    <a:pt x="1688" y="603"/>
                    <a:pt x="1689" y="605"/>
                    <a:pt x="1694" y="608"/>
                  </a:cubicBezTo>
                  <a:cubicBezTo>
                    <a:pt x="1690" y="609"/>
                    <a:pt x="1689" y="609"/>
                    <a:pt x="1687" y="614"/>
                  </a:cubicBezTo>
                  <a:cubicBezTo>
                    <a:pt x="1687" y="617"/>
                    <a:pt x="1685" y="620"/>
                    <a:pt x="1684" y="623"/>
                  </a:cubicBezTo>
                  <a:cubicBezTo>
                    <a:pt x="1683" y="627"/>
                    <a:pt x="1683" y="629"/>
                    <a:pt x="1684" y="633"/>
                  </a:cubicBezTo>
                  <a:cubicBezTo>
                    <a:pt x="1684" y="637"/>
                    <a:pt x="1685" y="637"/>
                    <a:pt x="1689" y="638"/>
                  </a:cubicBezTo>
                  <a:cubicBezTo>
                    <a:pt x="1693" y="638"/>
                    <a:pt x="1693" y="641"/>
                    <a:pt x="1696" y="642"/>
                  </a:cubicBezTo>
                  <a:cubicBezTo>
                    <a:pt x="1699" y="643"/>
                    <a:pt x="1702" y="644"/>
                    <a:pt x="1706" y="645"/>
                  </a:cubicBezTo>
                  <a:cubicBezTo>
                    <a:pt x="1710" y="646"/>
                    <a:pt x="1717" y="644"/>
                    <a:pt x="1722" y="643"/>
                  </a:cubicBezTo>
                  <a:cubicBezTo>
                    <a:pt x="1721" y="638"/>
                    <a:pt x="1720" y="632"/>
                    <a:pt x="1721" y="627"/>
                  </a:cubicBezTo>
                  <a:cubicBezTo>
                    <a:pt x="1723" y="619"/>
                    <a:pt x="1719" y="622"/>
                    <a:pt x="1716" y="617"/>
                  </a:cubicBezTo>
                  <a:cubicBezTo>
                    <a:pt x="1717" y="617"/>
                    <a:pt x="1718" y="617"/>
                    <a:pt x="1719" y="617"/>
                  </a:cubicBezTo>
                  <a:cubicBezTo>
                    <a:pt x="1719" y="615"/>
                    <a:pt x="1718" y="613"/>
                    <a:pt x="1717" y="612"/>
                  </a:cubicBezTo>
                  <a:cubicBezTo>
                    <a:pt x="1717" y="611"/>
                    <a:pt x="1714" y="612"/>
                    <a:pt x="1713" y="611"/>
                  </a:cubicBezTo>
                  <a:cubicBezTo>
                    <a:pt x="1711" y="608"/>
                    <a:pt x="1712" y="605"/>
                    <a:pt x="1713" y="603"/>
                  </a:cubicBezTo>
                  <a:cubicBezTo>
                    <a:pt x="1713" y="603"/>
                    <a:pt x="1726" y="605"/>
                    <a:pt x="1728" y="604"/>
                  </a:cubicBezTo>
                  <a:cubicBezTo>
                    <a:pt x="1729" y="600"/>
                    <a:pt x="1726" y="599"/>
                    <a:pt x="1724" y="597"/>
                  </a:cubicBezTo>
                  <a:close/>
                  <a:moveTo>
                    <a:pt x="413" y="136"/>
                  </a:moveTo>
                  <a:cubicBezTo>
                    <a:pt x="416" y="136"/>
                    <a:pt x="420" y="138"/>
                    <a:pt x="423" y="136"/>
                  </a:cubicBezTo>
                  <a:cubicBezTo>
                    <a:pt x="423" y="135"/>
                    <a:pt x="422" y="134"/>
                    <a:pt x="421" y="134"/>
                  </a:cubicBezTo>
                  <a:cubicBezTo>
                    <a:pt x="418" y="134"/>
                    <a:pt x="415" y="133"/>
                    <a:pt x="413" y="136"/>
                  </a:cubicBezTo>
                  <a:close/>
                  <a:moveTo>
                    <a:pt x="696" y="815"/>
                  </a:moveTo>
                  <a:cubicBezTo>
                    <a:pt x="699" y="817"/>
                    <a:pt x="702" y="819"/>
                    <a:pt x="705" y="820"/>
                  </a:cubicBezTo>
                  <a:cubicBezTo>
                    <a:pt x="707" y="820"/>
                    <a:pt x="709" y="817"/>
                    <a:pt x="712" y="819"/>
                  </a:cubicBezTo>
                  <a:cubicBezTo>
                    <a:pt x="712" y="818"/>
                    <a:pt x="711" y="817"/>
                    <a:pt x="711" y="816"/>
                  </a:cubicBezTo>
                  <a:cubicBezTo>
                    <a:pt x="707" y="814"/>
                    <a:pt x="700" y="810"/>
                    <a:pt x="696" y="815"/>
                  </a:cubicBezTo>
                  <a:close/>
                  <a:moveTo>
                    <a:pt x="669" y="553"/>
                  </a:moveTo>
                  <a:cubicBezTo>
                    <a:pt x="669" y="554"/>
                    <a:pt x="668" y="554"/>
                    <a:pt x="668" y="554"/>
                  </a:cubicBezTo>
                  <a:cubicBezTo>
                    <a:pt x="669" y="555"/>
                    <a:pt x="669" y="555"/>
                    <a:pt x="669" y="555"/>
                  </a:cubicBezTo>
                  <a:cubicBezTo>
                    <a:pt x="670" y="553"/>
                    <a:pt x="671" y="553"/>
                    <a:pt x="670" y="551"/>
                  </a:cubicBezTo>
                  <a:cubicBezTo>
                    <a:pt x="670" y="551"/>
                    <a:pt x="669" y="552"/>
                    <a:pt x="669" y="552"/>
                  </a:cubicBezTo>
                  <a:cubicBezTo>
                    <a:pt x="668" y="550"/>
                    <a:pt x="666" y="549"/>
                    <a:pt x="664" y="550"/>
                  </a:cubicBezTo>
                  <a:cubicBezTo>
                    <a:pt x="662" y="551"/>
                    <a:pt x="661" y="549"/>
                    <a:pt x="658" y="551"/>
                  </a:cubicBezTo>
                  <a:cubicBezTo>
                    <a:pt x="659" y="551"/>
                    <a:pt x="659" y="551"/>
                    <a:pt x="660" y="551"/>
                  </a:cubicBezTo>
                  <a:cubicBezTo>
                    <a:pt x="663" y="552"/>
                    <a:pt x="667" y="555"/>
                    <a:pt x="669" y="553"/>
                  </a:cubicBezTo>
                  <a:close/>
                  <a:moveTo>
                    <a:pt x="654" y="547"/>
                  </a:moveTo>
                  <a:cubicBezTo>
                    <a:pt x="652" y="546"/>
                    <a:pt x="652" y="547"/>
                    <a:pt x="651" y="547"/>
                  </a:cubicBezTo>
                  <a:cubicBezTo>
                    <a:pt x="652" y="548"/>
                    <a:pt x="652" y="548"/>
                    <a:pt x="653" y="549"/>
                  </a:cubicBezTo>
                  <a:cubicBezTo>
                    <a:pt x="653" y="548"/>
                    <a:pt x="653" y="548"/>
                    <a:pt x="654" y="547"/>
                  </a:cubicBezTo>
                  <a:close/>
                  <a:moveTo>
                    <a:pt x="657" y="551"/>
                  </a:moveTo>
                  <a:cubicBezTo>
                    <a:pt x="657" y="551"/>
                    <a:pt x="657" y="550"/>
                    <a:pt x="657" y="550"/>
                  </a:cubicBezTo>
                  <a:cubicBezTo>
                    <a:pt x="656" y="549"/>
                    <a:pt x="656" y="549"/>
                    <a:pt x="655" y="549"/>
                  </a:cubicBezTo>
                  <a:cubicBezTo>
                    <a:pt x="654" y="549"/>
                    <a:pt x="654" y="550"/>
                    <a:pt x="653" y="550"/>
                  </a:cubicBezTo>
                  <a:cubicBezTo>
                    <a:pt x="655" y="551"/>
                    <a:pt x="656" y="551"/>
                    <a:pt x="657" y="551"/>
                  </a:cubicBezTo>
                  <a:close/>
                  <a:moveTo>
                    <a:pt x="871" y="495"/>
                  </a:moveTo>
                  <a:cubicBezTo>
                    <a:pt x="872" y="493"/>
                    <a:pt x="873" y="490"/>
                    <a:pt x="874" y="488"/>
                  </a:cubicBezTo>
                  <a:cubicBezTo>
                    <a:pt x="867" y="485"/>
                    <a:pt x="861" y="494"/>
                    <a:pt x="858" y="500"/>
                  </a:cubicBezTo>
                  <a:cubicBezTo>
                    <a:pt x="854" y="510"/>
                    <a:pt x="851" y="514"/>
                    <a:pt x="844" y="521"/>
                  </a:cubicBezTo>
                  <a:cubicBezTo>
                    <a:pt x="842" y="523"/>
                    <a:pt x="842" y="530"/>
                    <a:pt x="843" y="531"/>
                  </a:cubicBezTo>
                  <a:cubicBezTo>
                    <a:pt x="844" y="534"/>
                    <a:pt x="850" y="533"/>
                    <a:pt x="852" y="533"/>
                  </a:cubicBezTo>
                  <a:cubicBezTo>
                    <a:pt x="860" y="532"/>
                    <a:pt x="867" y="532"/>
                    <a:pt x="874" y="536"/>
                  </a:cubicBezTo>
                  <a:cubicBezTo>
                    <a:pt x="871" y="536"/>
                    <a:pt x="870" y="538"/>
                    <a:pt x="870" y="541"/>
                  </a:cubicBezTo>
                  <a:cubicBezTo>
                    <a:pt x="877" y="540"/>
                    <a:pt x="878" y="535"/>
                    <a:pt x="885" y="535"/>
                  </a:cubicBezTo>
                  <a:cubicBezTo>
                    <a:pt x="884" y="540"/>
                    <a:pt x="883" y="540"/>
                    <a:pt x="887" y="541"/>
                  </a:cubicBezTo>
                  <a:cubicBezTo>
                    <a:pt x="891" y="543"/>
                    <a:pt x="892" y="543"/>
                    <a:pt x="894" y="540"/>
                  </a:cubicBezTo>
                  <a:cubicBezTo>
                    <a:pt x="896" y="536"/>
                    <a:pt x="893" y="527"/>
                    <a:pt x="893" y="523"/>
                  </a:cubicBezTo>
                  <a:cubicBezTo>
                    <a:pt x="892" y="521"/>
                    <a:pt x="887" y="520"/>
                    <a:pt x="888" y="518"/>
                  </a:cubicBezTo>
                  <a:cubicBezTo>
                    <a:pt x="888" y="514"/>
                    <a:pt x="888" y="514"/>
                    <a:pt x="885" y="511"/>
                  </a:cubicBezTo>
                  <a:cubicBezTo>
                    <a:pt x="883" y="508"/>
                    <a:pt x="874" y="511"/>
                    <a:pt x="871" y="512"/>
                  </a:cubicBezTo>
                  <a:cubicBezTo>
                    <a:pt x="871" y="510"/>
                    <a:pt x="871" y="507"/>
                    <a:pt x="870" y="506"/>
                  </a:cubicBezTo>
                  <a:cubicBezTo>
                    <a:pt x="869" y="506"/>
                    <a:pt x="866" y="505"/>
                    <a:pt x="866" y="504"/>
                  </a:cubicBezTo>
                  <a:cubicBezTo>
                    <a:pt x="866" y="499"/>
                    <a:pt x="867" y="498"/>
                    <a:pt x="871" y="495"/>
                  </a:cubicBezTo>
                  <a:close/>
                  <a:moveTo>
                    <a:pt x="783" y="817"/>
                  </a:moveTo>
                  <a:cubicBezTo>
                    <a:pt x="785" y="821"/>
                    <a:pt x="793" y="818"/>
                    <a:pt x="794" y="815"/>
                  </a:cubicBezTo>
                  <a:cubicBezTo>
                    <a:pt x="794" y="815"/>
                    <a:pt x="794" y="814"/>
                    <a:pt x="793" y="814"/>
                  </a:cubicBezTo>
                  <a:cubicBezTo>
                    <a:pt x="790" y="813"/>
                    <a:pt x="780" y="810"/>
                    <a:pt x="783" y="817"/>
                  </a:cubicBezTo>
                  <a:close/>
                  <a:moveTo>
                    <a:pt x="719" y="801"/>
                  </a:moveTo>
                  <a:cubicBezTo>
                    <a:pt x="722" y="800"/>
                    <a:pt x="725" y="799"/>
                    <a:pt x="728" y="798"/>
                  </a:cubicBezTo>
                  <a:cubicBezTo>
                    <a:pt x="726" y="796"/>
                    <a:pt x="724" y="794"/>
                    <a:pt x="721" y="794"/>
                  </a:cubicBezTo>
                  <a:cubicBezTo>
                    <a:pt x="718" y="793"/>
                    <a:pt x="717" y="790"/>
                    <a:pt x="716" y="790"/>
                  </a:cubicBezTo>
                  <a:cubicBezTo>
                    <a:pt x="712" y="790"/>
                    <a:pt x="706" y="788"/>
                    <a:pt x="703" y="784"/>
                  </a:cubicBezTo>
                  <a:cubicBezTo>
                    <a:pt x="703" y="784"/>
                    <a:pt x="703" y="785"/>
                    <a:pt x="703" y="785"/>
                  </a:cubicBezTo>
                  <a:cubicBezTo>
                    <a:pt x="694" y="779"/>
                    <a:pt x="684" y="773"/>
                    <a:pt x="673" y="772"/>
                  </a:cubicBezTo>
                  <a:cubicBezTo>
                    <a:pt x="667" y="772"/>
                    <a:pt x="662" y="773"/>
                    <a:pt x="655" y="775"/>
                  </a:cubicBezTo>
                  <a:cubicBezTo>
                    <a:pt x="650" y="776"/>
                    <a:pt x="649" y="781"/>
                    <a:pt x="645" y="783"/>
                  </a:cubicBezTo>
                  <a:cubicBezTo>
                    <a:pt x="653" y="787"/>
                    <a:pt x="662" y="769"/>
                    <a:pt x="670" y="777"/>
                  </a:cubicBezTo>
                  <a:cubicBezTo>
                    <a:pt x="669" y="778"/>
                    <a:pt x="668" y="779"/>
                    <a:pt x="666" y="778"/>
                  </a:cubicBezTo>
                  <a:cubicBezTo>
                    <a:pt x="667" y="780"/>
                    <a:pt x="670" y="781"/>
                    <a:pt x="672" y="780"/>
                  </a:cubicBezTo>
                  <a:cubicBezTo>
                    <a:pt x="674" y="779"/>
                    <a:pt x="675" y="781"/>
                    <a:pt x="677" y="782"/>
                  </a:cubicBezTo>
                  <a:cubicBezTo>
                    <a:pt x="682" y="782"/>
                    <a:pt x="686" y="785"/>
                    <a:pt x="690" y="785"/>
                  </a:cubicBezTo>
                  <a:cubicBezTo>
                    <a:pt x="695" y="786"/>
                    <a:pt x="695" y="791"/>
                    <a:pt x="700" y="793"/>
                  </a:cubicBezTo>
                  <a:cubicBezTo>
                    <a:pt x="701" y="794"/>
                    <a:pt x="706" y="793"/>
                    <a:pt x="706" y="796"/>
                  </a:cubicBezTo>
                  <a:cubicBezTo>
                    <a:pt x="706" y="797"/>
                    <a:pt x="702" y="800"/>
                    <a:pt x="701" y="801"/>
                  </a:cubicBezTo>
                  <a:cubicBezTo>
                    <a:pt x="707" y="802"/>
                    <a:pt x="713" y="800"/>
                    <a:pt x="719" y="801"/>
                  </a:cubicBezTo>
                  <a:close/>
                  <a:moveTo>
                    <a:pt x="807" y="538"/>
                  </a:moveTo>
                  <a:cubicBezTo>
                    <a:pt x="803" y="545"/>
                    <a:pt x="809" y="547"/>
                    <a:pt x="814" y="549"/>
                  </a:cubicBezTo>
                  <a:cubicBezTo>
                    <a:pt x="819" y="551"/>
                    <a:pt x="820" y="548"/>
                    <a:pt x="823" y="545"/>
                  </a:cubicBezTo>
                  <a:cubicBezTo>
                    <a:pt x="818" y="544"/>
                    <a:pt x="814" y="544"/>
                    <a:pt x="809" y="543"/>
                  </a:cubicBezTo>
                  <a:cubicBezTo>
                    <a:pt x="808" y="542"/>
                    <a:pt x="807" y="540"/>
                    <a:pt x="807" y="538"/>
                  </a:cubicBezTo>
                  <a:close/>
                  <a:moveTo>
                    <a:pt x="804" y="508"/>
                  </a:moveTo>
                  <a:cubicBezTo>
                    <a:pt x="808" y="511"/>
                    <a:pt x="819" y="521"/>
                    <a:pt x="826" y="516"/>
                  </a:cubicBezTo>
                  <a:cubicBezTo>
                    <a:pt x="820" y="509"/>
                    <a:pt x="811" y="507"/>
                    <a:pt x="804" y="508"/>
                  </a:cubicBezTo>
                  <a:close/>
                  <a:moveTo>
                    <a:pt x="1031" y="1031"/>
                  </a:moveTo>
                  <a:cubicBezTo>
                    <a:pt x="1033" y="1042"/>
                    <a:pt x="1033" y="1041"/>
                    <a:pt x="1028" y="1050"/>
                  </a:cubicBezTo>
                  <a:cubicBezTo>
                    <a:pt x="1021" y="1060"/>
                    <a:pt x="1014" y="1069"/>
                    <a:pt x="1007" y="1079"/>
                  </a:cubicBezTo>
                  <a:cubicBezTo>
                    <a:pt x="1004" y="1084"/>
                    <a:pt x="1000" y="1088"/>
                    <a:pt x="999" y="1094"/>
                  </a:cubicBezTo>
                  <a:cubicBezTo>
                    <a:pt x="998" y="1108"/>
                    <a:pt x="997" y="1123"/>
                    <a:pt x="996" y="1138"/>
                  </a:cubicBezTo>
                  <a:cubicBezTo>
                    <a:pt x="996" y="1147"/>
                    <a:pt x="986" y="1157"/>
                    <a:pt x="981" y="1165"/>
                  </a:cubicBezTo>
                  <a:cubicBezTo>
                    <a:pt x="978" y="1168"/>
                    <a:pt x="977" y="1174"/>
                    <a:pt x="973" y="1174"/>
                  </a:cubicBezTo>
                  <a:cubicBezTo>
                    <a:pt x="969" y="1174"/>
                    <a:pt x="960" y="1173"/>
                    <a:pt x="957" y="1175"/>
                  </a:cubicBezTo>
                  <a:cubicBezTo>
                    <a:pt x="947" y="1182"/>
                    <a:pt x="937" y="1189"/>
                    <a:pt x="928" y="1195"/>
                  </a:cubicBezTo>
                  <a:cubicBezTo>
                    <a:pt x="926" y="1197"/>
                    <a:pt x="926" y="1211"/>
                    <a:pt x="926" y="1214"/>
                  </a:cubicBezTo>
                  <a:cubicBezTo>
                    <a:pt x="925" y="1217"/>
                    <a:pt x="926" y="1222"/>
                    <a:pt x="924" y="1224"/>
                  </a:cubicBezTo>
                  <a:cubicBezTo>
                    <a:pt x="916" y="1235"/>
                    <a:pt x="908" y="1245"/>
                    <a:pt x="900" y="1255"/>
                  </a:cubicBezTo>
                  <a:cubicBezTo>
                    <a:pt x="892" y="1265"/>
                    <a:pt x="885" y="1274"/>
                    <a:pt x="878" y="1284"/>
                  </a:cubicBezTo>
                  <a:cubicBezTo>
                    <a:pt x="876" y="1286"/>
                    <a:pt x="853" y="1276"/>
                    <a:pt x="849" y="1275"/>
                  </a:cubicBezTo>
                  <a:cubicBezTo>
                    <a:pt x="847" y="1283"/>
                    <a:pt x="860" y="1284"/>
                    <a:pt x="862" y="1291"/>
                  </a:cubicBezTo>
                  <a:cubicBezTo>
                    <a:pt x="862" y="1294"/>
                    <a:pt x="865" y="1300"/>
                    <a:pt x="864" y="1304"/>
                  </a:cubicBezTo>
                  <a:cubicBezTo>
                    <a:pt x="864" y="1307"/>
                    <a:pt x="859" y="1311"/>
                    <a:pt x="858" y="1313"/>
                  </a:cubicBezTo>
                  <a:cubicBezTo>
                    <a:pt x="853" y="1321"/>
                    <a:pt x="846" y="1320"/>
                    <a:pt x="839" y="1323"/>
                  </a:cubicBezTo>
                  <a:cubicBezTo>
                    <a:pt x="831" y="1325"/>
                    <a:pt x="827" y="1324"/>
                    <a:pt x="820" y="1323"/>
                  </a:cubicBezTo>
                  <a:cubicBezTo>
                    <a:pt x="821" y="1328"/>
                    <a:pt x="822" y="1330"/>
                    <a:pt x="821" y="1334"/>
                  </a:cubicBezTo>
                  <a:cubicBezTo>
                    <a:pt x="820" y="1337"/>
                    <a:pt x="821" y="1342"/>
                    <a:pt x="819" y="1343"/>
                  </a:cubicBezTo>
                  <a:cubicBezTo>
                    <a:pt x="812" y="1349"/>
                    <a:pt x="807" y="1346"/>
                    <a:pt x="799" y="1342"/>
                  </a:cubicBezTo>
                  <a:cubicBezTo>
                    <a:pt x="799" y="1346"/>
                    <a:pt x="798" y="1352"/>
                    <a:pt x="799" y="1355"/>
                  </a:cubicBezTo>
                  <a:cubicBezTo>
                    <a:pt x="799" y="1358"/>
                    <a:pt x="804" y="1363"/>
                    <a:pt x="803" y="1366"/>
                  </a:cubicBezTo>
                  <a:cubicBezTo>
                    <a:pt x="800" y="1371"/>
                    <a:pt x="798" y="1376"/>
                    <a:pt x="796" y="1382"/>
                  </a:cubicBezTo>
                  <a:cubicBezTo>
                    <a:pt x="793" y="1387"/>
                    <a:pt x="792" y="1386"/>
                    <a:pt x="787" y="1388"/>
                  </a:cubicBezTo>
                  <a:cubicBezTo>
                    <a:pt x="782" y="1389"/>
                    <a:pt x="782" y="1393"/>
                    <a:pt x="779" y="1397"/>
                  </a:cubicBezTo>
                  <a:cubicBezTo>
                    <a:pt x="778" y="1400"/>
                    <a:pt x="783" y="1405"/>
                    <a:pt x="785" y="1408"/>
                  </a:cubicBezTo>
                  <a:cubicBezTo>
                    <a:pt x="787" y="1411"/>
                    <a:pt x="794" y="1408"/>
                    <a:pt x="793" y="1413"/>
                  </a:cubicBezTo>
                  <a:cubicBezTo>
                    <a:pt x="791" y="1418"/>
                    <a:pt x="790" y="1419"/>
                    <a:pt x="787" y="1423"/>
                  </a:cubicBezTo>
                  <a:cubicBezTo>
                    <a:pt x="785" y="1426"/>
                    <a:pt x="781" y="1430"/>
                    <a:pt x="779" y="1434"/>
                  </a:cubicBezTo>
                  <a:cubicBezTo>
                    <a:pt x="777" y="1440"/>
                    <a:pt x="776" y="1441"/>
                    <a:pt x="770" y="1444"/>
                  </a:cubicBezTo>
                  <a:cubicBezTo>
                    <a:pt x="765" y="1447"/>
                    <a:pt x="771" y="1464"/>
                    <a:pt x="772" y="1470"/>
                  </a:cubicBezTo>
                  <a:cubicBezTo>
                    <a:pt x="772" y="1472"/>
                    <a:pt x="772" y="1477"/>
                    <a:pt x="774" y="1479"/>
                  </a:cubicBezTo>
                  <a:cubicBezTo>
                    <a:pt x="778" y="1482"/>
                    <a:pt x="782" y="1486"/>
                    <a:pt x="786" y="1489"/>
                  </a:cubicBezTo>
                  <a:cubicBezTo>
                    <a:pt x="793" y="1495"/>
                    <a:pt x="798" y="1494"/>
                    <a:pt x="807" y="1494"/>
                  </a:cubicBezTo>
                  <a:cubicBezTo>
                    <a:pt x="799" y="1498"/>
                    <a:pt x="791" y="1502"/>
                    <a:pt x="783" y="1506"/>
                  </a:cubicBezTo>
                  <a:cubicBezTo>
                    <a:pt x="776" y="1509"/>
                    <a:pt x="775" y="1507"/>
                    <a:pt x="768" y="1504"/>
                  </a:cubicBezTo>
                  <a:cubicBezTo>
                    <a:pt x="758" y="1499"/>
                    <a:pt x="748" y="1494"/>
                    <a:pt x="738" y="1489"/>
                  </a:cubicBezTo>
                  <a:cubicBezTo>
                    <a:pt x="733" y="1487"/>
                    <a:pt x="733" y="1481"/>
                    <a:pt x="730" y="1476"/>
                  </a:cubicBezTo>
                  <a:cubicBezTo>
                    <a:pt x="725" y="1463"/>
                    <a:pt x="716" y="1450"/>
                    <a:pt x="717" y="1436"/>
                  </a:cubicBezTo>
                  <a:cubicBezTo>
                    <a:pt x="720" y="1414"/>
                    <a:pt x="722" y="1393"/>
                    <a:pt x="725" y="1371"/>
                  </a:cubicBezTo>
                  <a:cubicBezTo>
                    <a:pt x="727" y="1350"/>
                    <a:pt x="728" y="1329"/>
                    <a:pt x="732" y="1308"/>
                  </a:cubicBezTo>
                  <a:cubicBezTo>
                    <a:pt x="737" y="1283"/>
                    <a:pt x="742" y="1257"/>
                    <a:pt x="747" y="1231"/>
                  </a:cubicBezTo>
                  <a:cubicBezTo>
                    <a:pt x="750" y="1215"/>
                    <a:pt x="753" y="1200"/>
                    <a:pt x="755" y="1184"/>
                  </a:cubicBezTo>
                  <a:cubicBezTo>
                    <a:pt x="757" y="1177"/>
                    <a:pt x="759" y="1170"/>
                    <a:pt x="759" y="1163"/>
                  </a:cubicBezTo>
                  <a:cubicBezTo>
                    <a:pt x="760" y="1157"/>
                    <a:pt x="758" y="1151"/>
                    <a:pt x="757" y="1145"/>
                  </a:cubicBezTo>
                  <a:cubicBezTo>
                    <a:pt x="757" y="1141"/>
                    <a:pt x="757" y="1132"/>
                    <a:pt x="755" y="1129"/>
                  </a:cubicBezTo>
                  <a:cubicBezTo>
                    <a:pt x="753" y="1126"/>
                    <a:pt x="746" y="1123"/>
                    <a:pt x="743" y="1121"/>
                  </a:cubicBezTo>
                  <a:cubicBezTo>
                    <a:pt x="737" y="1116"/>
                    <a:pt x="731" y="1112"/>
                    <a:pt x="725" y="1108"/>
                  </a:cubicBezTo>
                  <a:cubicBezTo>
                    <a:pt x="719" y="1104"/>
                    <a:pt x="717" y="1100"/>
                    <a:pt x="713" y="1093"/>
                  </a:cubicBezTo>
                  <a:cubicBezTo>
                    <a:pt x="706" y="1079"/>
                    <a:pt x="698" y="1065"/>
                    <a:pt x="691" y="1051"/>
                  </a:cubicBezTo>
                  <a:cubicBezTo>
                    <a:pt x="685" y="1039"/>
                    <a:pt x="679" y="1028"/>
                    <a:pt x="673" y="1016"/>
                  </a:cubicBezTo>
                  <a:cubicBezTo>
                    <a:pt x="669" y="1009"/>
                    <a:pt x="675" y="996"/>
                    <a:pt x="677" y="989"/>
                  </a:cubicBezTo>
                  <a:cubicBezTo>
                    <a:pt x="678" y="985"/>
                    <a:pt x="678" y="977"/>
                    <a:pt x="681" y="974"/>
                  </a:cubicBezTo>
                  <a:cubicBezTo>
                    <a:pt x="684" y="970"/>
                    <a:pt x="688" y="965"/>
                    <a:pt x="691" y="961"/>
                  </a:cubicBezTo>
                  <a:cubicBezTo>
                    <a:pt x="699" y="951"/>
                    <a:pt x="706" y="945"/>
                    <a:pt x="704" y="931"/>
                  </a:cubicBezTo>
                  <a:cubicBezTo>
                    <a:pt x="703" y="928"/>
                    <a:pt x="701" y="926"/>
                    <a:pt x="704" y="924"/>
                  </a:cubicBezTo>
                  <a:cubicBezTo>
                    <a:pt x="704" y="923"/>
                    <a:pt x="703" y="919"/>
                    <a:pt x="703" y="917"/>
                  </a:cubicBezTo>
                  <a:cubicBezTo>
                    <a:pt x="704" y="913"/>
                    <a:pt x="695" y="909"/>
                    <a:pt x="696" y="905"/>
                  </a:cubicBezTo>
                  <a:cubicBezTo>
                    <a:pt x="697" y="900"/>
                    <a:pt x="697" y="900"/>
                    <a:pt x="692" y="898"/>
                  </a:cubicBezTo>
                  <a:cubicBezTo>
                    <a:pt x="689" y="896"/>
                    <a:pt x="689" y="896"/>
                    <a:pt x="686" y="898"/>
                  </a:cubicBezTo>
                  <a:cubicBezTo>
                    <a:pt x="684" y="899"/>
                    <a:pt x="682" y="901"/>
                    <a:pt x="680" y="903"/>
                  </a:cubicBezTo>
                  <a:cubicBezTo>
                    <a:pt x="679" y="904"/>
                    <a:pt x="682" y="908"/>
                    <a:pt x="683" y="909"/>
                  </a:cubicBezTo>
                  <a:cubicBezTo>
                    <a:pt x="677" y="911"/>
                    <a:pt x="677" y="912"/>
                    <a:pt x="674" y="905"/>
                  </a:cubicBezTo>
                  <a:cubicBezTo>
                    <a:pt x="673" y="909"/>
                    <a:pt x="667" y="903"/>
                    <a:pt x="664" y="902"/>
                  </a:cubicBezTo>
                  <a:cubicBezTo>
                    <a:pt x="662" y="902"/>
                    <a:pt x="661" y="904"/>
                    <a:pt x="660" y="903"/>
                  </a:cubicBezTo>
                  <a:cubicBezTo>
                    <a:pt x="658" y="902"/>
                    <a:pt x="656" y="900"/>
                    <a:pt x="654" y="899"/>
                  </a:cubicBezTo>
                  <a:cubicBezTo>
                    <a:pt x="650" y="896"/>
                    <a:pt x="643" y="893"/>
                    <a:pt x="640" y="889"/>
                  </a:cubicBezTo>
                  <a:cubicBezTo>
                    <a:pt x="638" y="885"/>
                    <a:pt x="639" y="880"/>
                    <a:pt x="636" y="876"/>
                  </a:cubicBezTo>
                  <a:cubicBezTo>
                    <a:pt x="629" y="868"/>
                    <a:pt x="625" y="861"/>
                    <a:pt x="615" y="858"/>
                  </a:cubicBezTo>
                  <a:cubicBezTo>
                    <a:pt x="607" y="856"/>
                    <a:pt x="594" y="855"/>
                    <a:pt x="588" y="849"/>
                  </a:cubicBezTo>
                  <a:cubicBezTo>
                    <a:pt x="583" y="844"/>
                    <a:pt x="578" y="839"/>
                    <a:pt x="572" y="834"/>
                  </a:cubicBezTo>
                  <a:cubicBezTo>
                    <a:pt x="569" y="830"/>
                    <a:pt x="564" y="834"/>
                    <a:pt x="560" y="835"/>
                  </a:cubicBezTo>
                  <a:cubicBezTo>
                    <a:pt x="550" y="838"/>
                    <a:pt x="540" y="831"/>
                    <a:pt x="531" y="827"/>
                  </a:cubicBezTo>
                  <a:cubicBezTo>
                    <a:pt x="524" y="824"/>
                    <a:pt x="517" y="822"/>
                    <a:pt x="509" y="819"/>
                  </a:cubicBezTo>
                  <a:cubicBezTo>
                    <a:pt x="507" y="818"/>
                    <a:pt x="503" y="817"/>
                    <a:pt x="501" y="815"/>
                  </a:cubicBezTo>
                  <a:cubicBezTo>
                    <a:pt x="496" y="810"/>
                    <a:pt x="491" y="805"/>
                    <a:pt x="487" y="801"/>
                  </a:cubicBezTo>
                  <a:cubicBezTo>
                    <a:pt x="482" y="796"/>
                    <a:pt x="485" y="793"/>
                    <a:pt x="487" y="787"/>
                  </a:cubicBezTo>
                  <a:cubicBezTo>
                    <a:pt x="488" y="783"/>
                    <a:pt x="480" y="775"/>
                    <a:pt x="478" y="772"/>
                  </a:cubicBezTo>
                  <a:cubicBezTo>
                    <a:pt x="476" y="768"/>
                    <a:pt x="474" y="766"/>
                    <a:pt x="471" y="763"/>
                  </a:cubicBezTo>
                  <a:cubicBezTo>
                    <a:pt x="465" y="758"/>
                    <a:pt x="460" y="753"/>
                    <a:pt x="455" y="748"/>
                  </a:cubicBezTo>
                  <a:cubicBezTo>
                    <a:pt x="454" y="747"/>
                    <a:pt x="455" y="744"/>
                    <a:pt x="456" y="743"/>
                  </a:cubicBezTo>
                  <a:cubicBezTo>
                    <a:pt x="456" y="741"/>
                    <a:pt x="453" y="739"/>
                    <a:pt x="452" y="737"/>
                  </a:cubicBezTo>
                  <a:cubicBezTo>
                    <a:pt x="449" y="733"/>
                    <a:pt x="446" y="729"/>
                    <a:pt x="441" y="725"/>
                  </a:cubicBezTo>
                  <a:cubicBezTo>
                    <a:pt x="437" y="722"/>
                    <a:pt x="433" y="720"/>
                    <a:pt x="432" y="715"/>
                  </a:cubicBezTo>
                  <a:cubicBezTo>
                    <a:pt x="431" y="712"/>
                    <a:pt x="429" y="699"/>
                    <a:pt x="426" y="698"/>
                  </a:cubicBezTo>
                  <a:cubicBezTo>
                    <a:pt x="422" y="696"/>
                    <a:pt x="417" y="694"/>
                    <a:pt x="412" y="691"/>
                  </a:cubicBezTo>
                  <a:cubicBezTo>
                    <a:pt x="414" y="697"/>
                    <a:pt x="415" y="707"/>
                    <a:pt x="418" y="711"/>
                  </a:cubicBezTo>
                  <a:cubicBezTo>
                    <a:pt x="423" y="718"/>
                    <a:pt x="428" y="722"/>
                    <a:pt x="431" y="730"/>
                  </a:cubicBezTo>
                  <a:cubicBezTo>
                    <a:pt x="433" y="734"/>
                    <a:pt x="434" y="736"/>
                    <a:pt x="437" y="739"/>
                  </a:cubicBezTo>
                  <a:cubicBezTo>
                    <a:pt x="440" y="741"/>
                    <a:pt x="441" y="744"/>
                    <a:pt x="442" y="748"/>
                  </a:cubicBezTo>
                  <a:cubicBezTo>
                    <a:pt x="443" y="751"/>
                    <a:pt x="445" y="754"/>
                    <a:pt x="445" y="758"/>
                  </a:cubicBezTo>
                  <a:cubicBezTo>
                    <a:pt x="445" y="764"/>
                    <a:pt x="448" y="760"/>
                    <a:pt x="449" y="761"/>
                  </a:cubicBezTo>
                  <a:cubicBezTo>
                    <a:pt x="451" y="763"/>
                    <a:pt x="455" y="766"/>
                    <a:pt x="455" y="769"/>
                  </a:cubicBezTo>
                  <a:cubicBezTo>
                    <a:pt x="454" y="773"/>
                    <a:pt x="451" y="774"/>
                    <a:pt x="449" y="771"/>
                  </a:cubicBezTo>
                  <a:cubicBezTo>
                    <a:pt x="446" y="765"/>
                    <a:pt x="440" y="761"/>
                    <a:pt x="434" y="757"/>
                  </a:cubicBezTo>
                  <a:cubicBezTo>
                    <a:pt x="432" y="756"/>
                    <a:pt x="433" y="749"/>
                    <a:pt x="433" y="747"/>
                  </a:cubicBezTo>
                  <a:cubicBezTo>
                    <a:pt x="433" y="743"/>
                    <a:pt x="428" y="741"/>
                    <a:pt x="426" y="740"/>
                  </a:cubicBezTo>
                  <a:cubicBezTo>
                    <a:pt x="424" y="738"/>
                    <a:pt x="422" y="739"/>
                    <a:pt x="420" y="737"/>
                  </a:cubicBezTo>
                  <a:cubicBezTo>
                    <a:pt x="417" y="734"/>
                    <a:pt x="414" y="732"/>
                    <a:pt x="412" y="730"/>
                  </a:cubicBezTo>
                  <a:cubicBezTo>
                    <a:pt x="415" y="729"/>
                    <a:pt x="422" y="729"/>
                    <a:pt x="418" y="722"/>
                  </a:cubicBezTo>
                  <a:cubicBezTo>
                    <a:pt x="414" y="717"/>
                    <a:pt x="413" y="714"/>
                    <a:pt x="407" y="712"/>
                  </a:cubicBezTo>
                  <a:cubicBezTo>
                    <a:pt x="404" y="710"/>
                    <a:pt x="403" y="704"/>
                    <a:pt x="401" y="700"/>
                  </a:cubicBezTo>
                  <a:cubicBezTo>
                    <a:pt x="399" y="694"/>
                    <a:pt x="396" y="687"/>
                    <a:pt x="394" y="681"/>
                  </a:cubicBezTo>
                  <a:cubicBezTo>
                    <a:pt x="391" y="674"/>
                    <a:pt x="382" y="667"/>
                    <a:pt x="375" y="666"/>
                  </a:cubicBezTo>
                  <a:cubicBezTo>
                    <a:pt x="369" y="664"/>
                    <a:pt x="368" y="665"/>
                    <a:pt x="365" y="659"/>
                  </a:cubicBezTo>
                  <a:cubicBezTo>
                    <a:pt x="362" y="653"/>
                    <a:pt x="360" y="647"/>
                    <a:pt x="357" y="641"/>
                  </a:cubicBezTo>
                  <a:cubicBezTo>
                    <a:pt x="353" y="633"/>
                    <a:pt x="345" y="627"/>
                    <a:pt x="342" y="618"/>
                  </a:cubicBezTo>
                  <a:cubicBezTo>
                    <a:pt x="339" y="606"/>
                    <a:pt x="339" y="598"/>
                    <a:pt x="340" y="584"/>
                  </a:cubicBezTo>
                  <a:cubicBezTo>
                    <a:pt x="340" y="574"/>
                    <a:pt x="341" y="563"/>
                    <a:pt x="341" y="552"/>
                  </a:cubicBezTo>
                  <a:cubicBezTo>
                    <a:pt x="342" y="541"/>
                    <a:pt x="339" y="535"/>
                    <a:pt x="336" y="525"/>
                  </a:cubicBezTo>
                  <a:cubicBezTo>
                    <a:pt x="342" y="526"/>
                    <a:pt x="348" y="528"/>
                    <a:pt x="354" y="530"/>
                  </a:cubicBezTo>
                  <a:cubicBezTo>
                    <a:pt x="354" y="521"/>
                    <a:pt x="354" y="520"/>
                    <a:pt x="349" y="514"/>
                  </a:cubicBezTo>
                  <a:cubicBezTo>
                    <a:pt x="344" y="509"/>
                    <a:pt x="340" y="506"/>
                    <a:pt x="335" y="503"/>
                  </a:cubicBezTo>
                  <a:cubicBezTo>
                    <a:pt x="331" y="499"/>
                    <a:pt x="326" y="499"/>
                    <a:pt x="321" y="497"/>
                  </a:cubicBezTo>
                  <a:cubicBezTo>
                    <a:pt x="313" y="494"/>
                    <a:pt x="312" y="494"/>
                    <a:pt x="309" y="485"/>
                  </a:cubicBezTo>
                  <a:cubicBezTo>
                    <a:pt x="305" y="476"/>
                    <a:pt x="290" y="471"/>
                    <a:pt x="291" y="460"/>
                  </a:cubicBezTo>
                  <a:cubicBezTo>
                    <a:pt x="292" y="450"/>
                    <a:pt x="291" y="451"/>
                    <a:pt x="283" y="446"/>
                  </a:cubicBezTo>
                  <a:cubicBezTo>
                    <a:pt x="282" y="445"/>
                    <a:pt x="278" y="455"/>
                    <a:pt x="274" y="450"/>
                  </a:cubicBezTo>
                  <a:cubicBezTo>
                    <a:pt x="272" y="447"/>
                    <a:pt x="268" y="437"/>
                    <a:pt x="264" y="435"/>
                  </a:cubicBezTo>
                  <a:cubicBezTo>
                    <a:pt x="258" y="432"/>
                    <a:pt x="257" y="431"/>
                    <a:pt x="254" y="426"/>
                  </a:cubicBezTo>
                  <a:cubicBezTo>
                    <a:pt x="250" y="420"/>
                    <a:pt x="247" y="413"/>
                    <a:pt x="243" y="409"/>
                  </a:cubicBezTo>
                  <a:cubicBezTo>
                    <a:pt x="239" y="406"/>
                    <a:pt x="234" y="403"/>
                    <a:pt x="230" y="400"/>
                  </a:cubicBezTo>
                  <a:cubicBezTo>
                    <a:pt x="220" y="393"/>
                    <a:pt x="211" y="390"/>
                    <a:pt x="200" y="386"/>
                  </a:cubicBezTo>
                  <a:cubicBezTo>
                    <a:pt x="196" y="384"/>
                    <a:pt x="191" y="388"/>
                    <a:pt x="186" y="387"/>
                  </a:cubicBezTo>
                  <a:cubicBezTo>
                    <a:pt x="182" y="386"/>
                    <a:pt x="176" y="381"/>
                    <a:pt x="172" y="378"/>
                  </a:cubicBezTo>
                  <a:cubicBezTo>
                    <a:pt x="166" y="375"/>
                    <a:pt x="165" y="373"/>
                    <a:pt x="159" y="374"/>
                  </a:cubicBezTo>
                  <a:cubicBezTo>
                    <a:pt x="153" y="375"/>
                    <a:pt x="150" y="376"/>
                    <a:pt x="152" y="383"/>
                  </a:cubicBezTo>
                  <a:cubicBezTo>
                    <a:pt x="154" y="389"/>
                    <a:pt x="131" y="396"/>
                    <a:pt x="126" y="397"/>
                  </a:cubicBezTo>
                  <a:cubicBezTo>
                    <a:pt x="125" y="395"/>
                    <a:pt x="126" y="393"/>
                    <a:pt x="129" y="392"/>
                  </a:cubicBezTo>
                  <a:cubicBezTo>
                    <a:pt x="125" y="391"/>
                    <a:pt x="128" y="380"/>
                    <a:pt x="130" y="378"/>
                  </a:cubicBezTo>
                  <a:cubicBezTo>
                    <a:pt x="136" y="375"/>
                    <a:pt x="139" y="375"/>
                    <a:pt x="145" y="375"/>
                  </a:cubicBezTo>
                  <a:cubicBezTo>
                    <a:pt x="144" y="374"/>
                    <a:pt x="142" y="372"/>
                    <a:pt x="141" y="371"/>
                  </a:cubicBezTo>
                  <a:cubicBezTo>
                    <a:pt x="142" y="370"/>
                    <a:pt x="144" y="369"/>
                    <a:pt x="146" y="367"/>
                  </a:cubicBezTo>
                  <a:cubicBezTo>
                    <a:pt x="136" y="369"/>
                    <a:pt x="131" y="371"/>
                    <a:pt x="123" y="378"/>
                  </a:cubicBezTo>
                  <a:cubicBezTo>
                    <a:pt x="115" y="384"/>
                    <a:pt x="112" y="390"/>
                    <a:pt x="107" y="398"/>
                  </a:cubicBezTo>
                  <a:cubicBezTo>
                    <a:pt x="110" y="399"/>
                    <a:pt x="112" y="400"/>
                    <a:pt x="115" y="400"/>
                  </a:cubicBezTo>
                  <a:cubicBezTo>
                    <a:pt x="107" y="410"/>
                    <a:pt x="100" y="415"/>
                    <a:pt x="91" y="422"/>
                  </a:cubicBezTo>
                  <a:cubicBezTo>
                    <a:pt x="86" y="425"/>
                    <a:pt x="72" y="429"/>
                    <a:pt x="71" y="436"/>
                  </a:cubicBezTo>
                  <a:cubicBezTo>
                    <a:pt x="71" y="442"/>
                    <a:pt x="52" y="446"/>
                    <a:pt x="46" y="447"/>
                  </a:cubicBezTo>
                  <a:cubicBezTo>
                    <a:pt x="44" y="448"/>
                    <a:pt x="42" y="448"/>
                    <a:pt x="39" y="448"/>
                  </a:cubicBezTo>
                  <a:cubicBezTo>
                    <a:pt x="37" y="448"/>
                    <a:pt x="38" y="450"/>
                    <a:pt x="36" y="451"/>
                  </a:cubicBezTo>
                  <a:cubicBezTo>
                    <a:pt x="31" y="454"/>
                    <a:pt x="28" y="455"/>
                    <a:pt x="23" y="454"/>
                  </a:cubicBezTo>
                  <a:cubicBezTo>
                    <a:pt x="28" y="450"/>
                    <a:pt x="32" y="449"/>
                    <a:pt x="38" y="445"/>
                  </a:cubicBezTo>
                  <a:cubicBezTo>
                    <a:pt x="41" y="443"/>
                    <a:pt x="53" y="432"/>
                    <a:pt x="56" y="438"/>
                  </a:cubicBezTo>
                  <a:cubicBezTo>
                    <a:pt x="59" y="434"/>
                    <a:pt x="68" y="423"/>
                    <a:pt x="73" y="427"/>
                  </a:cubicBezTo>
                  <a:cubicBezTo>
                    <a:pt x="71" y="422"/>
                    <a:pt x="80" y="419"/>
                    <a:pt x="81" y="414"/>
                  </a:cubicBezTo>
                  <a:cubicBezTo>
                    <a:pt x="82" y="410"/>
                    <a:pt x="82" y="409"/>
                    <a:pt x="85" y="406"/>
                  </a:cubicBezTo>
                  <a:cubicBezTo>
                    <a:pt x="86" y="404"/>
                    <a:pt x="88" y="403"/>
                    <a:pt x="86" y="400"/>
                  </a:cubicBezTo>
                  <a:cubicBezTo>
                    <a:pt x="80" y="403"/>
                    <a:pt x="74" y="409"/>
                    <a:pt x="67" y="404"/>
                  </a:cubicBezTo>
                  <a:cubicBezTo>
                    <a:pt x="65" y="403"/>
                    <a:pt x="61" y="398"/>
                    <a:pt x="58" y="399"/>
                  </a:cubicBezTo>
                  <a:cubicBezTo>
                    <a:pt x="55" y="400"/>
                    <a:pt x="52" y="402"/>
                    <a:pt x="48" y="403"/>
                  </a:cubicBezTo>
                  <a:cubicBezTo>
                    <a:pt x="47" y="397"/>
                    <a:pt x="46" y="390"/>
                    <a:pt x="45" y="383"/>
                  </a:cubicBezTo>
                  <a:cubicBezTo>
                    <a:pt x="43" y="384"/>
                    <a:pt x="35" y="390"/>
                    <a:pt x="34" y="390"/>
                  </a:cubicBezTo>
                  <a:cubicBezTo>
                    <a:pt x="31" y="387"/>
                    <a:pt x="25" y="384"/>
                    <a:pt x="22" y="380"/>
                  </a:cubicBezTo>
                  <a:cubicBezTo>
                    <a:pt x="20" y="376"/>
                    <a:pt x="20" y="369"/>
                    <a:pt x="19" y="364"/>
                  </a:cubicBezTo>
                  <a:cubicBezTo>
                    <a:pt x="18" y="360"/>
                    <a:pt x="21" y="357"/>
                    <a:pt x="23" y="354"/>
                  </a:cubicBezTo>
                  <a:cubicBezTo>
                    <a:pt x="27" y="348"/>
                    <a:pt x="26" y="346"/>
                    <a:pt x="33" y="347"/>
                  </a:cubicBezTo>
                  <a:cubicBezTo>
                    <a:pt x="39" y="348"/>
                    <a:pt x="39" y="343"/>
                    <a:pt x="44" y="341"/>
                  </a:cubicBezTo>
                  <a:cubicBezTo>
                    <a:pt x="49" y="339"/>
                    <a:pt x="53" y="343"/>
                    <a:pt x="55" y="337"/>
                  </a:cubicBezTo>
                  <a:cubicBezTo>
                    <a:pt x="57" y="332"/>
                    <a:pt x="55" y="331"/>
                    <a:pt x="51" y="327"/>
                  </a:cubicBezTo>
                  <a:cubicBezTo>
                    <a:pt x="53" y="327"/>
                    <a:pt x="54" y="326"/>
                    <a:pt x="56" y="325"/>
                  </a:cubicBezTo>
                  <a:cubicBezTo>
                    <a:pt x="54" y="319"/>
                    <a:pt x="49" y="324"/>
                    <a:pt x="45" y="326"/>
                  </a:cubicBezTo>
                  <a:cubicBezTo>
                    <a:pt x="40" y="329"/>
                    <a:pt x="40" y="326"/>
                    <a:pt x="35" y="326"/>
                  </a:cubicBezTo>
                  <a:cubicBezTo>
                    <a:pt x="26" y="328"/>
                    <a:pt x="16" y="329"/>
                    <a:pt x="11" y="319"/>
                  </a:cubicBezTo>
                  <a:cubicBezTo>
                    <a:pt x="12" y="319"/>
                    <a:pt x="13" y="318"/>
                    <a:pt x="14" y="318"/>
                  </a:cubicBezTo>
                  <a:cubicBezTo>
                    <a:pt x="9" y="316"/>
                    <a:pt x="3" y="315"/>
                    <a:pt x="0" y="311"/>
                  </a:cubicBezTo>
                  <a:cubicBezTo>
                    <a:pt x="7" y="308"/>
                    <a:pt x="12" y="304"/>
                    <a:pt x="19" y="304"/>
                  </a:cubicBezTo>
                  <a:cubicBezTo>
                    <a:pt x="18" y="304"/>
                    <a:pt x="18" y="303"/>
                    <a:pt x="17" y="302"/>
                  </a:cubicBezTo>
                  <a:cubicBezTo>
                    <a:pt x="23" y="299"/>
                    <a:pt x="26" y="298"/>
                    <a:pt x="32" y="298"/>
                  </a:cubicBezTo>
                  <a:cubicBezTo>
                    <a:pt x="32" y="305"/>
                    <a:pt x="38" y="304"/>
                    <a:pt x="43" y="306"/>
                  </a:cubicBezTo>
                  <a:cubicBezTo>
                    <a:pt x="48" y="307"/>
                    <a:pt x="50" y="305"/>
                    <a:pt x="54" y="302"/>
                  </a:cubicBezTo>
                  <a:cubicBezTo>
                    <a:pt x="52" y="301"/>
                    <a:pt x="50" y="300"/>
                    <a:pt x="48" y="299"/>
                  </a:cubicBezTo>
                  <a:cubicBezTo>
                    <a:pt x="49" y="299"/>
                    <a:pt x="50" y="299"/>
                    <a:pt x="51" y="298"/>
                  </a:cubicBezTo>
                  <a:cubicBezTo>
                    <a:pt x="48" y="297"/>
                    <a:pt x="48" y="295"/>
                    <a:pt x="50" y="293"/>
                  </a:cubicBezTo>
                  <a:cubicBezTo>
                    <a:pt x="45" y="292"/>
                    <a:pt x="40" y="292"/>
                    <a:pt x="35" y="290"/>
                  </a:cubicBezTo>
                  <a:cubicBezTo>
                    <a:pt x="31" y="289"/>
                    <a:pt x="31" y="282"/>
                    <a:pt x="27" y="280"/>
                  </a:cubicBezTo>
                  <a:cubicBezTo>
                    <a:pt x="25" y="279"/>
                    <a:pt x="13" y="276"/>
                    <a:pt x="12" y="273"/>
                  </a:cubicBezTo>
                  <a:cubicBezTo>
                    <a:pt x="11" y="272"/>
                    <a:pt x="14" y="266"/>
                    <a:pt x="14" y="265"/>
                  </a:cubicBezTo>
                  <a:cubicBezTo>
                    <a:pt x="15" y="264"/>
                    <a:pt x="17" y="264"/>
                    <a:pt x="18" y="264"/>
                  </a:cubicBezTo>
                  <a:cubicBezTo>
                    <a:pt x="22" y="264"/>
                    <a:pt x="29" y="265"/>
                    <a:pt x="32" y="261"/>
                  </a:cubicBezTo>
                  <a:cubicBezTo>
                    <a:pt x="35" y="257"/>
                    <a:pt x="38" y="252"/>
                    <a:pt x="42" y="248"/>
                  </a:cubicBezTo>
                  <a:cubicBezTo>
                    <a:pt x="49" y="242"/>
                    <a:pt x="58" y="238"/>
                    <a:pt x="67" y="236"/>
                  </a:cubicBezTo>
                  <a:cubicBezTo>
                    <a:pt x="73" y="235"/>
                    <a:pt x="78" y="235"/>
                    <a:pt x="82" y="232"/>
                  </a:cubicBezTo>
                  <a:cubicBezTo>
                    <a:pt x="89" y="226"/>
                    <a:pt x="89" y="226"/>
                    <a:pt x="96" y="230"/>
                  </a:cubicBezTo>
                  <a:cubicBezTo>
                    <a:pt x="102" y="234"/>
                    <a:pt x="120" y="229"/>
                    <a:pt x="123" y="237"/>
                  </a:cubicBezTo>
                  <a:cubicBezTo>
                    <a:pt x="125" y="242"/>
                    <a:pt x="144" y="242"/>
                    <a:pt x="150" y="243"/>
                  </a:cubicBezTo>
                  <a:cubicBezTo>
                    <a:pt x="159" y="244"/>
                    <a:pt x="169" y="245"/>
                    <a:pt x="178" y="247"/>
                  </a:cubicBezTo>
                  <a:cubicBezTo>
                    <a:pt x="192" y="249"/>
                    <a:pt x="206" y="252"/>
                    <a:pt x="220" y="254"/>
                  </a:cubicBezTo>
                  <a:cubicBezTo>
                    <a:pt x="229" y="256"/>
                    <a:pt x="237" y="261"/>
                    <a:pt x="246" y="265"/>
                  </a:cubicBezTo>
                  <a:cubicBezTo>
                    <a:pt x="247" y="265"/>
                    <a:pt x="257" y="254"/>
                    <a:pt x="258" y="252"/>
                  </a:cubicBezTo>
                  <a:cubicBezTo>
                    <a:pt x="261" y="249"/>
                    <a:pt x="266" y="257"/>
                    <a:pt x="269" y="256"/>
                  </a:cubicBezTo>
                  <a:cubicBezTo>
                    <a:pt x="274" y="254"/>
                    <a:pt x="296" y="240"/>
                    <a:pt x="299" y="246"/>
                  </a:cubicBezTo>
                  <a:cubicBezTo>
                    <a:pt x="291" y="250"/>
                    <a:pt x="283" y="254"/>
                    <a:pt x="275" y="258"/>
                  </a:cubicBezTo>
                  <a:cubicBezTo>
                    <a:pt x="281" y="263"/>
                    <a:pt x="302" y="245"/>
                    <a:pt x="303" y="252"/>
                  </a:cubicBezTo>
                  <a:cubicBezTo>
                    <a:pt x="306" y="249"/>
                    <a:pt x="308" y="247"/>
                    <a:pt x="311" y="244"/>
                  </a:cubicBezTo>
                  <a:cubicBezTo>
                    <a:pt x="312" y="242"/>
                    <a:pt x="308" y="241"/>
                    <a:pt x="311" y="238"/>
                  </a:cubicBezTo>
                  <a:cubicBezTo>
                    <a:pt x="317" y="245"/>
                    <a:pt x="323" y="252"/>
                    <a:pt x="330" y="258"/>
                  </a:cubicBezTo>
                  <a:cubicBezTo>
                    <a:pt x="332" y="251"/>
                    <a:pt x="333" y="249"/>
                    <a:pt x="338" y="245"/>
                  </a:cubicBezTo>
                  <a:cubicBezTo>
                    <a:pt x="341" y="248"/>
                    <a:pt x="336" y="249"/>
                    <a:pt x="340" y="252"/>
                  </a:cubicBezTo>
                  <a:cubicBezTo>
                    <a:pt x="342" y="253"/>
                    <a:pt x="339" y="256"/>
                    <a:pt x="338" y="257"/>
                  </a:cubicBezTo>
                  <a:cubicBezTo>
                    <a:pt x="341" y="257"/>
                    <a:pt x="346" y="257"/>
                    <a:pt x="348" y="255"/>
                  </a:cubicBezTo>
                  <a:cubicBezTo>
                    <a:pt x="349" y="254"/>
                    <a:pt x="347" y="251"/>
                    <a:pt x="349" y="251"/>
                  </a:cubicBezTo>
                  <a:cubicBezTo>
                    <a:pt x="350" y="250"/>
                    <a:pt x="352" y="250"/>
                    <a:pt x="353" y="250"/>
                  </a:cubicBezTo>
                  <a:cubicBezTo>
                    <a:pt x="358" y="249"/>
                    <a:pt x="366" y="254"/>
                    <a:pt x="371" y="257"/>
                  </a:cubicBezTo>
                  <a:cubicBezTo>
                    <a:pt x="381" y="261"/>
                    <a:pt x="392" y="263"/>
                    <a:pt x="403" y="265"/>
                  </a:cubicBezTo>
                  <a:cubicBezTo>
                    <a:pt x="403" y="265"/>
                    <a:pt x="402" y="264"/>
                    <a:pt x="402" y="263"/>
                  </a:cubicBezTo>
                  <a:cubicBezTo>
                    <a:pt x="409" y="263"/>
                    <a:pt x="413" y="267"/>
                    <a:pt x="419" y="270"/>
                  </a:cubicBezTo>
                  <a:cubicBezTo>
                    <a:pt x="423" y="274"/>
                    <a:pt x="410" y="278"/>
                    <a:pt x="409" y="279"/>
                  </a:cubicBezTo>
                  <a:cubicBezTo>
                    <a:pt x="413" y="280"/>
                    <a:pt x="418" y="282"/>
                    <a:pt x="423" y="282"/>
                  </a:cubicBezTo>
                  <a:cubicBezTo>
                    <a:pt x="430" y="281"/>
                    <a:pt x="438" y="281"/>
                    <a:pt x="446" y="280"/>
                  </a:cubicBezTo>
                  <a:cubicBezTo>
                    <a:pt x="449" y="280"/>
                    <a:pt x="456" y="279"/>
                    <a:pt x="458" y="283"/>
                  </a:cubicBezTo>
                  <a:cubicBezTo>
                    <a:pt x="462" y="288"/>
                    <a:pt x="465" y="293"/>
                    <a:pt x="469" y="299"/>
                  </a:cubicBezTo>
                  <a:cubicBezTo>
                    <a:pt x="468" y="296"/>
                    <a:pt x="468" y="294"/>
                    <a:pt x="467" y="292"/>
                  </a:cubicBezTo>
                  <a:cubicBezTo>
                    <a:pt x="467" y="290"/>
                    <a:pt x="468" y="289"/>
                    <a:pt x="468" y="288"/>
                  </a:cubicBezTo>
                  <a:cubicBezTo>
                    <a:pt x="467" y="282"/>
                    <a:pt x="465" y="283"/>
                    <a:pt x="468" y="278"/>
                  </a:cubicBezTo>
                  <a:cubicBezTo>
                    <a:pt x="470" y="275"/>
                    <a:pt x="486" y="274"/>
                    <a:pt x="482" y="269"/>
                  </a:cubicBezTo>
                  <a:cubicBezTo>
                    <a:pt x="475" y="272"/>
                    <a:pt x="469" y="274"/>
                    <a:pt x="461" y="274"/>
                  </a:cubicBezTo>
                  <a:cubicBezTo>
                    <a:pt x="463" y="267"/>
                    <a:pt x="465" y="268"/>
                    <a:pt x="472" y="266"/>
                  </a:cubicBezTo>
                  <a:cubicBezTo>
                    <a:pt x="478" y="263"/>
                    <a:pt x="479" y="263"/>
                    <a:pt x="485" y="266"/>
                  </a:cubicBezTo>
                  <a:cubicBezTo>
                    <a:pt x="487" y="267"/>
                    <a:pt x="488" y="271"/>
                    <a:pt x="489" y="273"/>
                  </a:cubicBezTo>
                  <a:cubicBezTo>
                    <a:pt x="490" y="275"/>
                    <a:pt x="492" y="275"/>
                    <a:pt x="494" y="276"/>
                  </a:cubicBezTo>
                  <a:cubicBezTo>
                    <a:pt x="499" y="277"/>
                    <a:pt x="504" y="278"/>
                    <a:pt x="509" y="280"/>
                  </a:cubicBezTo>
                  <a:cubicBezTo>
                    <a:pt x="513" y="282"/>
                    <a:pt x="535" y="284"/>
                    <a:pt x="536" y="281"/>
                  </a:cubicBezTo>
                  <a:cubicBezTo>
                    <a:pt x="537" y="275"/>
                    <a:pt x="538" y="272"/>
                    <a:pt x="545" y="272"/>
                  </a:cubicBezTo>
                  <a:cubicBezTo>
                    <a:pt x="549" y="272"/>
                    <a:pt x="554" y="274"/>
                    <a:pt x="558" y="275"/>
                  </a:cubicBezTo>
                  <a:cubicBezTo>
                    <a:pt x="558" y="277"/>
                    <a:pt x="555" y="284"/>
                    <a:pt x="556" y="285"/>
                  </a:cubicBezTo>
                  <a:cubicBezTo>
                    <a:pt x="556" y="287"/>
                    <a:pt x="562" y="290"/>
                    <a:pt x="564" y="291"/>
                  </a:cubicBezTo>
                  <a:cubicBezTo>
                    <a:pt x="562" y="284"/>
                    <a:pt x="559" y="278"/>
                    <a:pt x="568" y="276"/>
                  </a:cubicBezTo>
                  <a:cubicBezTo>
                    <a:pt x="572" y="276"/>
                    <a:pt x="574" y="273"/>
                    <a:pt x="576" y="270"/>
                  </a:cubicBezTo>
                  <a:cubicBezTo>
                    <a:pt x="578" y="268"/>
                    <a:pt x="577" y="266"/>
                    <a:pt x="577" y="263"/>
                  </a:cubicBezTo>
                  <a:cubicBezTo>
                    <a:pt x="574" y="264"/>
                    <a:pt x="572" y="265"/>
                    <a:pt x="570" y="266"/>
                  </a:cubicBezTo>
                  <a:cubicBezTo>
                    <a:pt x="569" y="259"/>
                    <a:pt x="574" y="258"/>
                    <a:pt x="579" y="258"/>
                  </a:cubicBezTo>
                  <a:cubicBezTo>
                    <a:pt x="579" y="252"/>
                    <a:pt x="574" y="256"/>
                    <a:pt x="570" y="255"/>
                  </a:cubicBezTo>
                  <a:cubicBezTo>
                    <a:pt x="568" y="254"/>
                    <a:pt x="558" y="252"/>
                    <a:pt x="557" y="249"/>
                  </a:cubicBezTo>
                  <a:cubicBezTo>
                    <a:pt x="555" y="243"/>
                    <a:pt x="555" y="239"/>
                    <a:pt x="555" y="233"/>
                  </a:cubicBezTo>
                  <a:cubicBezTo>
                    <a:pt x="555" y="226"/>
                    <a:pt x="558" y="225"/>
                    <a:pt x="563" y="227"/>
                  </a:cubicBezTo>
                  <a:cubicBezTo>
                    <a:pt x="564" y="224"/>
                    <a:pt x="562" y="223"/>
                    <a:pt x="559" y="223"/>
                  </a:cubicBezTo>
                  <a:cubicBezTo>
                    <a:pt x="564" y="220"/>
                    <a:pt x="564" y="221"/>
                    <a:pt x="564" y="215"/>
                  </a:cubicBezTo>
                  <a:cubicBezTo>
                    <a:pt x="564" y="209"/>
                    <a:pt x="564" y="207"/>
                    <a:pt x="562" y="203"/>
                  </a:cubicBezTo>
                  <a:cubicBezTo>
                    <a:pt x="560" y="199"/>
                    <a:pt x="561" y="194"/>
                    <a:pt x="561" y="191"/>
                  </a:cubicBezTo>
                  <a:cubicBezTo>
                    <a:pt x="562" y="187"/>
                    <a:pt x="567" y="189"/>
                    <a:pt x="569" y="189"/>
                  </a:cubicBezTo>
                  <a:cubicBezTo>
                    <a:pt x="560" y="180"/>
                    <a:pt x="575" y="182"/>
                    <a:pt x="581" y="182"/>
                  </a:cubicBezTo>
                  <a:cubicBezTo>
                    <a:pt x="590" y="182"/>
                    <a:pt x="595" y="183"/>
                    <a:pt x="603" y="185"/>
                  </a:cubicBezTo>
                  <a:cubicBezTo>
                    <a:pt x="600" y="190"/>
                    <a:pt x="595" y="201"/>
                    <a:pt x="591" y="204"/>
                  </a:cubicBezTo>
                  <a:cubicBezTo>
                    <a:pt x="586" y="206"/>
                    <a:pt x="576" y="204"/>
                    <a:pt x="572" y="204"/>
                  </a:cubicBezTo>
                  <a:cubicBezTo>
                    <a:pt x="586" y="206"/>
                    <a:pt x="570" y="215"/>
                    <a:pt x="570" y="220"/>
                  </a:cubicBezTo>
                  <a:cubicBezTo>
                    <a:pt x="578" y="219"/>
                    <a:pt x="582" y="225"/>
                    <a:pt x="583" y="232"/>
                  </a:cubicBezTo>
                  <a:cubicBezTo>
                    <a:pt x="584" y="236"/>
                    <a:pt x="591" y="242"/>
                    <a:pt x="594" y="245"/>
                  </a:cubicBezTo>
                  <a:cubicBezTo>
                    <a:pt x="590" y="247"/>
                    <a:pt x="587" y="250"/>
                    <a:pt x="583" y="252"/>
                  </a:cubicBezTo>
                  <a:cubicBezTo>
                    <a:pt x="587" y="253"/>
                    <a:pt x="590" y="256"/>
                    <a:pt x="593" y="254"/>
                  </a:cubicBezTo>
                  <a:cubicBezTo>
                    <a:pt x="596" y="251"/>
                    <a:pt x="599" y="254"/>
                    <a:pt x="603" y="256"/>
                  </a:cubicBezTo>
                  <a:cubicBezTo>
                    <a:pt x="601" y="257"/>
                    <a:pt x="599" y="258"/>
                    <a:pt x="597" y="259"/>
                  </a:cubicBezTo>
                  <a:cubicBezTo>
                    <a:pt x="601" y="262"/>
                    <a:pt x="603" y="262"/>
                    <a:pt x="602" y="267"/>
                  </a:cubicBezTo>
                  <a:cubicBezTo>
                    <a:pt x="600" y="271"/>
                    <a:pt x="600" y="272"/>
                    <a:pt x="604" y="275"/>
                  </a:cubicBezTo>
                  <a:cubicBezTo>
                    <a:pt x="606" y="271"/>
                    <a:pt x="608" y="270"/>
                    <a:pt x="608" y="265"/>
                  </a:cubicBezTo>
                  <a:cubicBezTo>
                    <a:pt x="608" y="264"/>
                    <a:pt x="609" y="257"/>
                    <a:pt x="612" y="259"/>
                  </a:cubicBezTo>
                  <a:cubicBezTo>
                    <a:pt x="614" y="260"/>
                    <a:pt x="621" y="262"/>
                    <a:pt x="621" y="265"/>
                  </a:cubicBezTo>
                  <a:cubicBezTo>
                    <a:pt x="622" y="269"/>
                    <a:pt x="625" y="273"/>
                    <a:pt x="620" y="275"/>
                  </a:cubicBezTo>
                  <a:cubicBezTo>
                    <a:pt x="620" y="274"/>
                    <a:pt x="619" y="273"/>
                    <a:pt x="619" y="272"/>
                  </a:cubicBezTo>
                  <a:cubicBezTo>
                    <a:pt x="609" y="277"/>
                    <a:pt x="631" y="297"/>
                    <a:pt x="632" y="286"/>
                  </a:cubicBezTo>
                  <a:cubicBezTo>
                    <a:pt x="633" y="283"/>
                    <a:pt x="632" y="282"/>
                    <a:pt x="634" y="280"/>
                  </a:cubicBezTo>
                  <a:cubicBezTo>
                    <a:pt x="635" y="279"/>
                    <a:pt x="639" y="277"/>
                    <a:pt x="639" y="275"/>
                  </a:cubicBezTo>
                  <a:cubicBezTo>
                    <a:pt x="639" y="267"/>
                    <a:pt x="639" y="268"/>
                    <a:pt x="646" y="265"/>
                  </a:cubicBezTo>
                  <a:cubicBezTo>
                    <a:pt x="643" y="260"/>
                    <a:pt x="640" y="258"/>
                    <a:pt x="641" y="253"/>
                  </a:cubicBezTo>
                  <a:cubicBezTo>
                    <a:pt x="642" y="248"/>
                    <a:pt x="645" y="250"/>
                    <a:pt x="650" y="250"/>
                  </a:cubicBezTo>
                  <a:cubicBezTo>
                    <a:pt x="652" y="251"/>
                    <a:pt x="660" y="251"/>
                    <a:pt x="662" y="253"/>
                  </a:cubicBezTo>
                  <a:cubicBezTo>
                    <a:pt x="666" y="257"/>
                    <a:pt x="667" y="258"/>
                    <a:pt x="673" y="259"/>
                  </a:cubicBezTo>
                  <a:cubicBezTo>
                    <a:pt x="671" y="263"/>
                    <a:pt x="674" y="266"/>
                    <a:pt x="672" y="269"/>
                  </a:cubicBezTo>
                  <a:cubicBezTo>
                    <a:pt x="670" y="271"/>
                    <a:pt x="665" y="270"/>
                    <a:pt x="663" y="270"/>
                  </a:cubicBezTo>
                  <a:cubicBezTo>
                    <a:pt x="665" y="275"/>
                    <a:pt x="666" y="279"/>
                    <a:pt x="669" y="282"/>
                  </a:cubicBezTo>
                  <a:cubicBezTo>
                    <a:pt x="673" y="285"/>
                    <a:pt x="675" y="288"/>
                    <a:pt x="671" y="293"/>
                  </a:cubicBezTo>
                  <a:cubicBezTo>
                    <a:pt x="668" y="296"/>
                    <a:pt x="662" y="298"/>
                    <a:pt x="659" y="300"/>
                  </a:cubicBezTo>
                  <a:cubicBezTo>
                    <a:pt x="655" y="302"/>
                    <a:pt x="653" y="298"/>
                    <a:pt x="650" y="295"/>
                  </a:cubicBezTo>
                  <a:cubicBezTo>
                    <a:pt x="652" y="298"/>
                    <a:pt x="653" y="301"/>
                    <a:pt x="654" y="304"/>
                  </a:cubicBezTo>
                  <a:cubicBezTo>
                    <a:pt x="652" y="303"/>
                    <a:pt x="650" y="302"/>
                    <a:pt x="648" y="301"/>
                  </a:cubicBezTo>
                  <a:cubicBezTo>
                    <a:pt x="648" y="302"/>
                    <a:pt x="648" y="303"/>
                    <a:pt x="649" y="304"/>
                  </a:cubicBezTo>
                  <a:cubicBezTo>
                    <a:pt x="646" y="303"/>
                    <a:pt x="644" y="303"/>
                    <a:pt x="642" y="302"/>
                  </a:cubicBezTo>
                  <a:cubicBezTo>
                    <a:pt x="641" y="302"/>
                    <a:pt x="642" y="298"/>
                    <a:pt x="640" y="298"/>
                  </a:cubicBezTo>
                  <a:cubicBezTo>
                    <a:pt x="637" y="298"/>
                    <a:pt x="633" y="297"/>
                    <a:pt x="631" y="301"/>
                  </a:cubicBezTo>
                  <a:cubicBezTo>
                    <a:pt x="633" y="302"/>
                    <a:pt x="635" y="303"/>
                    <a:pt x="637" y="304"/>
                  </a:cubicBezTo>
                  <a:cubicBezTo>
                    <a:pt x="635" y="308"/>
                    <a:pt x="633" y="312"/>
                    <a:pt x="630" y="313"/>
                  </a:cubicBezTo>
                  <a:cubicBezTo>
                    <a:pt x="625" y="316"/>
                    <a:pt x="623" y="314"/>
                    <a:pt x="618" y="311"/>
                  </a:cubicBezTo>
                  <a:cubicBezTo>
                    <a:pt x="610" y="307"/>
                    <a:pt x="604" y="308"/>
                    <a:pt x="595" y="307"/>
                  </a:cubicBezTo>
                  <a:cubicBezTo>
                    <a:pt x="601" y="310"/>
                    <a:pt x="607" y="313"/>
                    <a:pt x="613" y="316"/>
                  </a:cubicBezTo>
                  <a:cubicBezTo>
                    <a:pt x="617" y="318"/>
                    <a:pt x="624" y="318"/>
                    <a:pt x="629" y="318"/>
                  </a:cubicBezTo>
                  <a:cubicBezTo>
                    <a:pt x="627" y="321"/>
                    <a:pt x="624" y="330"/>
                    <a:pt x="621" y="332"/>
                  </a:cubicBezTo>
                  <a:cubicBezTo>
                    <a:pt x="619" y="333"/>
                    <a:pt x="617" y="335"/>
                    <a:pt x="615" y="334"/>
                  </a:cubicBezTo>
                  <a:cubicBezTo>
                    <a:pt x="612" y="334"/>
                    <a:pt x="610" y="333"/>
                    <a:pt x="608" y="335"/>
                  </a:cubicBezTo>
                  <a:cubicBezTo>
                    <a:pt x="601" y="339"/>
                    <a:pt x="600" y="340"/>
                    <a:pt x="593" y="337"/>
                  </a:cubicBezTo>
                  <a:cubicBezTo>
                    <a:pt x="588" y="336"/>
                    <a:pt x="584" y="335"/>
                    <a:pt x="579" y="334"/>
                  </a:cubicBezTo>
                  <a:cubicBezTo>
                    <a:pt x="582" y="335"/>
                    <a:pt x="585" y="336"/>
                    <a:pt x="588" y="338"/>
                  </a:cubicBezTo>
                  <a:cubicBezTo>
                    <a:pt x="588" y="339"/>
                    <a:pt x="587" y="339"/>
                    <a:pt x="586" y="340"/>
                  </a:cubicBezTo>
                  <a:cubicBezTo>
                    <a:pt x="591" y="339"/>
                    <a:pt x="592" y="339"/>
                    <a:pt x="597" y="341"/>
                  </a:cubicBezTo>
                  <a:cubicBezTo>
                    <a:pt x="599" y="343"/>
                    <a:pt x="603" y="346"/>
                    <a:pt x="599" y="348"/>
                  </a:cubicBezTo>
                  <a:cubicBezTo>
                    <a:pt x="595" y="350"/>
                    <a:pt x="593" y="350"/>
                    <a:pt x="588" y="350"/>
                  </a:cubicBezTo>
                  <a:cubicBezTo>
                    <a:pt x="586" y="350"/>
                    <a:pt x="584" y="355"/>
                    <a:pt x="583" y="356"/>
                  </a:cubicBezTo>
                  <a:cubicBezTo>
                    <a:pt x="579" y="362"/>
                    <a:pt x="573" y="369"/>
                    <a:pt x="572" y="376"/>
                  </a:cubicBezTo>
                  <a:cubicBezTo>
                    <a:pt x="570" y="384"/>
                    <a:pt x="569" y="392"/>
                    <a:pt x="567" y="400"/>
                  </a:cubicBezTo>
                  <a:cubicBezTo>
                    <a:pt x="570" y="401"/>
                    <a:pt x="577" y="401"/>
                    <a:pt x="580" y="403"/>
                  </a:cubicBezTo>
                  <a:cubicBezTo>
                    <a:pt x="582" y="406"/>
                    <a:pt x="584" y="415"/>
                    <a:pt x="585" y="419"/>
                  </a:cubicBezTo>
                  <a:cubicBezTo>
                    <a:pt x="588" y="426"/>
                    <a:pt x="589" y="423"/>
                    <a:pt x="596" y="422"/>
                  </a:cubicBezTo>
                  <a:cubicBezTo>
                    <a:pt x="599" y="421"/>
                    <a:pt x="603" y="423"/>
                    <a:pt x="606" y="424"/>
                  </a:cubicBezTo>
                  <a:cubicBezTo>
                    <a:pt x="615" y="428"/>
                    <a:pt x="622" y="431"/>
                    <a:pt x="631" y="437"/>
                  </a:cubicBezTo>
                  <a:cubicBezTo>
                    <a:pt x="633" y="439"/>
                    <a:pt x="638" y="444"/>
                    <a:pt x="642" y="445"/>
                  </a:cubicBezTo>
                  <a:cubicBezTo>
                    <a:pt x="646" y="445"/>
                    <a:pt x="651" y="446"/>
                    <a:pt x="656" y="446"/>
                  </a:cubicBezTo>
                  <a:cubicBezTo>
                    <a:pt x="657" y="447"/>
                    <a:pt x="666" y="446"/>
                    <a:pt x="666" y="448"/>
                  </a:cubicBezTo>
                  <a:cubicBezTo>
                    <a:pt x="666" y="455"/>
                    <a:pt x="666" y="461"/>
                    <a:pt x="666" y="468"/>
                  </a:cubicBezTo>
                  <a:cubicBezTo>
                    <a:pt x="665" y="477"/>
                    <a:pt x="674" y="484"/>
                    <a:pt x="680" y="491"/>
                  </a:cubicBezTo>
                  <a:cubicBezTo>
                    <a:pt x="685" y="497"/>
                    <a:pt x="696" y="485"/>
                    <a:pt x="695" y="480"/>
                  </a:cubicBezTo>
                  <a:cubicBezTo>
                    <a:pt x="694" y="474"/>
                    <a:pt x="693" y="468"/>
                    <a:pt x="692" y="462"/>
                  </a:cubicBezTo>
                  <a:cubicBezTo>
                    <a:pt x="692" y="459"/>
                    <a:pt x="687" y="455"/>
                    <a:pt x="686" y="452"/>
                  </a:cubicBezTo>
                  <a:cubicBezTo>
                    <a:pt x="692" y="448"/>
                    <a:pt x="703" y="444"/>
                    <a:pt x="707" y="439"/>
                  </a:cubicBezTo>
                  <a:cubicBezTo>
                    <a:pt x="710" y="433"/>
                    <a:pt x="711" y="419"/>
                    <a:pt x="707" y="415"/>
                  </a:cubicBezTo>
                  <a:cubicBezTo>
                    <a:pt x="703" y="412"/>
                    <a:pt x="700" y="409"/>
                    <a:pt x="698" y="405"/>
                  </a:cubicBezTo>
                  <a:cubicBezTo>
                    <a:pt x="694" y="400"/>
                    <a:pt x="693" y="401"/>
                    <a:pt x="697" y="397"/>
                  </a:cubicBezTo>
                  <a:cubicBezTo>
                    <a:pt x="702" y="392"/>
                    <a:pt x="703" y="393"/>
                    <a:pt x="701" y="386"/>
                  </a:cubicBezTo>
                  <a:cubicBezTo>
                    <a:pt x="700" y="382"/>
                    <a:pt x="698" y="378"/>
                    <a:pt x="699" y="374"/>
                  </a:cubicBezTo>
                  <a:cubicBezTo>
                    <a:pt x="701" y="368"/>
                    <a:pt x="701" y="366"/>
                    <a:pt x="699" y="360"/>
                  </a:cubicBezTo>
                  <a:cubicBezTo>
                    <a:pt x="698" y="356"/>
                    <a:pt x="700" y="354"/>
                    <a:pt x="705" y="354"/>
                  </a:cubicBezTo>
                  <a:cubicBezTo>
                    <a:pt x="713" y="353"/>
                    <a:pt x="720" y="359"/>
                    <a:pt x="727" y="356"/>
                  </a:cubicBezTo>
                  <a:cubicBezTo>
                    <a:pt x="732" y="354"/>
                    <a:pt x="734" y="356"/>
                    <a:pt x="738" y="359"/>
                  </a:cubicBezTo>
                  <a:cubicBezTo>
                    <a:pt x="740" y="361"/>
                    <a:pt x="746" y="364"/>
                    <a:pt x="747" y="366"/>
                  </a:cubicBezTo>
                  <a:cubicBezTo>
                    <a:pt x="748" y="371"/>
                    <a:pt x="750" y="374"/>
                    <a:pt x="755" y="373"/>
                  </a:cubicBezTo>
                  <a:cubicBezTo>
                    <a:pt x="759" y="373"/>
                    <a:pt x="762" y="375"/>
                    <a:pt x="765" y="376"/>
                  </a:cubicBezTo>
                  <a:cubicBezTo>
                    <a:pt x="763" y="380"/>
                    <a:pt x="762" y="381"/>
                    <a:pt x="763" y="385"/>
                  </a:cubicBezTo>
                  <a:cubicBezTo>
                    <a:pt x="763" y="388"/>
                    <a:pt x="764" y="392"/>
                    <a:pt x="763" y="395"/>
                  </a:cubicBezTo>
                  <a:cubicBezTo>
                    <a:pt x="764" y="395"/>
                    <a:pt x="765" y="396"/>
                    <a:pt x="766" y="395"/>
                  </a:cubicBezTo>
                  <a:cubicBezTo>
                    <a:pt x="764" y="398"/>
                    <a:pt x="759" y="402"/>
                    <a:pt x="762" y="404"/>
                  </a:cubicBezTo>
                  <a:cubicBezTo>
                    <a:pt x="767" y="389"/>
                    <a:pt x="785" y="422"/>
                    <a:pt x="788" y="402"/>
                  </a:cubicBezTo>
                  <a:cubicBezTo>
                    <a:pt x="789" y="403"/>
                    <a:pt x="791" y="403"/>
                    <a:pt x="791" y="404"/>
                  </a:cubicBezTo>
                  <a:cubicBezTo>
                    <a:pt x="793" y="399"/>
                    <a:pt x="797" y="395"/>
                    <a:pt x="796" y="391"/>
                  </a:cubicBezTo>
                  <a:cubicBezTo>
                    <a:pt x="795" y="387"/>
                    <a:pt x="800" y="381"/>
                    <a:pt x="803" y="381"/>
                  </a:cubicBezTo>
                  <a:cubicBezTo>
                    <a:pt x="803" y="383"/>
                    <a:pt x="803" y="385"/>
                    <a:pt x="802" y="387"/>
                  </a:cubicBezTo>
                  <a:cubicBezTo>
                    <a:pt x="810" y="387"/>
                    <a:pt x="815" y="403"/>
                    <a:pt x="819" y="409"/>
                  </a:cubicBezTo>
                  <a:cubicBezTo>
                    <a:pt x="821" y="413"/>
                    <a:pt x="827" y="420"/>
                    <a:pt x="828" y="424"/>
                  </a:cubicBezTo>
                  <a:cubicBezTo>
                    <a:pt x="828" y="426"/>
                    <a:pt x="824" y="429"/>
                    <a:pt x="824" y="432"/>
                  </a:cubicBezTo>
                  <a:cubicBezTo>
                    <a:pt x="824" y="433"/>
                    <a:pt x="828" y="435"/>
                    <a:pt x="829" y="435"/>
                  </a:cubicBezTo>
                  <a:cubicBezTo>
                    <a:pt x="831" y="437"/>
                    <a:pt x="834" y="439"/>
                    <a:pt x="835" y="441"/>
                  </a:cubicBezTo>
                  <a:cubicBezTo>
                    <a:pt x="837" y="443"/>
                    <a:pt x="834" y="445"/>
                    <a:pt x="838" y="446"/>
                  </a:cubicBezTo>
                  <a:cubicBezTo>
                    <a:pt x="844" y="446"/>
                    <a:pt x="846" y="446"/>
                    <a:pt x="851" y="449"/>
                  </a:cubicBezTo>
                  <a:cubicBezTo>
                    <a:pt x="854" y="452"/>
                    <a:pt x="861" y="455"/>
                    <a:pt x="854" y="456"/>
                  </a:cubicBezTo>
                  <a:cubicBezTo>
                    <a:pt x="850" y="457"/>
                    <a:pt x="846" y="458"/>
                    <a:pt x="842" y="460"/>
                  </a:cubicBezTo>
                  <a:cubicBezTo>
                    <a:pt x="844" y="461"/>
                    <a:pt x="847" y="459"/>
                    <a:pt x="850" y="458"/>
                  </a:cubicBezTo>
                  <a:cubicBezTo>
                    <a:pt x="848" y="461"/>
                    <a:pt x="842" y="462"/>
                    <a:pt x="839" y="463"/>
                  </a:cubicBezTo>
                  <a:cubicBezTo>
                    <a:pt x="836" y="464"/>
                    <a:pt x="837" y="470"/>
                    <a:pt x="839" y="468"/>
                  </a:cubicBezTo>
                  <a:cubicBezTo>
                    <a:pt x="840" y="466"/>
                    <a:pt x="841" y="466"/>
                    <a:pt x="843" y="465"/>
                  </a:cubicBezTo>
                  <a:cubicBezTo>
                    <a:pt x="845" y="464"/>
                    <a:pt x="845" y="463"/>
                    <a:pt x="846" y="462"/>
                  </a:cubicBezTo>
                  <a:cubicBezTo>
                    <a:pt x="849" y="461"/>
                    <a:pt x="852" y="460"/>
                    <a:pt x="855" y="460"/>
                  </a:cubicBezTo>
                  <a:cubicBezTo>
                    <a:pt x="853" y="459"/>
                    <a:pt x="853" y="459"/>
                    <a:pt x="852" y="458"/>
                  </a:cubicBezTo>
                  <a:cubicBezTo>
                    <a:pt x="854" y="458"/>
                    <a:pt x="859" y="458"/>
                    <a:pt x="860" y="461"/>
                  </a:cubicBezTo>
                  <a:cubicBezTo>
                    <a:pt x="861" y="464"/>
                    <a:pt x="857" y="464"/>
                    <a:pt x="859" y="467"/>
                  </a:cubicBezTo>
                  <a:cubicBezTo>
                    <a:pt x="862" y="462"/>
                    <a:pt x="865" y="464"/>
                    <a:pt x="869" y="466"/>
                  </a:cubicBezTo>
                  <a:cubicBezTo>
                    <a:pt x="873" y="467"/>
                    <a:pt x="870" y="473"/>
                    <a:pt x="869" y="475"/>
                  </a:cubicBezTo>
                  <a:cubicBezTo>
                    <a:pt x="868" y="479"/>
                    <a:pt x="872" y="480"/>
                    <a:pt x="869" y="485"/>
                  </a:cubicBezTo>
                  <a:cubicBezTo>
                    <a:pt x="868" y="486"/>
                    <a:pt x="862" y="490"/>
                    <a:pt x="860" y="490"/>
                  </a:cubicBezTo>
                  <a:cubicBezTo>
                    <a:pt x="857" y="491"/>
                    <a:pt x="854" y="490"/>
                    <a:pt x="850" y="492"/>
                  </a:cubicBezTo>
                  <a:cubicBezTo>
                    <a:pt x="846" y="493"/>
                    <a:pt x="845" y="495"/>
                    <a:pt x="842" y="498"/>
                  </a:cubicBezTo>
                  <a:cubicBezTo>
                    <a:pt x="837" y="504"/>
                    <a:pt x="832" y="505"/>
                    <a:pt x="824" y="504"/>
                  </a:cubicBezTo>
                  <a:cubicBezTo>
                    <a:pt x="815" y="503"/>
                    <a:pt x="808" y="503"/>
                    <a:pt x="799" y="504"/>
                  </a:cubicBezTo>
                  <a:cubicBezTo>
                    <a:pt x="792" y="504"/>
                    <a:pt x="784" y="502"/>
                    <a:pt x="782" y="511"/>
                  </a:cubicBezTo>
                  <a:cubicBezTo>
                    <a:pt x="782" y="514"/>
                    <a:pt x="775" y="515"/>
                    <a:pt x="773" y="516"/>
                  </a:cubicBezTo>
                  <a:cubicBezTo>
                    <a:pt x="769" y="518"/>
                    <a:pt x="767" y="523"/>
                    <a:pt x="764" y="525"/>
                  </a:cubicBezTo>
                  <a:cubicBezTo>
                    <a:pt x="759" y="531"/>
                    <a:pt x="756" y="537"/>
                    <a:pt x="751" y="541"/>
                  </a:cubicBezTo>
                  <a:cubicBezTo>
                    <a:pt x="761" y="537"/>
                    <a:pt x="766" y="526"/>
                    <a:pt x="776" y="521"/>
                  </a:cubicBezTo>
                  <a:cubicBezTo>
                    <a:pt x="783" y="518"/>
                    <a:pt x="801" y="508"/>
                    <a:pt x="806" y="520"/>
                  </a:cubicBezTo>
                  <a:cubicBezTo>
                    <a:pt x="805" y="519"/>
                    <a:pt x="804" y="519"/>
                    <a:pt x="803" y="519"/>
                  </a:cubicBezTo>
                  <a:cubicBezTo>
                    <a:pt x="808" y="522"/>
                    <a:pt x="802" y="525"/>
                    <a:pt x="799" y="527"/>
                  </a:cubicBezTo>
                  <a:cubicBezTo>
                    <a:pt x="796" y="530"/>
                    <a:pt x="793" y="525"/>
                    <a:pt x="789" y="527"/>
                  </a:cubicBezTo>
                  <a:cubicBezTo>
                    <a:pt x="791" y="528"/>
                    <a:pt x="795" y="532"/>
                    <a:pt x="795" y="532"/>
                  </a:cubicBezTo>
                  <a:cubicBezTo>
                    <a:pt x="797" y="531"/>
                    <a:pt x="799" y="530"/>
                    <a:pt x="802" y="531"/>
                  </a:cubicBezTo>
                  <a:cubicBezTo>
                    <a:pt x="801" y="534"/>
                    <a:pt x="799" y="537"/>
                    <a:pt x="797" y="538"/>
                  </a:cubicBezTo>
                  <a:cubicBezTo>
                    <a:pt x="798" y="538"/>
                    <a:pt x="800" y="538"/>
                    <a:pt x="801" y="538"/>
                  </a:cubicBezTo>
                  <a:cubicBezTo>
                    <a:pt x="799" y="543"/>
                    <a:pt x="804" y="547"/>
                    <a:pt x="808" y="548"/>
                  </a:cubicBezTo>
                  <a:cubicBezTo>
                    <a:pt x="808" y="549"/>
                    <a:pt x="808" y="549"/>
                    <a:pt x="807" y="549"/>
                  </a:cubicBezTo>
                  <a:cubicBezTo>
                    <a:pt x="813" y="552"/>
                    <a:pt x="818" y="555"/>
                    <a:pt x="823" y="551"/>
                  </a:cubicBezTo>
                  <a:cubicBezTo>
                    <a:pt x="824" y="552"/>
                    <a:pt x="824" y="553"/>
                    <a:pt x="824" y="554"/>
                  </a:cubicBezTo>
                  <a:cubicBezTo>
                    <a:pt x="825" y="554"/>
                    <a:pt x="827" y="553"/>
                    <a:pt x="827" y="553"/>
                  </a:cubicBezTo>
                  <a:cubicBezTo>
                    <a:pt x="824" y="548"/>
                    <a:pt x="831" y="542"/>
                    <a:pt x="833" y="538"/>
                  </a:cubicBezTo>
                  <a:cubicBezTo>
                    <a:pt x="838" y="540"/>
                    <a:pt x="835" y="544"/>
                    <a:pt x="834" y="547"/>
                  </a:cubicBezTo>
                  <a:cubicBezTo>
                    <a:pt x="837" y="545"/>
                    <a:pt x="842" y="550"/>
                    <a:pt x="839" y="551"/>
                  </a:cubicBezTo>
                  <a:cubicBezTo>
                    <a:pt x="836" y="553"/>
                    <a:pt x="832" y="555"/>
                    <a:pt x="828" y="554"/>
                  </a:cubicBezTo>
                  <a:cubicBezTo>
                    <a:pt x="829" y="555"/>
                    <a:pt x="829" y="556"/>
                    <a:pt x="830" y="557"/>
                  </a:cubicBezTo>
                  <a:cubicBezTo>
                    <a:pt x="826" y="559"/>
                    <a:pt x="821" y="561"/>
                    <a:pt x="816" y="563"/>
                  </a:cubicBezTo>
                  <a:cubicBezTo>
                    <a:pt x="814" y="564"/>
                    <a:pt x="812" y="564"/>
                    <a:pt x="811" y="565"/>
                  </a:cubicBezTo>
                  <a:cubicBezTo>
                    <a:pt x="809" y="567"/>
                    <a:pt x="808" y="563"/>
                    <a:pt x="807" y="564"/>
                  </a:cubicBezTo>
                  <a:cubicBezTo>
                    <a:pt x="804" y="567"/>
                    <a:pt x="801" y="572"/>
                    <a:pt x="797" y="575"/>
                  </a:cubicBezTo>
                  <a:cubicBezTo>
                    <a:pt x="795" y="577"/>
                    <a:pt x="793" y="574"/>
                    <a:pt x="791" y="574"/>
                  </a:cubicBezTo>
                  <a:cubicBezTo>
                    <a:pt x="786" y="567"/>
                    <a:pt x="798" y="561"/>
                    <a:pt x="802" y="558"/>
                  </a:cubicBezTo>
                  <a:cubicBezTo>
                    <a:pt x="805" y="556"/>
                    <a:pt x="804" y="558"/>
                    <a:pt x="805" y="559"/>
                  </a:cubicBezTo>
                  <a:cubicBezTo>
                    <a:pt x="808" y="562"/>
                    <a:pt x="809" y="558"/>
                    <a:pt x="812" y="556"/>
                  </a:cubicBezTo>
                  <a:cubicBezTo>
                    <a:pt x="809" y="556"/>
                    <a:pt x="805" y="555"/>
                    <a:pt x="802" y="557"/>
                  </a:cubicBezTo>
                  <a:cubicBezTo>
                    <a:pt x="802" y="555"/>
                    <a:pt x="803" y="553"/>
                    <a:pt x="804" y="552"/>
                  </a:cubicBezTo>
                  <a:cubicBezTo>
                    <a:pt x="801" y="551"/>
                    <a:pt x="796" y="556"/>
                    <a:pt x="793" y="558"/>
                  </a:cubicBezTo>
                  <a:cubicBezTo>
                    <a:pt x="791" y="559"/>
                    <a:pt x="791" y="556"/>
                    <a:pt x="789" y="559"/>
                  </a:cubicBezTo>
                  <a:cubicBezTo>
                    <a:pt x="788" y="560"/>
                    <a:pt x="785" y="559"/>
                    <a:pt x="783" y="559"/>
                  </a:cubicBezTo>
                  <a:cubicBezTo>
                    <a:pt x="786" y="567"/>
                    <a:pt x="773" y="564"/>
                    <a:pt x="771" y="568"/>
                  </a:cubicBezTo>
                  <a:cubicBezTo>
                    <a:pt x="771" y="567"/>
                    <a:pt x="770" y="566"/>
                    <a:pt x="770" y="566"/>
                  </a:cubicBezTo>
                  <a:cubicBezTo>
                    <a:pt x="768" y="570"/>
                    <a:pt x="766" y="570"/>
                    <a:pt x="762" y="572"/>
                  </a:cubicBezTo>
                  <a:cubicBezTo>
                    <a:pt x="759" y="573"/>
                    <a:pt x="759" y="575"/>
                    <a:pt x="758" y="577"/>
                  </a:cubicBezTo>
                  <a:cubicBezTo>
                    <a:pt x="757" y="582"/>
                    <a:pt x="749" y="595"/>
                    <a:pt x="759" y="594"/>
                  </a:cubicBezTo>
                  <a:cubicBezTo>
                    <a:pt x="759" y="593"/>
                    <a:pt x="759" y="593"/>
                    <a:pt x="759" y="592"/>
                  </a:cubicBezTo>
                  <a:cubicBezTo>
                    <a:pt x="759" y="593"/>
                    <a:pt x="760" y="594"/>
                    <a:pt x="761" y="594"/>
                  </a:cubicBezTo>
                  <a:cubicBezTo>
                    <a:pt x="758" y="597"/>
                    <a:pt x="754" y="595"/>
                    <a:pt x="751" y="594"/>
                  </a:cubicBezTo>
                  <a:cubicBezTo>
                    <a:pt x="750" y="594"/>
                    <a:pt x="750" y="598"/>
                    <a:pt x="748" y="598"/>
                  </a:cubicBezTo>
                  <a:cubicBezTo>
                    <a:pt x="740" y="599"/>
                    <a:pt x="737" y="599"/>
                    <a:pt x="731" y="604"/>
                  </a:cubicBezTo>
                  <a:cubicBezTo>
                    <a:pt x="735" y="603"/>
                    <a:pt x="739" y="601"/>
                    <a:pt x="743" y="600"/>
                  </a:cubicBezTo>
                  <a:cubicBezTo>
                    <a:pt x="743" y="601"/>
                    <a:pt x="742" y="601"/>
                    <a:pt x="742" y="601"/>
                  </a:cubicBezTo>
                  <a:cubicBezTo>
                    <a:pt x="743" y="601"/>
                    <a:pt x="744" y="602"/>
                    <a:pt x="746" y="601"/>
                  </a:cubicBezTo>
                  <a:cubicBezTo>
                    <a:pt x="743" y="603"/>
                    <a:pt x="740" y="605"/>
                    <a:pt x="737" y="605"/>
                  </a:cubicBezTo>
                  <a:cubicBezTo>
                    <a:pt x="734" y="605"/>
                    <a:pt x="729" y="604"/>
                    <a:pt x="728" y="607"/>
                  </a:cubicBezTo>
                  <a:cubicBezTo>
                    <a:pt x="734" y="608"/>
                    <a:pt x="725" y="621"/>
                    <a:pt x="722" y="623"/>
                  </a:cubicBezTo>
                  <a:cubicBezTo>
                    <a:pt x="724" y="620"/>
                    <a:pt x="719" y="618"/>
                    <a:pt x="718" y="615"/>
                  </a:cubicBezTo>
                  <a:cubicBezTo>
                    <a:pt x="718" y="619"/>
                    <a:pt x="723" y="624"/>
                    <a:pt x="721" y="628"/>
                  </a:cubicBezTo>
                  <a:cubicBezTo>
                    <a:pt x="719" y="632"/>
                    <a:pt x="716" y="636"/>
                    <a:pt x="715" y="640"/>
                  </a:cubicBezTo>
                  <a:cubicBezTo>
                    <a:pt x="714" y="640"/>
                    <a:pt x="714" y="640"/>
                    <a:pt x="714" y="640"/>
                  </a:cubicBezTo>
                  <a:cubicBezTo>
                    <a:pt x="714" y="637"/>
                    <a:pt x="716" y="635"/>
                    <a:pt x="717" y="632"/>
                  </a:cubicBezTo>
                  <a:cubicBezTo>
                    <a:pt x="715" y="631"/>
                    <a:pt x="716" y="627"/>
                    <a:pt x="712" y="628"/>
                  </a:cubicBezTo>
                  <a:cubicBezTo>
                    <a:pt x="713" y="626"/>
                    <a:pt x="713" y="623"/>
                    <a:pt x="714" y="620"/>
                  </a:cubicBezTo>
                  <a:cubicBezTo>
                    <a:pt x="714" y="620"/>
                    <a:pt x="716" y="615"/>
                    <a:pt x="714" y="617"/>
                  </a:cubicBezTo>
                  <a:cubicBezTo>
                    <a:pt x="708" y="621"/>
                    <a:pt x="710" y="624"/>
                    <a:pt x="711" y="631"/>
                  </a:cubicBezTo>
                  <a:cubicBezTo>
                    <a:pt x="710" y="629"/>
                    <a:pt x="708" y="628"/>
                    <a:pt x="706" y="628"/>
                  </a:cubicBezTo>
                  <a:cubicBezTo>
                    <a:pt x="707" y="630"/>
                    <a:pt x="711" y="631"/>
                    <a:pt x="712" y="633"/>
                  </a:cubicBezTo>
                  <a:cubicBezTo>
                    <a:pt x="713" y="634"/>
                    <a:pt x="711" y="639"/>
                    <a:pt x="711" y="641"/>
                  </a:cubicBezTo>
                  <a:cubicBezTo>
                    <a:pt x="712" y="644"/>
                    <a:pt x="716" y="642"/>
                    <a:pt x="715" y="647"/>
                  </a:cubicBezTo>
                  <a:cubicBezTo>
                    <a:pt x="714" y="651"/>
                    <a:pt x="712" y="650"/>
                    <a:pt x="708" y="652"/>
                  </a:cubicBezTo>
                  <a:cubicBezTo>
                    <a:pt x="711" y="652"/>
                    <a:pt x="716" y="651"/>
                    <a:pt x="716" y="655"/>
                  </a:cubicBezTo>
                  <a:cubicBezTo>
                    <a:pt x="715" y="657"/>
                    <a:pt x="709" y="657"/>
                    <a:pt x="708" y="657"/>
                  </a:cubicBezTo>
                  <a:cubicBezTo>
                    <a:pt x="709" y="658"/>
                    <a:pt x="709" y="658"/>
                    <a:pt x="710" y="659"/>
                  </a:cubicBezTo>
                  <a:cubicBezTo>
                    <a:pt x="709" y="659"/>
                    <a:pt x="708" y="660"/>
                    <a:pt x="707" y="660"/>
                  </a:cubicBezTo>
                  <a:cubicBezTo>
                    <a:pt x="708" y="664"/>
                    <a:pt x="710" y="661"/>
                    <a:pt x="712" y="662"/>
                  </a:cubicBezTo>
                  <a:cubicBezTo>
                    <a:pt x="711" y="663"/>
                    <a:pt x="709" y="664"/>
                    <a:pt x="707" y="665"/>
                  </a:cubicBezTo>
                  <a:cubicBezTo>
                    <a:pt x="706" y="665"/>
                    <a:pt x="704" y="663"/>
                    <a:pt x="703" y="664"/>
                  </a:cubicBezTo>
                  <a:cubicBezTo>
                    <a:pt x="701" y="665"/>
                    <a:pt x="699" y="670"/>
                    <a:pt x="698" y="672"/>
                  </a:cubicBezTo>
                  <a:cubicBezTo>
                    <a:pt x="697" y="673"/>
                    <a:pt x="693" y="673"/>
                    <a:pt x="692" y="675"/>
                  </a:cubicBezTo>
                  <a:cubicBezTo>
                    <a:pt x="690" y="677"/>
                    <a:pt x="688" y="680"/>
                    <a:pt x="686" y="681"/>
                  </a:cubicBezTo>
                  <a:cubicBezTo>
                    <a:pt x="678" y="686"/>
                    <a:pt x="677" y="688"/>
                    <a:pt x="673" y="696"/>
                  </a:cubicBezTo>
                  <a:cubicBezTo>
                    <a:pt x="671" y="701"/>
                    <a:pt x="672" y="708"/>
                    <a:pt x="674" y="712"/>
                  </a:cubicBezTo>
                  <a:cubicBezTo>
                    <a:pt x="677" y="719"/>
                    <a:pt x="679" y="725"/>
                    <a:pt x="682" y="733"/>
                  </a:cubicBezTo>
                  <a:cubicBezTo>
                    <a:pt x="683" y="737"/>
                    <a:pt x="684" y="747"/>
                    <a:pt x="681" y="750"/>
                  </a:cubicBezTo>
                  <a:cubicBezTo>
                    <a:pt x="679" y="752"/>
                    <a:pt x="677" y="755"/>
                    <a:pt x="675" y="752"/>
                  </a:cubicBezTo>
                  <a:cubicBezTo>
                    <a:pt x="674" y="750"/>
                    <a:pt x="669" y="746"/>
                    <a:pt x="669" y="746"/>
                  </a:cubicBezTo>
                  <a:cubicBezTo>
                    <a:pt x="668" y="742"/>
                    <a:pt x="667" y="740"/>
                    <a:pt x="666" y="737"/>
                  </a:cubicBezTo>
                  <a:cubicBezTo>
                    <a:pt x="664" y="734"/>
                    <a:pt x="663" y="733"/>
                    <a:pt x="664" y="729"/>
                  </a:cubicBezTo>
                  <a:cubicBezTo>
                    <a:pt x="663" y="729"/>
                    <a:pt x="662" y="730"/>
                    <a:pt x="662" y="730"/>
                  </a:cubicBezTo>
                  <a:cubicBezTo>
                    <a:pt x="661" y="726"/>
                    <a:pt x="665" y="719"/>
                    <a:pt x="660" y="716"/>
                  </a:cubicBezTo>
                  <a:cubicBezTo>
                    <a:pt x="656" y="713"/>
                    <a:pt x="654" y="707"/>
                    <a:pt x="649" y="709"/>
                  </a:cubicBezTo>
                  <a:cubicBezTo>
                    <a:pt x="646" y="710"/>
                    <a:pt x="644" y="712"/>
                    <a:pt x="641" y="710"/>
                  </a:cubicBezTo>
                  <a:cubicBezTo>
                    <a:pt x="639" y="709"/>
                    <a:pt x="636" y="706"/>
                    <a:pt x="634" y="705"/>
                  </a:cubicBezTo>
                  <a:cubicBezTo>
                    <a:pt x="629" y="704"/>
                    <a:pt x="622" y="710"/>
                    <a:pt x="621" y="702"/>
                  </a:cubicBezTo>
                  <a:cubicBezTo>
                    <a:pt x="620" y="709"/>
                    <a:pt x="606" y="704"/>
                    <a:pt x="602" y="707"/>
                  </a:cubicBezTo>
                  <a:cubicBezTo>
                    <a:pt x="605" y="708"/>
                    <a:pt x="616" y="709"/>
                    <a:pt x="608" y="713"/>
                  </a:cubicBezTo>
                  <a:cubicBezTo>
                    <a:pt x="608" y="713"/>
                    <a:pt x="613" y="715"/>
                    <a:pt x="613" y="716"/>
                  </a:cubicBezTo>
                  <a:cubicBezTo>
                    <a:pt x="614" y="718"/>
                    <a:pt x="612" y="719"/>
                    <a:pt x="610" y="718"/>
                  </a:cubicBezTo>
                  <a:cubicBezTo>
                    <a:pt x="611" y="716"/>
                    <a:pt x="607" y="714"/>
                    <a:pt x="605" y="713"/>
                  </a:cubicBezTo>
                  <a:cubicBezTo>
                    <a:pt x="605" y="715"/>
                    <a:pt x="604" y="716"/>
                    <a:pt x="604" y="718"/>
                  </a:cubicBezTo>
                  <a:cubicBezTo>
                    <a:pt x="602" y="713"/>
                    <a:pt x="601" y="718"/>
                    <a:pt x="598" y="716"/>
                  </a:cubicBezTo>
                  <a:cubicBezTo>
                    <a:pt x="595" y="713"/>
                    <a:pt x="593" y="711"/>
                    <a:pt x="589" y="712"/>
                  </a:cubicBezTo>
                  <a:cubicBezTo>
                    <a:pt x="587" y="713"/>
                    <a:pt x="584" y="711"/>
                    <a:pt x="582" y="710"/>
                  </a:cubicBezTo>
                  <a:cubicBezTo>
                    <a:pt x="578" y="709"/>
                    <a:pt x="572" y="713"/>
                    <a:pt x="568" y="715"/>
                  </a:cubicBezTo>
                  <a:cubicBezTo>
                    <a:pt x="562" y="717"/>
                    <a:pt x="547" y="728"/>
                    <a:pt x="547" y="737"/>
                  </a:cubicBezTo>
                  <a:cubicBezTo>
                    <a:pt x="547" y="740"/>
                    <a:pt x="550" y="743"/>
                    <a:pt x="551" y="746"/>
                  </a:cubicBezTo>
                  <a:cubicBezTo>
                    <a:pt x="551" y="747"/>
                    <a:pt x="549" y="750"/>
                    <a:pt x="549" y="752"/>
                  </a:cubicBezTo>
                  <a:cubicBezTo>
                    <a:pt x="547" y="757"/>
                    <a:pt x="545" y="762"/>
                    <a:pt x="545" y="767"/>
                  </a:cubicBezTo>
                  <a:cubicBezTo>
                    <a:pt x="545" y="780"/>
                    <a:pt x="547" y="789"/>
                    <a:pt x="554" y="800"/>
                  </a:cubicBezTo>
                  <a:cubicBezTo>
                    <a:pt x="558" y="807"/>
                    <a:pt x="560" y="811"/>
                    <a:pt x="567" y="813"/>
                  </a:cubicBezTo>
                  <a:cubicBezTo>
                    <a:pt x="568" y="813"/>
                    <a:pt x="570" y="817"/>
                    <a:pt x="572" y="817"/>
                  </a:cubicBezTo>
                  <a:cubicBezTo>
                    <a:pt x="574" y="815"/>
                    <a:pt x="577" y="814"/>
                    <a:pt x="580" y="813"/>
                  </a:cubicBezTo>
                  <a:cubicBezTo>
                    <a:pt x="583" y="812"/>
                    <a:pt x="585" y="812"/>
                    <a:pt x="588" y="812"/>
                  </a:cubicBezTo>
                  <a:cubicBezTo>
                    <a:pt x="590" y="811"/>
                    <a:pt x="591" y="814"/>
                    <a:pt x="592" y="814"/>
                  </a:cubicBezTo>
                  <a:cubicBezTo>
                    <a:pt x="593" y="813"/>
                    <a:pt x="595" y="813"/>
                    <a:pt x="596" y="812"/>
                  </a:cubicBezTo>
                  <a:cubicBezTo>
                    <a:pt x="597" y="811"/>
                    <a:pt x="595" y="810"/>
                    <a:pt x="596" y="809"/>
                  </a:cubicBezTo>
                  <a:cubicBezTo>
                    <a:pt x="598" y="807"/>
                    <a:pt x="600" y="806"/>
                    <a:pt x="600" y="802"/>
                  </a:cubicBezTo>
                  <a:cubicBezTo>
                    <a:pt x="602" y="797"/>
                    <a:pt x="602" y="791"/>
                    <a:pt x="607" y="788"/>
                  </a:cubicBezTo>
                  <a:cubicBezTo>
                    <a:pt x="610" y="787"/>
                    <a:pt x="618" y="785"/>
                    <a:pt x="620" y="786"/>
                  </a:cubicBezTo>
                  <a:cubicBezTo>
                    <a:pt x="623" y="786"/>
                    <a:pt x="633" y="784"/>
                    <a:pt x="630" y="791"/>
                  </a:cubicBezTo>
                  <a:cubicBezTo>
                    <a:pt x="629" y="794"/>
                    <a:pt x="625" y="802"/>
                    <a:pt x="623" y="803"/>
                  </a:cubicBezTo>
                  <a:cubicBezTo>
                    <a:pt x="624" y="803"/>
                    <a:pt x="623" y="804"/>
                    <a:pt x="626" y="804"/>
                  </a:cubicBezTo>
                  <a:cubicBezTo>
                    <a:pt x="625" y="805"/>
                    <a:pt x="624" y="806"/>
                    <a:pt x="623" y="806"/>
                  </a:cubicBezTo>
                  <a:cubicBezTo>
                    <a:pt x="624" y="807"/>
                    <a:pt x="624" y="807"/>
                    <a:pt x="624" y="807"/>
                  </a:cubicBezTo>
                  <a:cubicBezTo>
                    <a:pt x="624" y="807"/>
                    <a:pt x="624" y="806"/>
                    <a:pt x="625" y="806"/>
                  </a:cubicBezTo>
                  <a:cubicBezTo>
                    <a:pt x="624" y="809"/>
                    <a:pt x="623" y="813"/>
                    <a:pt x="622" y="816"/>
                  </a:cubicBezTo>
                  <a:cubicBezTo>
                    <a:pt x="621" y="815"/>
                    <a:pt x="620" y="813"/>
                    <a:pt x="621" y="810"/>
                  </a:cubicBezTo>
                  <a:cubicBezTo>
                    <a:pt x="620" y="811"/>
                    <a:pt x="619" y="813"/>
                    <a:pt x="618" y="814"/>
                  </a:cubicBezTo>
                  <a:cubicBezTo>
                    <a:pt x="623" y="814"/>
                    <a:pt x="618" y="823"/>
                    <a:pt x="619" y="826"/>
                  </a:cubicBezTo>
                  <a:cubicBezTo>
                    <a:pt x="620" y="829"/>
                    <a:pt x="616" y="834"/>
                    <a:pt x="614" y="836"/>
                  </a:cubicBezTo>
                  <a:cubicBezTo>
                    <a:pt x="620" y="838"/>
                    <a:pt x="626" y="836"/>
                    <a:pt x="633" y="837"/>
                  </a:cubicBezTo>
                  <a:cubicBezTo>
                    <a:pt x="635" y="838"/>
                    <a:pt x="637" y="835"/>
                    <a:pt x="640" y="836"/>
                  </a:cubicBezTo>
                  <a:cubicBezTo>
                    <a:pt x="643" y="836"/>
                    <a:pt x="647" y="836"/>
                    <a:pt x="650" y="837"/>
                  </a:cubicBezTo>
                  <a:cubicBezTo>
                    <a:pt x="655" y="840"/>
                    <a:pt x="659" y="844"/>
                    <a:pt x="658" y="850"/>
                  </a:cubicBezTo>
                  <a:cubicBezTo>
                    <a:pt x="657" y="855"/>
                    <a:pt x="657" y="859"/>
                    <a:pt x="656" y="863"/>
                  </a:cubicBezTo>
                  <a:cubicBezTo>
                    <a:pt x="656" y="866"/>
                    <a:pt x="654" y="868"/>
                    <a:pt x="653" y="870"/>
                  </a:cubicBezTo>
                  <a:cubicBezTo>
                    <a:pt x="652" y="882"/>
                    <a:pt x="666" y="901"/>
                    <a:pt x="676" y="897"/>
                  </a:cubicBezTo>
                  <a:cubicBezTo>
                    <a:pt x="683" y="894"/>
                    <a:pt x="686" y="891"/>
                    <a:pt x="693" y="893"/>
                  </a:cubicBezTo>
                  <a:cubicBezTo>
                    <a:pt x="700" y="895"/>
                    <a:pt x="702" y="899"/>
                    <a:pt x="707" y="904"/>
                  </a:cubicBezTo>
                  <a:cubicBezTo>
                    <a:pt x="707" y="896"/>
                    <a:pt x="717" y="885"/>
                    <a:pt x="721" y="878"/>
                  </a:cubicBezTo>
                  <a:cubicBezTo>
                    <a:pt x="722" y="876"/>
                    <a:pt x="730" y="875"/>
                    <a:pt x="732" y="874"/>
                  </a:cubicBezTo>
                  <a:cubicBezTo>
                    <a:pt x="738" y="872"/>
                    <a:pt x="743" y="870"/>
                    <a:pt x="749" y="868"/>
                  </a:cubicBezTo>
                  <a:cubicBezTo>
                    <a:pt x="754" y="866"/>
                    <a:pt x="763" y="871"/>
                    <a:pt x="768" y="872"/>
                  </a:cubicBezTo>
                  <a:cubicBezTo>
                    <a:pt x="781" y="875"/>
                    <a:pt x="794" y="878"/>
                    <a:pt x="808" y="881"/>
                  </a:cubicBezTo>
                  <a:cubicBezTo>
                    <a:pt x="815" y="883"/>
                    <a:pt x="822" y="883"/>
                    <a:pt x="828" y="888"/>
                  </a:cubicBezTo>
                  <a:cubicBezTo>
                    <a:pt x="838" y="898"/>
                    <a:pt x="848" y="908"/>
                    <a:pt x="858" y="918"/>
                  </a:cubicBezTo>
                  <a:cubicBezTo>
                    <a:pt x="865" y="924"/>
                    <a:pt x="879" y="924"/>
                    <a:pt x="887" y="926"/>
                  </a:cubicBezTo>
                  <a:cubicBezTo>
                    <a:pt x="895" y="928"/>
                    <a:pt x="901" y="941"/>
                    <a:pt x="906" y="947"/>
                  </a:cubicBezTo>
                  <a:cubicBezTo>
                    <a:pt x="911" y="954"/>
                    <a:pt x="916" y="960"/>
                    <a:pt x="921" y="967"/>
                  </a:cubicBezTo>
                  <a:cubicBezTo>
                    <a:pt x="922" y="968"/>
                    <a:pt x="925" y="974"/>
                    <a:pt x="927" y="974"/>
                  </a:cubicBezTo>
                  <a:cubicBezTo>
                    <a:pt x="937" y="978"/>
                    <a:pt x="948" y="982"/>
                    <a:pt x="958" y="986"/>
                  </a:cubicBezTo>
                  <a:cubicBezTo>
                    <a:pt x="969" y="990"/>
                    <a:pt x="980" y="993"/>
                    <a:pt x="990" y="997"/>
                  </a:cubicBezTo>
                  <a:cubicBezTo>
                    <a:pt x="999" y="1000"/>
                    <a:pt x="1008" y="1010"/>
                    <a:pt x="1016" y="1016"/>
                  </a:cubicBezTo>
                  <a:cubicBezTo>
                    <a:pt x="1017" y="1016"/>
                    <a:pt x="1027" y="1016"/>
                    <a:pt x="1027" y="1017"/>
                  </a:cubicBezTo>
                  <a:cubicBezTo>
                    <a:pt x="1029" y="1022"/>
                    <a:pt x="1030" y="1027"/>
                    <a:pt x="1031" y="1031"/>
                  </a:cubicBezTo>
                  <a:close/>
                  <a:moveTo>
                    <a:pt x="690" y="580"/>
                  </a:moveTo>
                  <a:cubicBezTo>
                    <a:pt x="690" y="583"/>
                    <a:pt x="680" y="586"/>
                    <a:pt x="677" y="585"/>
                  </a:cubicBezTo>
                  <a:cubicBezTo>
                    <a:pt x="672" y="585"/>
                    <a:pt x="671" y="585"/>
                    <a:pt x="668" y="589"/>
                  </a:cubicBezTo>
                  <a:cubicBezTo>
                    <a:pt x="665" y="591"/>
                    <a:pt x="664" y="593"/>
                    <a:pt x="660" y="592"/>
                  </a:cubicBezTo>
                  <a:cubicBezTo>
                    <a:pt x="661" y="589"/>
                    <a:pt x="663" y="588"/>
                    <a:pt x="665" y="587"/>
                  </a:cubicBezTo>
                  <a:cubicBezTo>
                    <a:pt x="664" y="585"/>
                    <a:pt x="663" y="587"/>
                    <a:pt x="663" y="584"/>
                  </a:cubicBezTo>
                  <a:cubicBezTo>
                    <a:pt x="660" y="588"/>
                    <a:pt x="658" y="590"/>
                    <a:pt x="656" y="594"/>
                  </a:cubicBezTo>
                  <a:cubicBezTo>
                    <a:pt x="658" y="595"/>
                    <a:pt x="660" y="595"/>
                    <a:pt x="661" y="596"/>
                  </a:cubicBezTo>
                  <a:cubicBezTo>
                    <a:pt x="661" y="596"/>
                    <a:pt x="661" y="597"/>
                    <a:pt x="660" y="597"/>
                  </a:cubicBezTo>
                  <a:cubicBezTo>
                    <a:pt x="667" y="598"/>
                    <a:pt x="670" y="595"/>
                    <a:pt x="676" y="592"/>
                  </a:cubicBezTo>
                  <a:cubicBezTo>
                    <a:pt x="682" y="590"/>
                    <a:pt x="686" y="587"/>
                    <a:pt x="692" y="583"/>
                  </a:cubicBezTo>
                  <a:cubicBezTo>
                    <a:pt x="692" y="582"/>
                    <a:pt x="692" y="581"/>
                    <a:pt x="690" y="580"/>
                  </a:cubicBezTo>
                  <a:close/>
                  <a:moveTo>
                    <a:pt x="700" y="577"/>
                  </a:moveTo>
                  <a:cubicBezTo>
                    <a:pt x="705" y="583"/>
                    <a:pt x="717" y="573"/>
                    <a:pt x="711" y="570"/>
                  </a:cubicBezTo>
                  <a:cubicBezTo>
                    <a:pt x="712" y="569"/>
                    <a:pt x="714" y="567"/>
                    <a:pt x="716" y="566"/>
                  </a:cubicBezTo>
                  <a:cubicBezTo>
                    <a:pt x="712" y="567"/>
                    <a:pt x="705" y="573"/>
                    <a:pt x="703" y="571"/>
                  </a:cubicBezTo>
                  <a:cubicBezTo>
                    <a:pt x="699" y="570"/>
                    <a:pt x="693" y="572"/>
                    <a:pt x="689" y="573"/>
                  </a:cubicBezTo>
                  <a:cubicBezTo>
                    <a:pt x="679" y="585"/>
                    <a:pt x="696" y="574"/>
                    <a:pt x="700" y="577"/>
                  </a:cubicBezTo>
                  <a:close/>
                  <a:moveTo>
                    <a:pt x="590" y="541"/>
                  </a:moveTo>
                  <a:cubicBezTo>
                    <a:pt x="593" y="543"/>
                    <a:pt x="596" y="541"/>
                    <a:pt x="599" y="540"/>
                  </a:cubicBezTo>
                  <a:cubicBezTo>
                    <a:pt x="599" y="540"/>
                    <a:pt x="599" y="541"/>
                    <a:pt x="599" y="542"/>
                  </a:cubicBezTo>
                  <a:cubicBezTo>
                    <a:pt x="606" y="546"/>
                    <a:pt x="617" y="530"/>
                    <a:pt x="623" y="535"/>
                  </a:cubicBezTo>
                  <a:cubicBezTo>
                    <a:pt x="620" y="535"/>
                    <a:pt x="618" y="538"/>
                    <a:pt x="617" y="541"/>
                  </a:cubicBezTo>
                  <a:cubicBezTo>
                    <a:pt x="620" y="540"/>
                    <a:pt x="622" y="539"/>
                    <a:pt x="624" y="542"/>
                  </a:cubicBezTo>
                  <a:cubicBezTo>
                    <a:pt x="626" y="545"/>
                    <a:pt x="628" y="543"/>
                    <a:pt x="630" y="545"/>
                  </a:cubicBezTo>
                  <a:cubicBezTo>
                    <a:pt x="631" y="545"/>
                    <a:pt x="643" y="541"/>
                    <a:pt x="644" y="541"/>
                  </a:cubicBezTo>
                  <a:cubicBezTo>
                    <a:pt x="643" y="545"/>
                    <a:pt x="647" y="544"/>
                    <a:pt x="649" y="545"/>
                  </a:cubicBezTo>
                  <a:cubicBezTo>
                    <a:pt x="650" y="545"/>
                    <a:pt x="651" y="548"/>
                    <a:pt x="653" y="550"/>
                  </a:cubicBezTo>
                  <a:cubicBezTo>
                    <a:pt x="650" y="549"/>
                    <a:pt x="647" y="548"/>
                    <a:pt x="646" y="551"/>
                  </a:cubicBezTo>
                  <a:cubicBezTo>
                    <a:pt x="642" y="547"/>
                    <a:pt x="634" y="549"/>
                    <a:pt x="632" y="554"/>
                  </a:cubicBezTo>
                  <a:cubicBezTo>
                    <a:pt x="631" y="553"/>
                    <a:pt x="631" y="553"/>
                    <a:pt x="631" y="553"/>
                  </a:cubicBezTo>
                  <a:cubicBezTo>
                    <a:pt x="631" y="552"/>
                    <a:pt x="632" y="552"/>
                    <a:pt x="632" y="551"/>
                  </a:cubicBezTo>
                  <a:cubicBezTo>
                    <a:pt x="631" y="552"/>
                    <a:pt x="630" y="552"/>
                    <a:pt x="629" y="553"/>
                  </a:cubicBezTo>
                  <a:cubicBezTo>
                    <a:pt x="629" y="552"/>
                    <a:pt x="629" y="551"/>
                    <a:pt x="629" y="551"/>
                  </a:cubicBezTo>
                  <a:cubicBezTo>
                    <a:pt x="626" y="553"/>
                    <a:pt x="622" y="561"/>
                    <a:pt x="621" y="564"/>
                  </a:cubicBezTo>
                  <a:cubicBezTo>
                    <a:pt x="624" y="565"/>
                    <a:pt x="625" y="559"/>
                    <a:pt x="628" y="557"/>
                  </a:cubicBezTo>
                  <a:cubicBezTo>
                    <a:pt x="628" y="560"/>
                    <a:pt x="626" y="565"/>
                    <a:pt x="625" y="568"/>
                  </a:cubicBezTo>
                  <a:cubicBezTo>
                    <a:pt x="624" y="572"/>
                    <a:pt x="622" y="576"/>
                    <a:pt x="622" y="580"/>
                  </a:cubicBezTo>
                  <a:cubicBezTo>
                    <a:pt x="622" y="587"/>
                    <a:pt x="626" y="604"/>
                    <a:pt x="632" y="590"/>
                  </a:cubicBezTo>
                  <a:cubicBezTo>
                    <a:pt x="636" y="584"/>
                    <a:pt x="634" y="579"/>
                    <a:pt x="633" y="572"/>
                  </a:cubicBezTo>
                  <a:cubicBezTo>
                    <a:pt x="632" y="564"/>
                    <a:pt x="637" y="563"/>
                    <a:pt x="640" y="558"/>
                  </a:cubicBezTo>
                  <a:cubicBezTo>
                    <a:pt x="639" y="560"/>
                    <a:pt x="640" y="561"/>
                    <a:pt x="639" y="562"/>
                  </a:cubicBezTo>
                  <a:cubicBezTo>
                    <a:pt x="642" y="560"/>
                    <a:pt x="641" y="556"/>
                    <a:pt x="645" y="556"/>
                  </a:cubicBezTo>
                  <a:cubicBezTo>
                    <a:pt x="641" y="551"/>
                    <a:pt x="649" y="552"/>
                    <a:pt x="651" y="554"/>
                  </a:cubicBezTo>
                  <a:cubicBezTo>
                    <a:pt x="653" y="557"/>
                    <a:pt x="657" y="556"/>
                    <a:pt x="658" y="560"/>
                  </a:cubicBezTo>
                  <a:cubicBezTo>
                    <a:pt x="657" y="560"/>
                    <a:pt x="657" y="560"/>
                    <a:pt x="656" y="560"/>
                  </a:cubicBezTo>
                  <a:cubicBezTo>
                    <a:pt x="658" y="562"/>
                    <a:pt x="658" y="566"/>
                    <a:pt x="656" y="568"/>
                  </a:cubicBezTo>
                  <a:cubicBezTo>
                    <a:pt x="655" y="568"/>
                    <a:pt x="652" y="572"/>
                    <a:pt x="652" y="573"/>
                  </a:cubicBezTo>
                  <a:cubicBezTo>
                    <a:pt x="653" y="576"/>
                    <a:pt x="659" y="570"/>
                    <a:pt x="660" y="570"/>
                  </a:cubicBezTo>
                  <a:cubicBezTo>
                    <a:pt x="664" y="571"/>
                    <a:pt x="664" y="579"/>
                    <a:pt x="664" y="581"/>
                  </a:cubicBezTo>
                  <a:cubicBezTo>
                    <a:pt x="666" y="579"/>
                    <a:pt x="668" y="577"/>
                    <a:pt x="670" y="575"/>
                  </a:cubicBezTo>
                  <a:cubicBezTo>
                    <a:pt x="671" y="574"/>
                    <a:pt x="670" y="571"/>
                    <a:pt x="670" y="569"/>
                  </a:cubicBezTo>
                  <a:cubicBezTo>
                    <a:pt x="671" y="565"/>
                    <a:pt x="675" y="561"/>
                    <a:pt x="670" y="558"/>
                  </a:cubicBezTo>
                  <a:cubicBezTo>
                    <a:pt x="674" y="556"/>
                    <a:pt x="672" y="561"/>
                    <a:pt x="675" y="561"/>
                  </a:cubicBezTo>
                  <a:cubicBezTo>
                    <a:pt x="675" y="562"/>
                    <a:pt x="675" y="562"/>
                    <a:pt x="674" y="563"/>
                  </a:cubicBezTo>
                  <a:cubicBezTo>
                    <a:pt x="675" y="564"/>
                    <a:pt x="675" y="563"/>
                    <a:pt x="676" y="564"/>
                  </a:cubicBezTo>
                  <a:cubicBezTo>
                    <a:pt x="677" y="563"/>
                    <a:pt x="681" y="565"/>
                    <a:pt x="683" y="565"/>
                  </a:cubicBezTo>
                  <a:cubicBezTo>
                    <a:pt x="683" y="564"/>
                    <a:pt x="682" y="561"/>
                    <a:pt x="686" y="563"/>
                  </a:cubicBezTo>
                  <a:cubicBezTo>
                    <a:pt x="682" y="559"/>
                    <a:pt x="682" y="551"/>
                    <a:pt x="676" y="550"/>
                  </a:cubicBezTo>
                  <a:cubicBezTo>
                    <a:pt x="671" y="549"/>
                    <a:pt x="665" y="549"/>
                    <a:pt x="660" y="548"/>
                  </a:cubicBezTo>
                  <a:cubicBezTo>
                    <a:pt x="658" y="547"/>
                    <a:pt x="647" y="544"/>
                    <a:pt x="648" y="543"/>
                  </a:cubicBezTo>
                  <a:cubicBezTo>
                    <a:pt x="649" y="541"/>
                    <a:pt x="648" y="540"/>
                    <a:pt x="647" y="539"/>
                  </a:cubicBezTo>
                  <a:cubicBezTo>
                    <a:pt x="646" y="538"/>
                    <a:pt x="648" y="537"/>
                    <a:pt x="647" y="536"/>
                  </a:cubicBezTo>
                  <a:cubicBezTo>
                    <a:pt x="646" y="532"/>
                    <a:pt x="643" y="534"/>
                    <a:pt x="645" y="528"/>
                  </a:cubicBezTo>
                  <a:cubicBezTo>
                    <a:pt x="637" y="530"/>
                    <a:pt x="637" y="526"/>
                    <a:pt x="634" y="520"/>
                  </a:cubicBezTo>
                  <a:cubicBezTo>
                    <a:pt x="631" y="517"/>
                    <a:pt x="629" y="521"/>
                    <a:pt x="627" y="520"/>
                  </a:cubicBezTo>
                  <a:cubicBezTo>
                    <a:pt x="624" y="519"/>
                    <a:pt x="622" y="517"/>
                    <a:pt x="619" y="517"/>
                  </a:cubicBezTo>
                  <a:cubicBezTo>
                    <a:pt x="622" y="520"/>
                    <a:pt x="619" y="521"/>
                    <a:pt x="617" y="523"/>
                  </a:cubicBezTo>
                  <a:cubicBezTo>
                    <a:pt x="618" y="522"/>
                    <a:pt x="618" y="521"/>
                    <a:pt x="618" y="519"/>
                  </a:cubicBezTo>
                  <a:cubicBezTo>
                    <a:pt x="616" y="520"/>
                    <a:pt x="616" y="523"/>
                    <a:pt x="614" y="524"/>
                  </a:cubicBezTo>
                  <a:cubicBezTo>
                    <a:pt x="614" y="523"/>
                    <a:pt x="614" y="522"/>
                    <a:pt x="615" y="521"/>
                  </a:cubicBezTo>
                  <a:cubicBezTo>
                    <a:pt x="611" y="522"/>
                    <a:pt x="612" y="526"/>
                    <a:pt x="610" y="527"/>
                  </a:cubicBezTo>
                  <a:cubicBezTo>
                    <a:pt x="606" y="529"/>
                    <a:pt x="603" y="530"/>
                    <a:pt x="599" y="532"/>
                  </a:cubicBezTo>
                  <a:cubicBezTo>
                    <a:pt x="596" y="535"/>
                    <a:pt x="593" y="538"/>
                    <a:pt x="590" y="541"/>
                  </a:cubicBezTo>
                  <a:close/>
                  <a:moveTo>
                    <a:pt x="392" y="300"/>
                  </a:moveTo>
                  <a:cubicBezTo>
                    <a:pt x="391" y="300"/>
                    <a:pt x="390" y="299"/>
                    <a:pt x="389" y="299"/>
                  </a:cubicBezTo>
                  <a:cubicBezTo>
                    <a:pt x="390" y="299"/>
                    <a:pt x="390" y="298"/>
                    <a:pt x="391" y="297"/>
                  </a:cubicBezTo>
                  <a:cubicBezTo>
                    <a:pt x="388" y="296"/>
                    <a:pt x="385" y="301"/>
                    <a:pt x="382" y="301"/>
                  </a:cubicBezTo>
                  <a:cubicBezTo>
                    <a:pt x="377" y="302"/>
                    <a:pt x="375" y="303"/>
                    <a:pt x="370" y="301"/>
                  </a:cubicBezTo>
                  <a:cubicBezTo>
                    <a:pt x="372" y="297"/>
                    <a:pt x="377" y="296"/>
                    <a:pt x="381" y="294"/>
                  </a:cubicBezTo>
                  <a:cubicBezTo>
                    <a:pt x="374" y="292"/>
                    <a:pt x="372" y="291"/>
                    <a:pt x="366" y="294"/>
                  </a:cubicBezTo>
                  <a:cubicBezTo>
                    <a:pt x="362" y="295"/>
                    <a:pt x="358" y="297"/>
                    <a:pt x="354" y="298"/>
                  </a:cubicBezTo>
                  <a:cubicBezTo>
                    <a:pt x="349" y="299"/>
                    <a:pt x="345" y="300"/>
                    <a:pt x="340" y="301"/>
                  </a:cubicBezTo>
                  <a:cubicBezTo>
                    <a:pt x="338" y="302"/>
                    <a:pt x="328" y="303"/>
                    <a:pt x="335" y="307"/>
                  </a:cubicBezTo>
                  <a:cubicBezTo>
                    <a:pt x="336" y="307"/>
                    <a:pt x="337" y="306"/>
                    <a:pt x="337" y="306"/>
                  </a:cubicBezTo>
                  <a:cubicBezTo>
                    <a:pt x="337" y="305"/>
                    <a:pt x="337" y="305"/>
                    <a:pt x="337" y="304"/>
                  </a:cubicBezTo>
                  <a:cubicBezTo>
                    <a:pt x="339" y="303"/>
                    <a:pt x="347" y="303"/>
                    <a:pt x="350" y="304"/>
                  </a:cubicBezTo>
                  <a:cubicBezTo>
                    <a:pt x="350" y="303"/>
                    <a:pt x="350" y="303"/>
                    <a:pt x="349" y="303"/>
                  </a:cubicBezTo>
                  <a:cubicBezTo>
                    <a:pt x="354" y="302"/>
                    <a:pt x="359" y="303"/>
                    <a:pt x="363" y="305"/>
                  </a:cubicBezTo>
                  <a:cubicBezTo>
                    <a:pt x="361" y="309"/>
                    <a:pt x="355" y="306"/>
                    <a:pt x="351" y="307"/>
                  </a:cubicBezTo>
                  <a:cubicBezTo>
                    <a:pt x="353" y="308"/>
                    <a:pt x="354" y="309"/>
                    <a:pt x="355" y="311"/>
                  </a:cubicBezTo>
                  <a:cubicBezTo>
                    <a:pt x="353" y="311"/>
                    <a:pt x="352" y="312"/>
                    <a:pt x="350" y="313"/>
                  </a:cubicBezTo>
                  <a:cubicBezTo>
                    <a:pt x="353" y="317"/>
                    <a:pt x="348" y="317"/>
                    <a:pt x="346" y="318"/>
                  </a:cubicBezTo>
                  <a:cubicBezTo>
                    <a:pt x="349" y="320"/>
                    <a:pt x="353" y="319"/>
                    <a:pt x="356" y="320"/>
                  </a:cubicBezTo>
                  <a:cubicBezTo>
                    <a:pt x="358" y="321"/>
                    <a:pt x="361" y="315"/>
                    <a:pt x="363" y="314"/>
                  </a:cubicBezTo>
                  <a:cubicBezTo>
                    <a:pt x="367" y="312"/>
                    <a:pt x="373" y="313"/>
                    <a:pt x="368" y="317"/>
                  </a:cubicBezTo>
                  <a:cubicBezTo>
                    <a:pt x="366" y="318"/>
                    <a:pt x="366" y="320"/>
                    <a:pt x="365" y="320"/>
                  </a:cubicBezTo>
                  <a:cubicBezTo>
                    <a:pt x="364" y="321"/>
                    <a:pt x="362" y="321"/>
                    <a:pt x="361" y="322"/>
                  </a:cubicBezTo>
                  <a:cubicBezTo>
                    <a:pt x="366" y="326"/>
                    <a:pt x="371" y="314"/>
                    <a:pt x="377" y="316"/>
                  </a:cubicBezTo>
                  <a:cubicBezTo>
                    <a:pt x="376" y="314"/>
                    <a:pt x="375" y="312"/>
                    <a:pt x="373" y="312"/>
                  </a:cubicBezTo>
                  <a:cubicBezTo>
                    <a:pt x="378" y="307"/>
                    <a:pt x="387" y="314"/>
                    <a:pt x="390" y="309"/>
                  </a:cubicBezTo>
                  <a:cubicBezTo>
                    <a:pt x="389" y="309"/>
                    <a:pt x="388" y="309"/>
                    <a:pt x="387" y="309"/>
                  </a:cubicBezTo>
                  <a:cubicBezTo>
                    <a:pt x="387" y="305"/>
                    <a:pt x="389" y="307"/>
                    <a:pt x="390" y="305"/>
                  </a:cubicBezTo>
                  <a:cubicBezTo>
                    <a:pt x="391" y="304"/>
                    <a:pt x="391" y="302"/>
                    <a:pt x="392" y="300"/>
                  </a:cubicBezTo>
                  <a:close/>
                  <a:moveTo>
                    <a:pt x="459" y="350"/>
                  </a:moveTo>
                  <a:cubicBezTo>
                    <a:pt x="453" y="348"/>
                    <a:pt x="445" y="347"/>
                    <a:pt x="440" y="351"/>
                  </a:cubicBezTo>
                  <a:cubicBezTo>
                    <a:pt x="438" y="352"/>
                    <a:pt x="437" y="355"/>
                    <a:pt x="436" y="356"/>
                  </a:cubicBezTo>
                  <a:cubicBezTo>
                    <a:pt x="433" y="359"/>
                    <a:pt x="432" y="360"/>
                    <a:pt x="428" y="360"/>
                  </a:cubicBezTo>
                  <a:cubicBezTo>
                    <a:pt x="425" y="361"/>
                    <a:pt x="419" y="360"/>
                    <a:pt x="418" y="356"/>
                  </a:cubicBezTo>
                  <a:cubicBezTo>
                    <a:pt x="417" y="355"/>
                    <a:pt x="411" y="356"/>
                    <a:pt x="410" y="353"/>
                  </a:cubicBezTo>
                  <a:cubicBezTo>
                    <a:pt x="409" y="353"/>
                    <a:pt x="404" y="350"/>
                    <a:pt x="403" y="351"/>
                  </a:cubicBezTo>
                  <a:cubicBezTo>
                    <a:pt x="402" y="352"/>
                    <a:pt x="409" y="355"/>
                    <a:pt x="410" y="355"/>
                  </a:cubicBezTo>
                  <a:cubicBezTo>
                    <a:pt x="408" y="359"/>
                    <a:pt x="418" y="363"/>
                    <a:pt x="412" y="364"/>
                  </a:cubicBezTo>
                  <a:cubicBezTo>
                    <a:pt x="410" y="365"/>
                    <a:pt x="408" y="363"/>
                    <a:pt x="407" y="365"/>
                  </a:cubicBezTo>
                  <a:cubicBezTo>
                    <a:pt x="405" y="367"/>
                    <a:pt x="406" y="368"/>
                    <a:pt x="404" y="369"/>
                  </a:cubicBezTo>
                  <a:cubicBezTo>
                    <a:pt x="404" y="369"/>
                    <a:pt x="404" y="370"/>
                    <a:pt x="405" y="370"/>
                  </a:cubicBezTo>
                  <a:cubicBezTo>
                    <a:pt x="403" y="372"/>
                    <a:pt x="400" y="370"/>
                    <a:pt x="398" y="370"/>
                  </a:cubicBezTo>
                  <a:cubicBezTo>
                    <a:pt x="398" y="370"/>
                    <a:pt x="398" y="371"/>
                    <a:pt x="398" y="371"/>
                  </a:cubicBezTo>
                  <a:cubicBezTo>
                    <a:pt x="396" y="371"/>
                    <a:pt x="394" y="370"/>
                    <a:pt x="391" y="370"/>
                  </a:cubicBezTo>
                  <a:cubicBezTo>
                    <a:pt x="394" y="374"/>
                    <a:pt x="403" y="375"/>
                    <a:pt x="408" y="376"/>
                  </a:cubicBezTo>
                  <a:cubicBezTo>
                    <a:pt x="411" y="377"/>
                    <a:pt x="423" y="375"/>
                    <a:pt x="421" y="371"/>
                  </a:cubicBezTo>
                  <a:cubicBezTo>
                    <a:pt x="425" y="367"/>
                    <a:pt x="428" y="369"/>
                    <a:pt x="432" y="367"/>
                  </a:cubicBezTo>
                  <a:cubicBezTo>
                    <a:pt x="434" y="365"/>
                    <a:pt x="437" y="362"/>
                    <a:pt x="439" y="360"/>
                  </a:cubicBezTo>
                  <a:cubicBezTo>
                    <a:pt x="438" y="360"/>
                    <a:pt x="438" y="360"/>
                    <a:pt x="437" y="360"/>
                  </a:cubicBezTo>
                  <a:cubicBezTo>
                    <a:pt x="440" y="358"/>
                    <a:pt x="441" y="356"/>
                    <a:pt x="445" y="356"/>
                  </a:cubicBezTo>
                  <a:cubicBezTo>
                    <a:pt x="447" y="355"/>
                    <a:pt x="449" y="356"/>
                    <a:pt x="451" y="353"/>
                  </a:cubicBezTo>
                  <a:cubicBezTo>
                    <a:pt x="449" y="354"/>
                    <a:pt x="449" y="354"/>
                    <a:pt x="447" y="354"/>
                  </a:cubicBezTo>
                  <a:cubicBezTo>
                    <a:pt x="449" y="353"/>
                    <a:pt x="451" y="353"/>
                    <a:pt x="453" y="352"/>
                  </a:cubicBezTo>
                  <a:cubicBezTo>
                    <a:pt x="451" y="352"/>
                    <a:pt x="449" y="352"/>
                    <a:pt x="448" y="351"/>
                  </a:cubicBezTo>
                  <a:cubicBezTo>
                    <a:pt x="449" y="351"/>
                    <a:pt x="450" y="351"/>
                    <a:pt x="452" y="351"/>
                  </a:cubicBezTo>
                  <a:cubicBezTo>
                    <a:pt x="447" y="349"/>
                    <a:pt x="442" y="353"/>
                    <a:pt x="437" y="356"/>
                  </a:cubicBezTo>
                  <a:cubicBezTo>
                    <a:pt x="439" y="350"/>
                    <a:pt x="455" y="346"/>
                    <a:pt x="456" y="353"/>
                  </a:cubicBezTo>
                  <a:cubicBezTo>
                    <a:pt x="457" y="353"/>
                    <a:pt x="458" y="351"/>
                    <a:pt x="459" y="350"/>
                  </a:cubicBezTo>
                  <a:close/>
                  <a:moveTo>
                    <a:pt x="545" y="485"/>
                  </a:moveTo>
                  <a:cubicBezTo>
                    <a:pt x="546" y="482"/>
                    <a:pt x="545" y="483"/>
                    <a:pt x="547" y="482"/>
                  </a:cubicBezTo>
                  <a:cubicBezTo>
                    <a:pt x="547" y="483"/>
                    <a:pt x="547" y="484"/>
                    <a:pt x="547" y="484"/>
                  </a:cubicBezTo>
                  <a:cubicBezTo>
                    <a:pt x="547" y="484"/>
                    <a:pt x="547" y="484"/>
                    <a:pt x="548" y="483"/>
                  </a:cubicBezTo>
                  <a:cubicBezTo>
                    <a:pt x="550" y="484"/>
                    <a:pt x="549" y="487"/>
                    <a:pt x="549" y="490"/>
                  </a:cubicBezTo>
                  <a:cubicBezTo>
                    <a:pt x="550" y="488"/>
                    <a:pt x="551" y="487"/>
                    <a:pt x="553" y="487"/>
                  </a:cubicBezTo>
                  <a:cubicBezTo>
                    <a:pt x="554" y="488"/>
                    <a:pt x="552" y="491"/>
                    <a:pt x="551" y="493"/>
                  </a:cubicBezTo>
                  <a:cubicBezTo>
                    <a:pt x="553" y="492"/>
                    <a:pt x="553" y="492"/>
                    <a:pt x="554" y="491"/>
                  </a:cubicBezTo>
                  <a:cubicBezTo>
                    <a:pt x="551" y="493"/>
                    <a:pt x="551" y="497"/>
                    <a:pt x="552" y="501"/>
                  </a:cubicBezTo>
                  <a:cubicBezTo>
                    <a:pt x="553" y="504"/>
                    <a:pt x="555" y="500"/>
                    <a:pt x="555" y="498"/>
                  </a:cubicBezTo>
                  <a:cubicBezTo>
                    <a:pt x="555" y="499"/>
                    <a:pt x="556" y="499"/>
                    <a:pt x="557" y="499"/>
                  </a:cubicBezTo>
                  <a:cubicBezTo>
                    <a:pt x="555" y="496"/>
                    <a:pt x="558" y="493"/>
                    <a:pt x="556" y="491"/>
                  </a:cubicBezTo>
                  <a:cubicBezTo>
                    <a:pt x="554" y="489"/>
                    <a:pt x="552" y="484"/>
                    <a:pt x="551" y="482"/>
                  </a:cubicBezTo>
                  <a:cubicBezTo>
                    <a:pt x="550" y="478"/>
                    <a:pt x="542" y="461"/>
                    <a:pt x="546" y="459"/>
                  </a:cubicBezTo>
                  <a:cubicBezTo>
                    <a:pt x="545" y="459"/>
                    <a:pt x="545" y="459"/>
                    <a:pt x="545" y="459"/>
                  </a:cubicBezTo>
                  <a:cubicBezTo>
                    <a:pt x="544" y="460"/>
                    <a:pt x="543" y="460"/>
                    <a:pt x="542" y="460"/>
                  </a:cubicBezTo>
                  <a:cubicBezTo>
                    <a:pt x="542" y="458"/>
                    <a:pt x="543" y="457"/>
                    <a:pt x="545" y="457"/>
                  </a:cubicBezTo>
                  <a:cubicBezTo>
                    <a:pt x="545" y="456"/>
                    <a:pt x="544" y="455"/>
                    <a:pt x="543" y="455"/>
                  </a:cubicBezTo>
                  <a:cubicBezTo>
                    <a:pt x="541" y="460"/>
                    <a:pt x="541" y="461"/>
                    <a:pt x="544" y="464"/>
                  </a:cubicBezTo>
                  <a:cubicBezTo>
                    <a:pt x="542" y="462"/>
                    <a:pt x="536" y="460"/>
                    <a:pt x="535" y="464"/>
                  </a:cubicBezTo>
                  <a:cubicBezTo>
                    <a:pt x="533" y="472"/>
                    <a:pt x="534" y="470"/>
                    <a:pt x="540" y="472"/>
                  </a:cubicBezTo>
                  <a:cubicBezTo>
                    <a:pt x="534" y="473"/>
                    <a:pt x="541" y="480"/>
                    <a:pt x="543" y="484"/>
                  </a:cubicBezTo>
                  <a:cubicBezTo>
                    <a:pt x="544" y="484"/>
                    <a:pt x="544" y="484"/>
                    <a:pt x="545" y="485"/>
                  </a:cubicBezTo>
                  <a:close/>
                  <a:moveTo>
                    <a:pt x="18" y="383"/>
                  </a:moveTo>
                  <a:cubicBezTo>
                    <a:pt x="13" y="381"/>
                    <a:pt x="10" y="385"/>
                    <a:pt x="5" y="384"/>
                  </a:cubicBezTo>
                  <a:cubicBezTo>
                    <a:pt x="7" y="388"/>
                    <a:pt x="11" y="388"/>
                    <a:pt x="14" y="390"/>
                  </a:cubicBezTo>
                  <a:cubicBezTo>
                    <a:pt x="15" y="388"/>
                    <a:pt x="17" y="388"/>
                    <a:pt x="19" y="388"/>
                  </a:cubicBezTo>
                  <a:cubicBezTo>
                    <a:pt x="19" y="388"/>
                    <a:pt x="19" y="387"/>
                    <a:pt x="19" y="387"/>
                  </a:cubicBezTo>
                  <a:cubicBezTo>
                    <a:pt x="19" y="385"/>
                    <a:pt x="17" y="385"/>
                    <a:pt x="18" y="383"/>
                  </a:cubicBezTo>
                  <a:close/>
                  <a:moveTo>
                    <a:pt x="332" y="216"/>
                  </a:moveTo>
                  <a:cubicBezTo>
                    <a:pt x="337" y="219"/>
                    <a:pt x="341" y="220"/>
                    <a:pt x="344" y="225"/>
                  </a:cubicBezTo>
                  <a:cubicBezTo>
                    <a:pt x="350" y="231"/>
                    <a:pt x="349" y="231"/>
                    <a:pt x="357" y="227"/>
                  </a:cubicBezTo>
                  <a:cubicBezTo>
                    <a:pt x="358" y="226"/>
                    <a:pt x="359" y="226"/>
                    <a:pt x="360" y="225"/>
                  </a:cubicBezTo>
                  <a:cubicBezTo>
                    <a:pt x="361" y="224"/>
                    <a:pt x="361" y="227"/>
                    <a:pt x="362" y="226"/>
                  </a:cubicBezTo>
                  <a:cubicBezTo>
                    <a:pt x="364" y="226"/>
                    <a:pt x="367" y="224"/>
                    <a:pt x="369" y="223"/>
                  </a:cubicBezTo>
                  <a:cubicBezTo>
                    <a:pt x="371" y="213"/>
                    <a:pt x="371" y="213"/>
                    <a:pt x="371" y="213"/>
                  </a:cubicBezTo>
                  <a:cubicBezTo>
                    <a:pt x="374" y="215"/>
                    <a:pt x="378" y="212"/>
                    <a:pt x="379" y="208"/>
                  </a:cubicBezTo>
                  <a:cubicBezTo>
                    <a:pt x="380" y="205"/>
                    <a:pt x="381" y="205"/>
                    <a:pt x="384" y="204"/>
                  </a:cubicBezTo>
                  <a:cubicBezTo>
                    <a:pt x="391" y="201"/>
                    <a:pt x="400" y="199"/>
                    <a:pt x="406" y="195"/>
                  </a:cubicBezTo>
                  <a:cubicBezTo>
                    <a:pt x="409" y="192"/>
                    <a:pt x="409" y="190"/>
                    <a:pt x="405" y="187"/>
                  </a:cubicBezTo>
                  <a:cubicBezTo>
                    <a:pt x="402" y="185"/>
                    <a:pt x="400" y="183"/>
                    <a:pt x="397" y="182"/>
                  </a:cubicBezTo>
                  <a:cubicBezTo>
                    <a:pt x="391" y="179"/>
                    <a:pt x="384" y="177"/>
                    <a:pt x="379" y="183"/>
                  </a:cubicBezTo>
                  <a:cubicBezTo>
                    <a:pt x="379" y="182"/>
                    <a:pt x="379" y="181"/>
                    <a:pt x="379" y="180"/>
                  </a:cubicBezTo>
                  <a:cubicBezTo>
                    <a:pt x="372" y="182"/>
                    <a:pt x="366" y="174"/>
                    <a:pt x="360" y="174"/>
                  </a:cubicBezTo>
                  <a:cubicBezTo>
                    <a:pt x="352" y="176"/>
                    <a:pt x="344" y="177"/>
                    <a:pt x="336" y="178"/>
                  </a:cubicBezTo>
                  <a:cubicBezTo>
                    <a:pt x="338" y="180"/>
                    <a:pt x="343" y="188"/>
                    <a:pt x="342" y="189"/>
                  </a:cubicBezTo>
                  <a:cubicBezTo>
                    <a:pt x="340" y="192"/>
                    <a:pt x="333" y="198"/>
                    <a:pt x="337" y="201"/>
                  </a:cubicBezTo>
                  <a:cubicBezTo>
                    <a:pt x="330" y="202"/>
                    <a:pt x="335" y="204"/>
                    <a:pt x="333" y="207"/>
                  </a:cubicBezTo>
                  <a:cubicBezTo>
                    <a:pt x="331" y="210"/>
                    <a:pt x="327" y="213"/>
                    <a:pt x="328" y="217"/>
                  </a:cubicBezTo>
                  <a:cubicBezTo>
                    <a:pt x="329" y="217"/>
                    <a:pt x="331" y="217"/>
                    <a:pt x="332" y="216"/>
                  </a:cubicBezTo>
                  <a:close/>
                  <a:moveTo>
                    <a:pt x="362" y="152"/>
                  </a:moveTo>
                  <a:cubicBezTo>
                    <a:pt x="366" y="152"/>
                    <a:pt x="364" y="149"/>
                    <a:pt x="365" y="148"/>
                  </a:cubicBezTo>
                  <a:cubicBezTo>
                    <a:pt x="367" y="146"/>
                    <a:pt x="370" y="149"/>
                    <a:pt x="370" y="153"/>
                  </a:cubicBezTo>
                  <a:cubicBezTo>
                    <a:pt x="372" y="152"/>
                    <a:pt x="375" y="152"/>
                    <a:pt x="376" y="150"/>
                  </a:cubicBezTo>
                  <a:cubicBezTo>
                    <a:pt x="378" y="148"/>
                    <a:pt x="374" y="145"/>
                    <a:pt x="376" y="143"/>
                  </a:cubicBezTo>
                  <a:cubicBezTo>
                    <a:pt x="378" y="143"/>
                    <a:pt x="379" y="149"/>
                    <a:pt x="382" y="145"/>
                  </a:cubicBezTo>
                  <a:cubicBezTo>
                    <a:pt x="384" y="143"/>
                    <a:pt x="383" y="141"/>
                    <a:pt x="381" y="141"/>
                  </a:cubicBezTo>
                  <a:cubicBezTo>
                    <a:pt x="383" y="139"/>
                    <a:pt x="386" y="141"/>
                    <a:pt x="386" y="137"/>
                  </a:cubicBezTo>
                  <a:cubicBezTo>
                    <a:pt x="386" y="135"/>
                    <a:pt x="389" y="135"/>
                    <a:pt x="390" y="136"/>
                  </a:cubicBezTo>
                  <a:cubicBezTo>
                    <a:pt x="385" y="140"/>
                    <a:pt x="390" y="146"/>
                    <a:pt x="395" y="144"/>
                  </a:cubicBezTo>
                  <a:cubicBezTo>
                    <a:pt x="399" y="143"/>
                    <a:pt x="408" y="137"/>
                    <a:pt x="402" y="133"/>
                  </a:cubicBezTo>
                  <a:cubicBezTo>
                    <a:pt x="402" y="133"/>
                    <a:pt x="404" y="133"/>
                    <a:pt x="406" y="133"/>
                  </a:cubicBezTo>
                  <a:cubicBezTo>
                    <a:pt x="397" y="131"/>
                    <a:pt x="405" y="127"/>
                    <a:pt x="408" y="126"/>
                  </a:cubicBezTo>
                  <a:cubicBezTo>
                    <a:pt x="403" y="123"/>
                    <a:pt x="401" y="121"/>
                    <a:pt x="395" y="123"/>
                  </a:cubicBezTo>
                  <a:cubicBezTo>
                    <a:pt x="396" y="124"/>
                    <a:pt x="397" y="124"/>
                    <a:pt x="398" y="125"/>
                  </a:cubicBezTo>
                  <a:cubicBezTo>
                    <a:pt x="395" y="127"/>
                    <a:pt x="393" y="126"/>
                    <a:pt x="390" y="125"/>
                  </a:cubicBezTo>
                  <a:cubicBezTo>
                    <a:pt x="388" y="124"/>
                    <a:pt x="385" y="125"/>
                    <a:pt x="383" y="125"/>
                  </a:cubicBezTo>
                  <a:cubicBezTo>
                    <a:pt x="378" y="126"/>
                    <a:pt x="376" y="128"/>
                    <a:pt x="372" y="132"/>
                  </a:cubicBezTo>
                  <a:cubicBezTo>
                    <a:pt x="369" y="134"/>
                    <a:pt x="363" y="141"/>
                    <a:pt x="359" y="142"/>
                  </a:cubicBezTo>
                  <a:cubicBezTo>
                    <a:pt x="353" y="143"/>
                    <a:pt x="349" y="144"/>
                    <a:pt x="354" y="151"/>
                  </a:cubicBezTo>
                  <a:cubicBezTo>
                    <a:pt x="357" y="151"/>
                    <a:pt x="359" y="151"/>
                    <a:pt x="362" y="152"/>
                  </a:cubicBezTo>
                  <a:close/>
                  <a:moveTo>
                    <a:pt x="422" y="117"/>
                  </a:moveTo>
                  <a:cubicBezTo>
                    <a:pt x="417" y="112"/>
                    <a:pt x="417" y="112"/>
                    <a:pt x="411" y="114"/>
                  </a:cubicBezTo>
                  <a:cubicBezTo>
                    <a:pt x="413" y="116"/>
                    <a:pt x="415" y="117"/>
                    <a:pt x="418" y="119"/>
                  </a:cubicBezTo>
                  <a:cubicBezTo>
                    <a:pt x="419" y="118"/>
                    <a:pt x="421" y="118"/>
                    <a:pt x="422" y="117"/>
                  </a:cubicBezTo>
                  <a:close/>
                  <a:moveTo>
                    <a:pt x="115" y="411"/>
                  </a:moveTo>
                  <a:cubicBezTo>
                    <a:pt x="118" y="413"/>
                    <a:pt x="121" y="410"/>
                    <a:pt x="122" y="409"/>
                  </a:cubicBezTo>
                  <a:cubicBezTo>
                    <a:pt x="123" y="409"/>
                    <a:pt x="123" y="409"/>
                    <a:pt x="124" y="410"/>
                  </a:cubicBezTo>
                  <a:cubicBezTo>
                    <a:pt x="124" y="409"/>
                    <a:pt x="124" y="409"/>
                    <a:pt x="125" y="408"/>
                  </a:cubicBezTo>
                  <a:cubicBezTo>
                    <a:pt x="123" y="407"/>
                    <a:pt x="121" y="407"/>
                    <a:pt x="120" y="406"/>
                  </a:cubicBezTo>
                  <a:cubicBezTo>
                    <a:pt x="118" y="407"/>
                    <a:pt x="116" y="409"/>
                    <a:pt x="115" y="411"/>
                  </a:cubicBezTo>
                  <a:close/>
                  <a:moveTo>
                    <a:pt x="282" y="461"/>
                  </a:moveTo>
                  <a:cubicBezTo>
                    <a:pt x="282" y="457"/>
                    <a:pt x="271" y="458"/>
                    <a:pt x="271" y="459"/>
                  </a:cubicBezTo>
                  <a:cubicBezTo>
                    <a:pt x="271" y="465"/>
                    <a:pt x="283" y="486"/>
                    <a:pt x="287" y="481"/>
                  </a:cubicBezTo>
                  <a:cubicBezTo>
                    <a:pt x="286" y="480"/>
                    <a:pt x="285" y="479"/>
                    <a:pt x="283" y="477"/>
                  </a:cubicBezTo>
                  <a:cubicBezTo>
                    <a:pt x="282" y="472"/>
                    <a:pt x="281" y="467"/>
                    <a:pt x="282" y="461"/>
                  </a:cubicBezTo>
                  <a:close/>
                  <a:moveTo>
                    <a:pt x="110" y="417"/>
                  </a:moveTo>
                  <a:cubicBezTo>
                    <a:pt x="103" y="413"/>
                    <a:pt x="102" y="428"/>
                    <a:pt x="109" y="427"/>
                  </a:cubicBezTo>
                  <a:cubicBezTo>
                    <a:pt x="111" y="427"/>
                    <a:pt x="113" y="423"/>
                    <a:pt x="115" y="423"/>
                  </a:cubicBezTo>
                  <a:cubicBezTo>
                    <a:pt x="118" y="423"/>
                    <a:pt x="120" y="421"/>
                    <a:pt x="119" y="418"/>
                  </a:cubicBezTo>
                  <a:cubicBezTo>
                    <a:pt x="121" y="419"/>
                    <a:pt x="123" y="419"/>
                    <a:pt x="123" y="417"/>
                  </a:cubicBezTo>
                  <a:cubicBezTo>
                    <a:pt x="123" y="417"/>
                    <a:pt x="122" y="416"/>
                    <a:pt x="121" y="416"/>
                  </a:cubicBezTo>
                  <a:cubicBezTo>
                    <a:pt x="123" y="412"/>
                    <a:pt x="109" y="411"/>
                    <a:pt x="110" y="417"/>
                  </a:cubicBezTo>
                  <a:close/>
                  <a:moveTo>
                    <a:pt x="343" y="516"/>
                  </a:moveTo>
                  <a:cubicBezTo>
                    <a:pt x="342" y="514"/>
                    <a:pt x="339" y="514"/>
                    <a:pt x="338" y="513"/>
                  </a:cubicBezTo>
                  <a:cubicBezTo>
                    <a:pt x="335" y="512"/>
                    <a:pt x="335" y="511"/>
                    <a:pt x="333" y="508"/>
                  </a:cubicBezTo>
                  <a:cubicBezTo>
                    <a:pt x="329" y="501"/>
                    <a:pt x="328" y="503"/>
                    <a:pt x="321" y="500"/>
                  </a:cubicBezTo>
                  <a:cubicBezTo>
                    <a:pt x="315" y="498"/>
                    <a:pt x="313" y="496"/>
                    <a:pt x="307" y="497"/>
                  </a:cubicBezTo>
                  <a:cubicBezTo>
                    <a:pt x="317" y="509"/>
                    <a:pt x="327" y="516"/>
                    <a:pt x="340" y="523"/>
                  </a:cubicBezTo>
                  <a:cubicBezTo>
                    <a:pt x="348" y="526"/>
                    <a:pt x="347" y="523"/>
                    <a:pt x="343" y="516"/>
                  </a:cubicBezTo>
                  <a:close/>
                  <a:moveTo>
                    <a:pt x="1691" y="1085"/>
                  </a:moveTo>
                  <a:cubicBezTo>
                    <a:pt x="1689" y="1083"/>
                    <a:pt x="1683" y="1073"/>
                    <a:pt x="1682" y="1082"/>
                  </a:cubicBezTo>
                  <a:cubicBezTo>
                    <a:pt x="1682" y="1090"/>
                    <a:pt x="1680" y="1090"/>
                    <a:pt x="1675" y="1095"/>
                  </a:cubicBezTo>
                  <a:cubicBezTo>
                    <a:pt x="1671" y="1100"/>
                    <a:pt x="1669" y="1104"/>
                    <a:pt x="1664" y="1106"/>
                  </a:cubicBezTo>
                  <a:cubicBezTo>
                    <a:pt x="1659" y="1109"/>
                    <a:pt x="1655" y="1111"/>
                    <a:pt x="1649" y="1112"/>
                  </a:cubicBezTo>
                  <a:cubicBezTo>
                    <a:pt x="1647" y="1113"/>
                    <a:pt x="1644" y="1123"/>
                    <a:pt x="1645" y="1125"/>
                  </a:cubicBezTo>
                  <a:cubicBezTo>
                    <a:pt x="1646" y="1130"/>
                    <a:pt x="1649" y="1138"/>
                    <a:pt x="1649" y="1143"/>
                  </a:cubicBezTo>
                  <a:cubicBezTo>
                    <a:pt x="1648" y="1148"/>
                    <a:pt x="1642" y="1153"/>
                    <a:pt x="1641" y="1158"/>
                  </a:cubicBezTo>
                  <a:cubicBezTo>
                    <a:pt x="1639" y="1164"/>
                    <a:pt x="1640" y="1169"/>
                    <a:pt x="1642" y="1175"/>
                  </a:cubicBezTo>
                  <a:cubicBezTo>
                    <a:pt x="1643" y="1180"/>
                    <a:pt x="1644" y="1186"/>
                    <a:pt x="1645" y="1191"/>
                  </a:cubicBezTo>
                  <a:cubicBezTo>
                    <a:pt x="1645" y="1193"/>
                    <a:pt x="1654" y="1197"/>
                    <a:pt x="1656" y="1196"/>
                  </a:cubicBezTo>
                  <a:cubicBezTo>
                    <a:pt x="1658" y="1195"/>
                    <a:pt x="1668" y="1192"/>
                    <a:pt x="1668" y="1192"/>
                  </a:cubicBezTo>
                  <a:cubicBezTo>
                    <a:pt x="1669" y="1188"/>
                    <a:pt x="1670" y="1183"/>
                    <a:pt x="1672" y="1179"/>
                  </a:cubicBezTo>
                  <a:cubicBezTo>
                    <a:pt x="1676" y="1164"/>
                    <a:pt x="1681" y="1148"/>
                    <a:pt x="1686" y="1133"/>
                  </a:cubicBezTo>
                  <a:cubicBezTo>
                    <a:pt x="1689" y="1122"/>
                    <a:pt x="1689" y="1117"/>
                    <a:pt x="1689" y="1106"/>
                  </a:cubicBezTo>
                  <a:cubicBezTo>
                    <a:pt x="1690" y="1108"/>
                    <a:pt x="1691" y="1109"/>
                    <a:pt x="1693" y="1110"/>
                  </a:cubicBezTo>
                  <a:cubicBezTo>
                    <a:pt x="1696" y="1102"/>
                    <a:pt x="1693" y="1095"/>
                    <a:pt x="1691" y="1086"/>
                  </a:cubicBezTo>
                  <a:lnTo>
                    <a:pt x="1691" y="1085"/>
                  </a:lnTo>
                  <a:close/>
                  <a:moveTo>
                    <a:pt x="2234" y="832"/>
                  </a:moveTo>
                  <a:cubicBezTo>
                    <a:pt x="2232" y="835"/>
                    <a:pt x="2234" y="840"/>
                    <a:pt x="2235" y="844"/>
                  </a:cubicBezTo>
                  <a:cubicBezTo>
                    <a:pt x="2235" y="847"/>
                    <a:pt x="2239" y="847"/>
                    <a:pt x="2241" y="848"/>
                  </a:cubicBezTo>
                  <a:cubicBezTo>
                    <a:pt x="2237" y="851"/>
                    <a:pt x="2240" y="855"/>
                    <a:pt x="2244" y="856"/>
                  </a:cubicBezTo>
                  <a:cubicBezTo>
                    <a:pt x="2247" y="856"/>
                    <a:pt x="2246" y="853"/>
                    <a:pt x="2250" y="856"/>
                  </a:cubicBezTo>
                  <a:cubicBezTo>
                    <a:pt x="2252" y="857"/>
                    <a:pt x="2253" y="859"/>
                    <a:pt x="2254" y="860"/>
                  </a:cubicBezTo>
                  <a:cubicBezTo>
                    <a:pt x="2255" y="858"/>
                    <a:pt x="2255" y="856"/>
                    <a:pt x="2255" y="854"/>
                  </a:cubicBezTo>
                  <a:cubicBezTo>
                    <a:pt x="2259" y="856"/>
                    <a:pt x="2260" y="855"/>
                    <a:pt x="2260" y="860"/>
                  </a:cubicBezTo>
                  <a:cubicBezTo>
                    <a:pt x="2260" y="862"/>
                    <a:pt x="2265" y="864"/>
                    <a:pt x="2267" y="865"/>
                  </a:cubicBezTo>
                  <a:cubicBezTo>
                    <a:pt x="2269" y="859"/>
                    <a:pt x="2264" y="861"/>
                    <a:pt x="2264" y="856"/>
                  </a:cubicBezTo>
                  <a:cubicBezTo>
                    <a:pt x="2268" y="858"/>
                    <a:pt x="2270" y="856"/>
                    <a:pt x="2267" y="853"/>
                  </a:cubicBezTo>
                  <a:cubicBezTo>
                    <a:pt x="2265" y="851"/>
                    <a:pt x="2265" y="854"/>
                    <a:pt x="2264" y="854"/>
                  </a:cubicBezTo>
                  <a:cubicBezTo>
                    <a:pt x="2262" y="854"/>
                    <a:pt x="2261" y="852"/>
                    <a:pt x="2259" y="851"/>
                  </a:cubicBezTo>
                  <a:cubicBezTo>
                    <a:pt x="2258" y="850"/>
                    <a:pt x="2257" y="850"/>
                    <a:pt x="2255" y="850"/>
                  </a:cubicBezTo>
                  <a:cubicBezTo>
                    <a:pt x="2253" y="849"/>
                    <a:pt x="2252" y="852"/>
                    <a:pt x="2251" y="852"/>
                  </a:cubicBezTo>
                  <a:cubicBezTo>
                    <a:pt x="2247" y="852"/>
                    <a:pt x="2249" y="848"/>
                    <a:pt x="2247" y="845"/>
                  </a:cubicBezTo>
                  <a:cubicBezTo>
                    <a:pt x="2244" y="839"/>
                    <a:pt x="2248" y="841"/>
                    <a:pt x="2248" y="836"/>
                  </a:cubicBezTo>
                  <a:cubicBezTo>
                    <a:pt x="2248" y="834"/>
                    <a:pt x="2250" y="836"/>
                    <a:pt x="2251" y="835"/>
                  </a:cubicBezTo>
                  <a:cubicBezTo>
                    <a:pt x="2252" y="834"/>
                    <a:pt x="2252" y="832"/>
                    <a:pt x="2253" y="830"/>
                  </a:cubicBezTo>
                  <a:cubicBezTo>
                    <a:pt x="2254" y="824"/>
                    <a:pt x="2252" y="827"/>
                    <a:pt x="2251" y="821"/>
                  </a:cubicBezTo>
                  <a:cubicBezTo>
                    <a:pt x="2251" y="818"/>
                    <a:pt x="2254" y="817"/>
                    <a:pt x="2252" y="813"/>
                  </a:cubicBezTo>
                  <a:cubicBezTo>
                    <a:pt x="2246" y="816"/>
                    <a:pt x="2249" y="813"/>
                    <a:pt x="2244" y="812"/>
                  </a:cubicBezTo>
                  <a:cubicBezTo>
                    <a:pt x="2242" y="812"/>
                    <a:pt x="2239" y="813"/>
                    <a:pt x="2238" y="815"/>
                  </a:cubicBezTo>
                  <a:cubicBezTo>
                    <a:pt x="2238" y="819"/>
                    <a:pt x="2237" y="824"/>
                    <a:pt x="2236" y="829"/>
                  </a:cubicBezTo>
                  <a:cubicBezTo>
                    <a:pt x="2236" y="831"/>
                    <a:pt x="2238" y="832"/>
                    <a:pt x="2237" y="835"/>
                  </a:cubicBezTo>
                  <a:cubicBezTo>
                    <a:pt x="2236" y="834"/>
                    <a:pt x="2235" y="833"/>
                    <a:pt x="2234" y="832"/>
                  </a:cubicBezTo>
                  <a:close/>
                  <a:moveTo>
                    <a:pt x="2247" y="766"/>
                  </a:moveTo>
                  <a:cubicBezTo>
                    <a:pt x="2248" y="761"/>
                    <a:pt x="2253" y="750"/>
                    <a:pt x="2245" y="754"/>
                  </a:cubicBezTo>
                  <a:cubicBezTo>
                    <a:pt x="2240" y="756"/>
                    <a:pt x="2236" y="762"/>
                    <a:pt x="2235" y="768"/>
                  </a:cubicBezTo>
                  <a:cubicBezTo>
                    <a:pt x="2234" y="774"/>
                    <a:pt x="2238" y="778"/>
                    <a:pt x="2241" y="782"/>
                  </a:cubicBezTo>
                  <a:cubicBezTo>
                    <a:pt x="2244" y="776"/>
                    <a:pt x="2246" y="772"/>
                    <a:pt x="2247" y="766"/>
                  </a:cubicBezTo>
                  <a:close/>
                  <a:moveTo>
                    <a:pt x="2229" y="874"/>
                  </a:moveTo>
                  <a:cubicBezTo>
                    <a:pt x="2228" y="881"/>
                    <a:pt x="2227" y="884"/>
                    <a:pt x="2223" y="888"/>
                  </a:cubicBezTo>
                  <a:cubicBezTo>
                    <a:pt x="2218" y="893"/>
                    <a:pt x="2216" y="896"/>
                    <a:pt x="2213" y="902"/>
                  </a:cubicBezTo>
                  <a:cubicBezTo>
                    <a:pt x="2219" y="898"/>
                    <a:pt x="2224" y="897"/>
                    <a:pt x="2226" y="889"/>
                  </a:cubicBezTo>
                  <a:cubicBezTo>
                    <a:pt x="2226" y="887"/>
                    <a:pt x="2231" y="885"/>
                    <a:pt x="2232" y="883"/>
                  </a:cubicBezTo>
                  <a:cubicBezTo>
                    <a:pt x="2233" y="883"/>
                    <a:pt x="2231" y="878"/>
                    <a:pt x="2232" y="876"/>
                  </a:cubicBezTo>
                  <a:cubicBezTo>
                    <a:pt x="2231" y="876"/>
                    <a:pt x="2230" y="875"/>
                    <a:pt x="2229" y="874"/>
                  </a:cubicBezTo>
                  <a:close/>
                  <a:moveTo>
                    <a:pt x="2281" y="894"/>
                  </a:moveTo>
                  <a:cubicBezTo>
                    <a:pt x="2280" y="891"/>
                    <a:pt x="2279" y="889"/>
                    <a:pt x="2277" y="889"/>
                  </a:cubicBezTo>
                  <a:cubicBezTo>
                    <a:pt x="2277" y="891"/>
                    <a:pt x="2277" y="894"/>
                    <a:pt x="2278" y="896"/>
                  </a:cubicBezTo>
                  <a:cubicBezTo>
                    <a:pt x="2275" y="895"/>
                    <a:pt x="2276" y="895"/>
                    <a:pt x="2274" y="897"/>
                  </a:cubicBezTo>
                  <a:cubicBezTo>
                    <a:pt x="2272" y="895"/>
                    <a:pt x="2271" y="897"/>
                    <a:pt x="2271" y="900"/>
                  </a:cubicBezTo>
                  <a:cubicBezTo>
                    <a:pt x="2268" y="898"/>
                    <a:pt x="2266" y="903"/>
                    <a:pt x="2263" y="905"/>
                  </a:cubicBezTo>
                  <a:cubicBezTo>
                    <a:pt x="2265" y="902"/>
                    <a:pt x="2265" y="898"/>
                    <a:pt x="2261" y="898"/>
                  </a:cubicBezTo>
                  <a:cubicBezTo>
                    <a:pt x="2258" y="898"/>
                    <a:pt x="2259" y="903"/>
                    <a:pt x="2257" y="904"/>
                  </a:cubicBezTo>
                  <a:cubicBezTo>
                    <a:pt x="2253" y="905"/>
                    <a:pt x="2247" y="909"/>
                    <a:pt x="2250" y="914"/>
                  </a:cubicBezTo>
                  <a:cubicBezTo>
                    <a:pt x="2252" y="913"/>
                    <a:pt x="2256" y="902"/>
                    <a:pt x="2257" y="910"/>
                  </a:cubicBezTo>
                  <a:cubicBezTo>
                    <a:pt x="2258" y="908"/>
                    <a:pt x="2258" y="909"/>
                    <a:pt x="2259" y="907"/>
                  </a:cubicBezTo>
                  <a:cubicBezTo>
                    <a:pt x="2259" y="910"/>
                    <a:pt x="2259" y="909"/>
                    <a:pt x="2261" y="910"/>
                  </a:cubicBezTo>
                  <a:cubicBezTo>
                    <a:pt x="2261" y="909"/>
                    <a:pt x="2261" y="908"/>
                    <a:pt x="2261" y="907"/>
                  </a:cubicBezTo>
                  <a:cubicBezTo>
                    <a:pt x="2269" y="906"/>
                    <a:pt x="2264" y="914"/>
                    <a:pt x="2265" y="918"/>
                  </a:cubicBezTo>
                  <a:cubicBezTo>
                    <a:pt x="2266" y="921"/>
                    <a:pt x="2273" y="926"/>
                    <a:pt x="2275" y="921"/>
                  </a:cubicBezTo>
                  <a:cubicBezTo>
                    <a:pt x="2275" y="921"/>
                    <a:pt x="2275" y="921"/>
                    <a:pt x="2275" y="921"/>
                  </a:cubicBezTo>
                  <a:cubicBezTo>
                    <a:pt x="2273" y="927"/>
                    <a:pt x="2279" y="925"/>
                    <a:pt x="2278" y="920"/>
                  </a:cubicBezTo>
                  <a:cubicBezTo>
                    <a:pt x="2277" y="916"/>
                    <a:pt x="2275" y="913"/>
                    <a:pt x="2280" y="910"/>
                  </a:cubicBezTo>
                  <a:cubicBezTo>
                    <a:pt x="2282" y="913"/>
                    <a:pt x="2280" y="916"/>
                    <a:pt x="2282" y="919"/>
                  </a:cubicBezTo>
                  <a:cubicBezTo>
                    <a:pt x="2282" y="918"/>
                    <a:pt x="2282" y="916"/>
                    <a:pt x="2283" y="914"/>
                  </a:cubicBezTo>
                  <a:cubicBezTo>
                    <a:pt x="2283" y="914"/>
                    <a:pt x="2283" y="914"/>
                    <a:pt x="2284" y="915"/>
                  </a:cubicBezTo>
                  <a:cubicBezTo>
                    <a:pt x="2284" y="912"/>
                    <a:pt x="2287" y="903"/>
                    <a:pt x="2284" y="903"/>
                  </a:cubicBezTo>
                  <a:cubicBezTo>
                    <a:pt x="2284" y="902"/>
                    <a:pt x="2284" y="901"/>
                    <a:pt x="2284" y="900"/>
                  </a:cubicBezTo>
                  <a:cubicBezTo>
                    <a:pt x="2283" y="900"/>
                    <a:pt x="2283" y="900"/>
                    <a:pt x="2282" y="900"/>
                  </a:cubicBezTo>
                  <a:cubicBezTo>
                    <a:pt x="2282" y="899"/>
                    <a:pt x="2283" y="898"/>
                    <a:pt x="2284" y="898"/>
                  </a:cubicBezTo>
                  <a:cubicBezTo>
                    <a:pt x="2284" y="896"/>
                    <a:pt x="2283" y="893"/>
                    <a:pt x="2281" y="894"/>
                  </a:cubicBezTo>
                  <a:close/>
                  <a:moveTo>
                    <a:pt x="2240" y="1058"/>
                  </a:moveTo>
                  <a:cubicBezTo>
                    <a:pt x="2238" y="1054"/>
                    <a:pt x="2226" y="1050"/>
                    <a:pt x="2227" y="1056"/>
                  </a:cubicBezTo>
                  <a:cubicBezTo>
                    <a:pt x="2231" y="1058"/>
                    <a:pt x="2243" y="1065"/>
                    <a:pt x="2240" y="1058"/>
                  </a:cubicBezTo>
                  <a:close/>
                  <a:moveTo>
                    <a:pt x="2214" y="1047"/>
                  </a:moveTo>
                  <a:cubicBezTo>
                    <a:pt x="2213" y="1045"/>
                    <a:pt x="2209" y="1043"/>
                    <a:pt x="2207" y="1043"/>
                  </a:cubicBezTo>
                  <a:cubicBezTo>
                    <a:pt x="2204" y="1043"/>
                    <a:pt x="2204" y="1045"/>
                    <a:pt x="2202" y="1049"/>
                  </a:cubicBezTo>
                  <a:cubicBezTo>
                    <a:pt x="2210" y="1051"/>
                    <a:pt x="2215" y="1051"/>
                    <a:pt x="2223" y="1049"/>
                  </a:cubicBezTo>
                  <a:cubicBezTo>
                    <a:pt x="2234" y="1047"/>
                    <a:pt x="2222" y="1041"/>
                    <a:pt x="2217" y="1043"/>
                  </a:cubicBezTo>
                  <a:cubicBezTo>
                    <a:pt x="2218" y="1045"/>
                    <a:pt x="2217" y="1047"/>
                    <a:pt x="2214" y="1047"/>
                  </a:cubicBezTo>
                  <a:close/>
                  <a:moveTo>
                    <a:pt x="2247" y="1050"/>
                  </a:moveTo>
                  <a:cubicBezTo>
                    <a:pt x="2249" y="1050"/>
                    <a:pt x="2249" y="1048"/>
                    <a:pt x="2251" y="1048"/>
                  </a:cubicBezTo>
                  <a:cubicBezTo>
                    <a:pt x="2254" y="1049"/>
                    <a:pt x="2256" y="1046"/>
                    <a:pt x="2258" y="1046"/>
                  </a:cubicBezTo>
                  <a:cubicBezTo>
                    <a:pt x="2263" y="1045"/>
                    <a:pt x="2271" y="1048"/>
                    <a:pt x="2275" y="1044"/>
                  </a:cubicBezTo>
                  <a:cubicBezTo>
                    <a:pt x="2269" y="1042"/>
                    <a:pt x="2266" y="1044"/>
                    <a:pt x="2260" y="1043"/>
                  </a:cubicBezTo>
                  <a:cubicBezTo>
                    <a:pt x="2257" y="1043"/>
                    <a:pt x="2256" y="1044"/>
                    <a:pt x="2254" y="1046"/>
                  </a:cubicBezTo>
                  <a:cubicBezTo>
                    <a:pt x="2252" y="1047"/>
                    <a:pt x="2250" y="1044"/>
                    <a:pt x="2248" y="1045"/>
                  </a:cubicBezTo>
                  <a:cubicBezTo>
                    <a:pt x="2245" y="1048"/>
                    <a:pt x="2237" y="1041"/>
                    <a:pt x="2234" y="1045"/>
                  </a:cubicBezTo>
                  <a:cubicBezTo>
                    <a:pt x="2230" y="1050"/>
                    <a:pt x="2241" y="1048"/>
                    <a:pt x="2242" y="1050"/>
                  </a:cubicBezTo>
                  <a:cubicBezTo>
                    <a:pt x="2245" y="1048"/>
                    <a:pt x="2245" y="1050"/>
                    <a:pt x="2247" y="1050"/>
                  </a:cubicBezTo>
                  <a:close/>
                  <a:moveTo>
                    <a:pt x="2252" y="1019"/>
                  </a:moveTo>
                  <a:cubicBezTo>
                    <a:pt x="2254" y="1020"/>
                    <a:pt x="2255" y="1021"/>
                    <a:pt x="2257" y="1023"/>
                  </a:cubicBezTo>
                  <a:cubicBezTo>
                    <a:pt x="2258" y="1020"/>
                    <a:pt x="2260" y="1019"/>
                    <a:pt x="2258" y="1017"/>
                  </a:cubicBezTo>
                  <a:cubicBezTo>
                    <a:pt x="2257" y="1015"/>
                    <a:pt x="2258" y="1013"/>
                    <a:pt x="2260" y="1014"/>
                  </a:cubicBezTo>
                  <a:cubicBezTo>
                    <a:pt x="2259" y="1010"/>
                    <a:pt x="2256" y="1011"/>
                    <a:pt x="2256" y="1015"/>
                  </a:cubicBezTo>
                  <a:cubicBezTo>
                    <a:pt x="2254" y="1009"/>
                    <a:pt x="2252" y="1017"/>
                    <a:pt x="2252" y="1019"/>
                  </a:cubicBezTo>
                  <a:close/>
                  <a:moveTo>
                    <a:pt x="2149" y="968"/>
                  </a:moveTo>
                  <a:cubicBezTo>
                    <a:pt x="2148" y="970"/>
                    <a:pt x="2151" y="971"/>
                    <a:pt x="2151" y="973"/>
                  </a:cubicBezTo>
                  <a:cubicBezTo>
                    <a:pt x="2151" y="974"/>
                    <a:pt x="2150" y="974"/>
                    <a:pt x="2150" y="976"/>
                  </a:cubicBezTo>
                  <a:cubicBezTo>
                    <a:pt x="2150" y="977"/>
                    <a:pt x="2151" y="979"/>
                    <a:pt x="2151" y="980"/>
                  </a:cubicBezTo>
                  <a:cubicBezTo>
                    <a:pt x="2152" y="982"/>
                    <a:pt x="2153" y="980"/>
                    <a:pt x="2152" y="984"/>
                  </a:cubicBezTo>
                  <a:cubicBezTo>
                    <a:pt x="2155" y="982"/>
                    <a:pt x="2154" y="984"/>
                    <a:pt x="2155" y="981"/>
                  </a:cubicBezTo>
                  <a:cubicBezTo>
                    <a:pt x="2159" y="985"/>
                    <a:pt x="2158" y="992"/>
                    <a:pt x="2159" y="997"/>
                  </a:cubicBezTo>
                  <a:cubicBezTo>
                    <a:pt x="2159" y="1002"/>
                    <a:pt x="2168" y="998"/>
                    <a:pt x="2170" y="997"/>
                  </a:cubicBezTo>
                  <a:cubicBezTo>
                    <a:pt x="2171" y="999"/>
                    <a:pt x="2171" y="1001"/>
                    <a:pt x="2171" y="1003"/>
                  </a:cubicBezTo>
                  <a:cubicBezTo>
                    <a:pt x="2178" y="1000"/>
                    <a:pt x="2179" y="998"/>
                    <a:pt x="2186" y="1002"/>
                  </a:cubicBezTo>
                  <a:cubicBezTo>
                    <a:pt x="2187" y="1003"/>
                    <a:pt x="2189" y="1002"/>
                    <a:pt x="2191" y="1002"/>
                  </a:cubicBezTo>
                  <a:cubicBezTo>
                    <a:pt x="2192" y="1003"/>
                    <a:pt x="2193" y="1007"/>
                    <a:pt x="2193" y="1009"/>
                  </a:cubicBezTo>
                  <a:cubicBezTo>
                    <a:pt x="2197" y="1007"/>
                    <a:pt x="2200" y="1005"/>
                    <a:pt x="2204" y="1003"/>
                  </a:cubicBezTo>
                  <a:cubicBezTo>
                    <a:pt x="2203" y="1006"/>
                    <a:pt x="2203" y="1008"/>
                    <a:pt x="2206" y="1008"/>
                  </a:cubicBezTo>
                  <a:cubicBezTo>
                    <a:pt x="2206" y="1002"/>
                    <a:pt x="2206" y="997"/>
                    <a:pt x="2206" y="992"/>
                  </a:cubicBezTo>
                  <a:cubicBezTo>
                    <a:pt x="2206" y="987"/>
                    <a:pt x="2207" y="987"/>
                    <a:pt x="2211" y="984"/>
                  </a:cubicBezTo>
                  <a:cubicBezTo>
                    <a:pt x="2216" y="980"/>
                    <a:pt x="2216" y="980"/>
                    <a:pt x="2215" y="973"/>
                  </a:cubicBezTo>
                  <a:cubicBezTo>
                    <a:pt x="2215" y="970"/>
                    <a:pt x="2217" y="965"/>
                    <a:pt x="2220" y="965"/>
                  </a:cubicBezTo>
                  <a:cubicBezTo>
                    <a:pt x="2226" y="966"/>
                    <a:pt x="2228" y="965"/>
                    <a:pt x="2223" y="961"/>
                  </a:cubicBezTo>
                  <a:cubicBezTo>
                    <a:pt x="2222" y="960"/>
                    <a:pt x="2219" y="958"/>
                    <a:pt x="2218" y="956"/>
                  </a:cubicBezTo>
                  <a:cubicBezTo>
                    <a:pt x="2218" y="955"/>
                    <a:pt x="2219" y="953"/>
                    <a:pt x="2219" y="952"/>
                  </a:cubicBezTo>
                  <a:cubicBezTo>
                    <a:pt x="2217" y="946"/>
                    <a:pt x="2214" y="946"/>
                    <a:pt x="2215" y="939"/>
                  </a:cubicBezTo>
                  <a:cubicBezTo>
                    <a:pt x="2215" y="936"/>
                    <a:pt x="2222" y="936"/>
                    <a:pt x="2224" y="935"/>
                  </a:cubicBezTo>
                  <a:cubicBezTo>
                    <a:pt x="2223" y="934"/>
                    <a:pt x="2222" y="932"/>
                    <a:pt x="2221" y="931"/>
                  </a:cubicBezTo>
                  <a:cubicBezTo>
                    <a:pt x="2223" y="930"/>
                    <a:pt x="2226" y="929"/>
                    <a:pt x="2229" y="928"/>
                  </a:cubicBezTo>
                  <a:cubicBezTo>
                    <a:pt x="2228" y="926"/>
                    <a:pt x="2226" y="926"/>
                    <a:pt x="2224" y="926"/>
                  </a:cubicBezTo>
                  <a:cubicBezTo>
                    <a:pt x="2222" y="925"/>
                    <a:pt x="2221" y="922"/>
                    <a:pt x="2220" y="921"/>
                  </a:cubicBezTo>
                  <a:cubicBezTo>
                    <a:pt x="2218" y="919"/>
                    <a:pt x="2212" y="913"/>
                    <a:pt x="2210" y="913"/>
                  </a:cubicBezTo>
                  <a:cubicBezTo>
                    <a:pt x="2208" y="914"/>
                    <a:pt x="2202" y="922"/>
                    <a:pt x="2201" y="924"/>
                  </a:cubicBezTo>
                  <a:cubicBezTo>
                    <a:pt x="2198" y="928"/>
                    <a:pt x="2200" y="931"/>
                    <a:pt x="2196" y="932"/>
                  </a:cubicBezTo>
                  <a:cubicBezTo>
                    <a:pt x="2190" y="933"/>
                    <a:pt x="2189" y="933"/>
                    <a:pt x="2186" y="938"/>
                  </a:cubicBezTo>
                  <a:cubicBezTo>
                    <a:pt x="2184" y="942"/>
                    <a:pt x="2182" y="946"/>
                    <a:pt x="2178" y="947"/>
                  </a:cubicBezTo>
                  <a:cubicBezTo>
                    <a:pt x="2174" y="948"/>
                    <a:pt x="2170" y="948"/>
                    <a:pt x="2168" y="952"/>
                  </a:cubicBezTo>
                  <a:cubicBezTo>
                    <a:pt x="2165" y="958"/>
                    <a:pt x="2164" y="958"/>
                    <a:pt x="2168" y="962"/>
                  </a:cubicBezTo>
                  <a:cubicBezTo>
                    <a:pt x="2164" y="961"/>
                    <a:pt x="2156" y="961"/>
                    <a:pt x="2155" y="955"/>
                  </a:cubicBezTo>
                  <a:cubicBezTo>
                    <a:pt x="2153" y="956"/>
                    <a:pt x="2152" y="958"/>
                    <a:pt x="2150" y="959"/>
                  </a:cubicBezTo>
                  <a:cubicBezTo>
                    <a:pt x="2150" y="962"/>
                    <a:pt x="2149" y="965"/>
                    <a:pt x="2149" y="968"/>
                  </a:cubicBezTo>
                  <a:close/>
                  <a:moveTo>
                    <a:pt x="2270" y="1059"/>
                  </a:moveTo>
                  <a:cubicBezTo>
                    <a:pt x="2272" y="1057"/>
                    <a:pt x="2273" y="1055"/>
                    <a:pt x="2275" y="1054"/>
                  </a:cubicBezTo>
                  <a:cubicBezTo>
                    <a:pt x="2279" y="1052"/>
                    <a:pt x="2289" y="1049"/>
                    <a:pt x="2290" y="1045"/>
                  </a:cubicBezTo>
                  <a:cubicBezTo>
                    <a:pt x="2287" y="1045"/>
                    <a:pt x="2283" y="1045"/>
                    <a:pt x="2280" y="1046"/>
                  </a:cubicBezTo>
                  <a:cubicBezTo>
                    <a:pt x="2278" y="1046"/>
                    <a:pt x="2276" y="1046"/>
                    <a:pt x="2275" y="1047"/>
                  </a:cubicBezTo>
                  <a:cubicBezTo>
                    <a:pt x="2274" y="1047"/>
                    <a:pt x="2274" y="1049"/>
                    <a:pt x="2273" y="1050"/>
                  </a:cubicBezTo>
                  <a:cubicBezTo>
                    <a:pt x="2270" y="1051"/>
                    <a:pt x="2266" y="1052"/>
                    <a:pt x="2264" y="1055"/>
                  </a:cubicBezTo>
                  <a:cubicBezTo>
                    <a:pt x="2261" y="1057"/>
                    <a:pt x="2265" y="1059"/>
                    <a:pt x="2262" y="1062"/>
                  </a:cubicBezTo>
                  <a:cubicBezTo>
                    <a:pt x="2265" y="1061"/>
                    <a:pt x="2268" y="1062"/>
                    <a:pt x="2270" y="1059"/>
                  </a:cubicBezTo>
                  <a:close/>
                  <a:moveTo>
                    <a:pt x="739" y="816"/>
                  </a:moveTo>
                  <a:cubicBezTo>
                    <a:pt x="741" y="817"/>
                    <a:pt x="744" y="816"/>
                    <a:pt x="746" y="816"/>
                  </a:cubicBezTo>
                  <a:cubicBezTo>
                    <a:pt x="747" y="817"/>
                    <a:pt x="746" y="822"/>
                    <a:pt x="750" y="821"/>
                  </a:cubicBezTo>
                  <a:cubicBezTo>
                    <a:pt x="751" y="821"/>
                    <a:pt x="751" y="816"/>
                    <a:pt x="752" y="815"/>
                  </a:cubicBezTo>
                  <a:cubicBezTo>
                    <a:pt x="755" y="813"/>
                    <a:pt x="755" y="815"/>
                    <a:pt x="756" y="815"/>
                  </a:cubicBezTo>
                  <a:cubicBezTo>
                    <a:pt x="760" y="815"/>
                    <a:pt x="763" y="814"/>
                    <a:pt x="768" y="814"/>
                  </a:cubicBezTo>
                  <a:cubicBezTo>
                    <a:pt x="771" y="814"/>
                    <a:pt x="771" y="817"/>
                    <a:pt x="773" y="813"/>
                  </a:cubicBezTo>
                  <a:cubicBezTo>
                    <a:pt x="774" y="811"/>
                    <a:pt x="770" y="809"/>
                    <a:pt x="769" y="809"/>
                  </a:cubicBezTo>
                  <a:cubicBezTo>
                    <a:pt x="765" y="808"/>
                    <a:pt x="765" y="808"/>
                    <a:pt x="763" y="804"/>
                  </a:cubicBezTo>
                  <a:cubicBezTo>
                    <a:pt x="761" y="801"/>
                    <a:pt x="761" y="803"/>
                    <a:pt x="759" y="802"/>
                  </a:cubicBezTo>
                  <a:cubicBezTo>
                    <a:pt x="757" y="802"/>
                    <a:pt x="754" y="800"/>
                    <a:pt x="752" y="801"/>
                  </a:cubicBezTo>
                  <a:cubicBezTo>
                    <a:pt x="751" y="801"/>
                    <a:pt x="747" y="802"/>
                    <a:pt x="747" y="802"/>
                  </a:cubicBezTo>
                  <a:cubicBezTo>
                    <a:pt x="741" y="802"/>
                    <a:pt x="739" y="800"/>
                    <a:pt x="734" y="803"/>
                  </a:cubicBezTo>
                  <a:cubicBezTo>
                    <a:pt x="740" y="806"/>
                    <a:pt x="739" y="807"/>
                    <a:pt x="743" y="813"/>
                  </a:cubicBezTo>
                  <a:cubicBezTo>
                    <a:pt x="739" y="815"/>
                    <a:pt x="725" y="809"/>
                    <a:pt x="726" y="814"/>
                  </a:cubicBezTo>
                  <a:cubicBezTo>
                    <a:pt x="731" y="818"/>
                    <a:pt x="733" y="815"/>
                    <a:pt x="739" y="816"/>
                  </a:cubicBezTo>
                  <a:close/>
                  <a:moveTo>
                    <a:pt x="1185" y="330"/>
                  </a:moveTo>
                  <a:cubicBezTo>
                    <a:pt x="1189" y="331"/>
                    <a:pt x="1192" y="328"/>
                    <a:pt x="1192" y="323"/>
                  </a:cubicBezTo>
                  <a:cubicBezTo>
                    <a:pt x="1195" y="325"/>
                    <a:pt x="1197" y="322"/>
                    <a:pt x="1199" y="319"/>
                  </a:cubicBezTo>
                  <a:cubicBezTo>
                    <a:pt x="1196" y="317"/>
                    <a:pt x="1199" y="313"/>
                    <a:pt x="1197" y="312"/>
                  </a:cubicBezTo>
                  <a:cubicBezTo>
                    <a:pt x="1194" y="311"/>
                    <a:pt x="1192" y="309"/>
                    <a:pt x="1188" y="310"/>
                  </a:cubicBezTo>
                  <a:cubicBezTo>
                    <a:pt x="1193" y="303"/>
                    <a:pt x="1172" y="295"/>
                    <a:pt x="1176" y="304"/>
                  </a:cubicBezTo>
                  <a:cubicBezTo>
                    <a:pt x="1170" y="303"/>
                    <a:pt x="1168" y="306"/>
                    <a:pt x="1162" y="304"/>
                  </a:cubicBezTo>
                  <a:cubicBezTo>
                    <a:pt x="1163" y="306"/>
                    <a:pt x="1163" y="308"/>
                    <a:pt x="1163" y="310"/>
                  </a:cubicBezTo>
                  <a:cubicBezTo>
                    <a:pt x="1161" y="307"/>
                    <a:pt x="1160" y="304"/>
                    <a:pt x="1156" y="304"/>
                  </a:cubicBezTo>
                  <a:cubicBezTo>
                    <a:pt x="1153" y="304"/>
                    <a:pt x="1152" y="307"/>
                    <a:pt x="1153" y="310"/>
                  </a:cubicBezTo>
                  <a:cubicBezTo>
                    <a:pt x="1151" y="308"/>
                    <a:pt x="1149" y="304"/>
                    <a:pt x="1146" y="305"/>
                  </a:cubicBezTo>
                  <a:cubicBezTo>
                    <a:pt x="1148" y="311"/>
                    <a:pt x="1145" y="308"/>
                    <a:pt x="1143" y="311"/>
                  </a:cubicBezTo>
                  <a:cubicBezTo>
                    <a:pt x="1142" y="313"/>
                    <a:pt x="1141" y="315"/>
                    <a:pt x="1140" y="318"/>
                  </a:cubicBezTo>
                  <a:cubicBezTo>
                    <a:pt x="1138" y="315"/>
                    <a:pt x="1137" y="313"/>
                    <a:pt x="1135" y="310"/>
                  </a:cubicBezTo>
                  <a:cubicBezTo>
                    <a:pt x="1137" y="311"/>
                    <a:pt x="1139" y="310"/>
                    <a:pt x="1139" y="308"/>
                  </a:cubicBezTo>
                  <a:cubicBezTo>
                    <a:pt x="1139" y="306"/>
                    <a:pt x="1135" y="305"/>
                    <a:pt x="1134" y="304"/>
                  </a:cubicBezTo>
                  <a:cubicBezTo>
                    <a:pt x="1130" y="301"/>
                    <a:pt x="1130" y="300"/>
                    <a:pt x="1124" y="300"/>
                  </a:cubicBezTo>
                  <a:cubicBezTo>
                    <a:pt x="1125" y="303"/>
                    <a:pt x="1127" y="302"/>
                    <a:pt x="1130" y="303"/>
                  </a:cubicBezTo>
                  <a:cubicBezTo>
                    <a:pt x="1131" y="310"/>
                    <a:pt x="1123" y="302"/>
                    <a:pt x="1120" y="305"/>
                  </a:cubicBezTo>
                  <a:cubicBezTo>
                    <a:pt x="1117" y="308"/>
                    <a:pt x="1123" y="308"/>
                    <a:pt x="1122" y="310"/>
                  </a:cubicBezTo>
                  <a:cubicBezTo>
                    <a:pt x="1121" y="312"/>
                    <a:pt x="1118" y="310"/>
                    <a:pt x="1117" y="309"/>
                  </a:cubicBezTo>
                  <a:cubicBezTo>
                    <a:pt x="1117" y="310"/>
                    <a:pt x="1117" y="311"/>
                    <a:pt x="1117" y="312"/>
                  </a:cubicBezTo>
                  <a:cubicBezTo>
                    <a:pt x="1115" y="312"/>
                    <a:pt x="1115" y="312"/>
                    <a:pt x="1113" y="313"/>
                  </a:cubicBezTo>
                  <a:cubicBezTo>
                    <a:pt x="1118" y="315"/>
                    <a:pt x="1120" y="314"/>
                    <a:pt x="1125" y="312"/>
                  </a:cubicBezTo>
                  <a:cubicBezTo>
                    <a:pt x="1127" y="311"/>
                    <a:pt x="1132" y="314"/>
                    <a:pt x="1135" y="314"/>
                  </a:cubicBezTo>
                  <a:cubicBezTo>
                    <a:pt x="1133" y="315"/>
                    <a:pt x="1131" y="316"/>
                    <a:pt x="1129" y="317"/>
                  </a:cubicBezTo>
                  <a:cubicBezTo>
                    <a:pt x="1131" y="318"/>
                    <a:pt x="1133" y="319"/>
                    <a:pt x="1135" y="318"/>
                  </a:cubicBezTo>
                  <a:cubicBezTo>
                    <a:pt x="1135" y="318"/>
                    <a:pt x="1135" y="319"/>
                    <a:pt x="1135" y="320"/>
                  </a:cubicBezTo>
                  <a:cubicBezTo>
                    <a:pt x="1129" y="319"/>
                    <a:pt x="1123" y="322"/>
                    <a:pt x="1117" y="322"/>
                  </a:cubicBezTo>
                  <a:cubicBezTo>
                    <a:pt x="1118" y="326"/>
                    <a:pt x="1128" y="324"/>
                    <a:pt x="1131" y="324"/>
                  </a:cubicBezTo>
                  <a:cubicBezTo>
                    <a:pt x="1130" y="326"/>
                    <a:pt x="1131" y="328"/>
                    <a:pt x="1133" y="327"/>
                  </a:cubicBezTo>
                  <a:cubicBezTo>
                    <a:pt x="1133" y="328"/>
                    <a:pt x="1133" y="329"/>
                    <a:pt x="1133" y="329"/>
                  </a:cubicBezTo>
                  <a:cubicBezTo>
                    <a:pt x="1133" y="329"/>
                    <a:pt x="1134" y="329"/>
                    <a:pt x="1135" y="329"/>
                  </a:cubicBezTo>
                  <a:cubicBezTo>
                    <a:pt x="1133" y="334"/>
                    <a:pt x="1126" y="332"/>
                    <a:pt x="1128" y="337"/>
                  </a:cubicBezTo>
                  <a:cubicBezTo>
                    <a:pt x="1132" y="337"/>
                    <a:pt x="1137" y="336"/>
                    <a:pt x="1142" y="336"/>
                  </a:cubicBezTo>
                  <a:cubicBezTo>
                    <a:pt x="1143" y="335"/>
                    <a:pt x="1145" y="339"/>
                    <a:pt x="1146" y="340"/>
                  </a:cubicBezTo>
                  <a:cubicBezTo>
                    <a:pt x="1147" y="341"/>
                    <a:pt x="1150" y="341"/>
                    <a:pt x="1152" y="341"/>
                  </a:cubicBezTo>
                  <a:cubicBezTo>
                    <a:pt x="1156" y="342"/>
                    <a:pt x="1159" y="342"/>
                    <a:pt x="1163" y="340"/>
                  </a:cubicBezTo>
                  <a:cubicBezTo>
                    <a:pt x="1165" y="339"/>
                    <a:pt x="1165" y="338"/>
                    <a:pt x="1167" y="337"/>
                  </a:cubicBezTo>
                  <a:cubicBezTo>
                    <a:pt x="1169" y="337"/>
                    <a:pt x="1171" y="337"/>
                    <a:pt x="1174" y="337"/>
                  </a:cubicBezTo>
                  <a:cubicBezTo>
                    <a:pt x="1176" y="335"/>
                    <a:pt x="1182" y="329"/>
                    <a:pt x="1185" y="330"/>
                  </a:cubicBezTo>
                  <a:close/>
                  <a:moveTo>
                    <a:pt x="1134" y="234"/>
                  </a:moveTo>
                  <a:cubicBezTo>
                    <a:pt x="1133" y="230"/>
                    <a:pt x="1130" y="222"/>
                    <a:pt x="1131" y="218"/>
                  </a:cubicBezTo>
                  <a:cubicBezTo>
                    <a:pt x="1134" y="209"/>
                    <a:pt x="1136" y="198"/>
                    <a:pt x="1142" y="190"/>
                  </a:cubicBezTo>
                  <a:cubicBezTo>
                    <a:pt x="1147" y="186"/>
                    <a:pt x="1151" y="181"/>
                    <a:pt x="1155" y="176"/>
                  </a:cubicBezTo>
                  <a:cubicBezTo>
                    <a:pt x="1156" y="175"/>
                    <a:pt x="1153" y="164"/>
                    <a:pt x="1153" y="162"/>
                  </a:cubicBezTo>
                  <a:cubicBezTo>
                    <a:pt x="1152" y="158"/>
                    <a:pt x="1153" y="152"/>
                    <a:pt x="1149" y="149"/>
                  </a:cubicBezTo>
                  <a:cubicBezTo>
                    <a:pt x="1145" y="146"/>
                    <a:pt x="1141" y="143"/>
                    <a:pt x="1137" y="140"/>
                  </a:cubicBezTo>
                  <a:cubicBezTo>
                    <a:pt x="1143" y="134"/>
                    <a:pt x="1149" y="128"/>
                    <a:pt x="1155" y="122"/>
                  </a:cubicBezTo>
                  <a:cubicBezTo>
                    <a:pt x="1149" y="118"/>
                    <a:pt x="1145" y="116"/>
                    <a:pt x="1141" y="108"/>
                  </a:cubicBezTo>
                  <a:cubicBezTo>
                    <a:pt x="1139" y="102"/>
                    <a:pt x="1146" y="95"/>
                    <a:pt x="1149" y="90"/>
                  </a:cubicBezTo>
                  <a:cubicBezTo>
                    <a:pt x="1153" y="84"/>
                    <a:pt x="1159" y="82"/>
                    <a:pt x="1164" y="78"/>
                  </a:cubicBezTo>
                  <a:cubicBezTo>
                    <a:pt x="1170" y="74"/>
                    <a:pt x="1174" y="71"/>
                    <a:pt x="1179" y="65"/>
                  </a:cubicBezTo>
                  <a:cubicBezTo>
                    <a:pt x="1177" y="64"/>
                    <a:pt x="1175" y="62"/>
                    <a:pt x="1174" y="61"/>
                  </a:cubicBezTo>
                  <a:cubicBezTo>
                    <a:pt x="1180" y="60"/>
                    <a:pt x="1186" y="60"/>
                    <a:pt x="1191" y="57"/>
                  </a:cubicBezTo>
                  <a:cubicBezTo>
                    <a:pt x="1198" y="53"/>
                    <a:pt x="1205" y="49"/>
                    <a:pt x="1211" y="45"/>
                  </a:cubicBezTo>
                  <a:cubicBezTo>
                    <a:pt x="1204" y="42"/>
                    <a:pt x="1196" y="38"/>
                    <a:pt x="1188" y="36"/>
                  </a:cubicBezTo>
                  <a:cubicBezTo>
                    <a:pt x="1183" y="35"/>
                    <a:pt x="1172" y="34"/>
                    <a:pt x="1168" y="39"/>
                  </a:cubicBezTo>
                  <a:cubicBezTo>
                    <a:pt x="1166" y="42"/>
                    <a:pt x="1164" y="46"/>
                    <a:pt x="1160" y="46"/>
                  </a:cubicBezTo>
                  <a:cubicBezTo>
                    <a:pt x="1156" y="45"/>
                    <a:pt x="1151" y="44"/>
                    <a:pt x="1147" y="43"/>
                  </a:cubicBezTo>
                  <a:cubicBezTo>
                    <a:pt x="1141" y="42"/>
                    <a:pt x="1131" y="50"/>
                    <a:pt x="1126" y="52"/>
                  </a:cubicBezTo>
                  <a:cubicBezTo>
                    <a:pt x="1127" y="50"/>
                    <a:pt x="1137" y="35"/>
                    <a:pt x="1130" y="35"/>
                  </a:cubicBezTo>
                  <a:cubicBezTo>
                    <a:pt x="1124" y="35"/>
                    <a:pt x="1118" y="36"/>
                    <a:pt x="1113" y="32"/>
                  </a:cubicBezTo>
                  <a:cubicBezTo>
                    <a:pt x="1121" y="29"/>
                    <a:pt x="1129" y="26"/>
                    <a:pt x="1137" y="23"/>
                  </a:cubicBezTo>
                  <a:cubicBezTo>
                    <a:pt x="1121" y="16"/>
                    <a:pt x="1107" y="9"/>
                    <a:pt x="1091" y="6"/>
                  </a:cubicBezTo>
                  <a:cubicBezTo>
                    <a:pt x="1072" y="4"/>
                    <a:pt x="1054" y="0"/>
                    <a:pt x="1035" y="2"/>
                  </a:cubicBezTo>
                  <a:cubicBezTo>
                    <a:pt x="1028" y="3"/>
                    <a:pt x="1021" y="3"/>
                    <a:pt x="1015" y="4"/>
                  </a:cubicBezTo>
                  <a:cubicBezTo>
                    <a:pt x="1012" y="4"/>
                    <a:pt x="1008" y="3"/>
                    <a:pt x="1006" y="5"/>
                  </a:cubicBezTo>
                  <a:cubicBezTo>
                    <a:pt x="1002" y="6"/>
                    <a:pt x="1002" y="14"/>
                    <a:pt x="998" y="13"/>
                  </a:cubicBezTo>
                  <a:cubicBezTo>
                    <a:pt x="992" y="12"/>
                    <a:pt x="987" y="11"/>
                    <a:pt x="982" y="10"/>
                  </a:cubicBezTo>
                  <a:cubicBezTo>
                    <a:pt x="975" y="9"/>
                    <a:pt x="967" y="6"/>
                    <a:pt x="961" y="9"/>
                  </a:cubicBezTo>
                  <a:cubicBezTo>
                    <a:pt x="952" y="13"/>
                    <a:pt x="943" y="17"/>
                    <a:pt x="934" y="21"/>
                  </a:cubicBezTo>
                  <a:cubicBezTo>
                    <a:pt x="942" y="27"/>
                    <a:pt x="952" y="31"/>
                    <a:pt x="957" y="40"/>
                  </a:cubicBezTo>
                  <a:cubicBezTo>
                    <a:pt x="942" y="34"/>
                    <a:pt x="927" y="30"/>
                    <a:pt x="911" y="26"/>
                  </a:cubicBezTo>
                  <a:cubicBezTo>
                    <a:pt x="907" y="25"/>
                    <a:pt x="899" y="28"/>
                    <a:pt x="895" y="29"/>
                  </a:cubicBezTo>
                  <a:cubicBezTo>
                    <a:pt x="884" y="30"/>
                    <a:pt x="872" y="32"/>
                    <a:pt x="861" y="33"/>
                  </a:cubicBezTo>
                  <a:cubicBezTo>
                    <a:pt x="857" y="34"/>
                    <a:pt x="849" y="33"/>
                    <a:pt x="845" y="35"/>
                  </a:cubicBezTo>
                  <a:cubicBezTo>
                    <a:pt x="838" y="39"/>
                    <a:pt x="832" y="42"/>
                    <a:pt x="826" y="45"/>
                  </a:cubicBezTo>
                  <a:cubicBezTo>
                    <a:pt x="810" y="53"/>
                    <a:pt x="795" y="61"/>
                    <a:pt x="779" y="69"/>
                  </a:cubicBezTo>
                  <a:cubicBezTo>
                    <a:pt x="785" y="75"/>
                    <a:pt x="792" y="74"/>
                    <a:pt x="800" y="75"/>
                  </a:cubicBezTo>
                  <a:cubicBezTo>
                    <a:pt x="798" y="80"/>
                    <a:pt x="796" y="84"/>
                    <a:pt x="795" y="88"/>
                  </a:cubicBezTo>
                  <a:cubicBezTo>
                    <a:pt x="793" y="93"/>
                    <a:pt x="792" y="92"/>
                    <a:pt x="787" y="92"/>
                  </a:cubicBezTo>
                  <a:cubicBezTo>
                    <a:pt x="780" y="93"/>
                    <a:pt x="774" y="94"/>
                    <a:pt x="767" y="96"/>
                  </a:cubicBezTo>
                  <a:cubicBezTo>
                    <a:pt x="758" y="99"/>
                    <a:pt x="749" y="101"/>
                    <a:pt x="740" y="104"/>
                  </a:cubicBezTo>
                  <a:cubicBezTo>
                    <a:pt x="738" y="105"/>
                    <a:pt x="738" y="110"/>
                    <a:pt x="738" y="112"/>
                  </a:cubicBezTo>
                  <a:cubicBezTo>
                    <a:pt x="737" y="114"/>
                    <a:pt x="741" y="118"/>
                    <a:pt x="742" y="119"/>
                  </a:cubicBezTo>
                  <a:cubicBezTo>
                    <a:pt x="745" y="123"/>
                    <a:pt x="748" y="130"/>
                    <a:pt x="752" y="133"/>
                  </a:cubicBezTo>
                  <a:cubicBezTo>
                    <a:pt x="758" y="136"/>
                    <a:pt x="763" y="139"/>
                    <a:pt x="768" y="142"/>
                  </a:cubicBezTo>
                  <a:cubicBezTo>
                    <a:pt x="771" y="144"/>
                    <a:pt x="778" y="150"/>
                    <a:pt x="781" y="150"/>
                  </a:cubicBezTo>
                  <a:cubicBezTo>
                    <a:pt x="787" y="149"/>
                    <a:pt x="793" y="148"/>
                    <a:pt x="799" y="147"/>
                  </a:cubicBezTo>
                  <a:cubicBezTo>
                    <a:pt x="810" y="146"/>
                    <a:pt x="819" y="148"/>
                    <a:pt x="830" y="150"/>
                  </a:cubicBezTo>
                  <a:cubicBezTo>
                    <a:pt x="835" y="151"/>
                    <a:pt x="841" y="152"/>
                    <a:pt x="846" y="153"/>
                  </a:cubicBezTo>
                  <a:cubicBezTo>
                    <a:pt x="849" y="153"/>
                    <a:pt x="855" y="163"/>
                    <a:pt x="856" y="165"/>
                  </a:cubicBezTo>
                  <a:cubicBezTo>
                    <a:pt x="864" y="175"/>
                    <a:pt x="868" y="186"/>
                    <a:pt x="873" y="197"/>
                  </a:cubicBezTo>
                  <a:cubicBezTo>
                    <a:pt x="875" y="204"/>
                    <a:pt x="876" y="204"/>
                    <a:pt x="874" y="210"/>
                  </a:cubicBezTo>
                  <a:cubicBezTo>
                    <a:pt x="872" y="216"/>
                    <a:pt x="869" y="220"/>
                    <a:pt x="873" y="224"/>
                  </a:cubicBezTo>
                  <a:cubicBezTo>
                    <a:pt x="878" y="229"/>
                    <a:pt x="883" y="231"/>
                    <a:pt x="881" y="238"/>
                  </a:cubicBezTo>
                  <a:cubicBezTo>
                    <a:pt x="880" y="245"/>
                    <a:pt x="877" y="248"/>
                    <a:pt x="881" y="253"/>
                  </a:cubicBezTo>
                  <a:cubicBezTo>
                    <a:pt x="887" y="259"/>
                    <a:pt x="887" y="259"/>
                    <a:pt x="894" y="257"/>
                  </a:cubicBezTo>
                  <a:cubicBezTo>
                    <a:pt x="900" y="255"/>
                    <a:pt x="905" y="254"/>
                    <a:pt x="910" y="252"/>
                  </a:cubicBezTo>
                  <a:cubicBezTo>
                    <a:pt x="910" y="256"/>
                    <a:pt x="909" y="260"/>
                    <a:pt x="909" y="265"/>
                  </a:cubicBezTo>
                  <a:cubicBezTo>
                    <a:pt x="909" y="266"/>
                    <a:pt x="904" y="267"/>
                    <a:pt x="903" y="268"/>
                  </a:cubicBezTo>
                  <a:cubicBezTo>
                    <a:pt x="899" y="269"/>
                    <a:pt x="895" y="271"/>
                    <a:pt x="891" y="272"/>
                  </a:cubicBezTo>
                  <a:cubicBezTo>
                    <a:pt x="890" y="273"/>
                    <a:pt x="890" y="278"/>
                    <a:pt x="890" y="279"/>
                  </a:cubicBezTo>
                  <a:cubicBezTo>
                    <a:pt x="890" y="284"/>
                    <a:pt x="887" y="294"/>
                    <a:pt x="888" y="299"/>
                  </a:cubicBezTo>
                  <a:cubicBezTo>
                    <a:pt x="891" y="307"/>
                    <a:pt x="894" y="314"/>
                    <a:pt x="897" y="322"/>
                  </a:cubicBezTo>
                  <a:cubicBezTo>
                    <a:pt x="901" y="335"/>
                    <a:pt x="909" y="345"/>
                    <a:pt x="916" y="356"/>
                  </a:cubicBezTo>
                  <a:cubicBezTo>
                    <a:pt x="920" y="362"/>
                    <a:pt x="924" y="369"/>
                    <a:pt x="928" y="375"/>
                  </a:cubicBezTo>
                  <a:cubicBezTo>
                    <a:pt x="930" y="379"/>
                    <a:pt x="936" y="379"/>
                    <a:pt x="940" y="380"/>
                  </a:cubicBezTo>
                  <a:cubicBezTo>
                    <a:pt x="946" y="383"/>
                    <a:pt x="953" y="385"/>
                    <a:pt x="959" y="388"/>
                  </a:cubicBezTo>
                  <a:cubicBezTo>
                    <a:pt x="961" y="388"/>
                    <a:pt x="970" y="389"/>
                    <a:pt x="970" y="387"/>
                  </a:cubicBezTo>
                  <a:cubicBezTo>
                    <a:pt x="975" y="375"/>
                    <a:pt x="979" y="362"/>
                    <a:pt x="983" y="349"/>
                  </a:cubicBezTo>
                  <a:cubicBezTo>
                    <a:pt x="986" y="339"/>
                    <a:pt x="990" y="329"/>
                    <a:pt x="993" y="318"/>
                  </a:cubicBezTo>
                  <a:cubicBezTo>
                    <a:pt x="995" y="313"/>
                    <a:pt x="995" y="313"/>
                    <a:pt x="1000" y="311"/>
                  </a:cubicBezTo>
                  <a:cubicBezTo>
                    <a:pt x="1007" y="309"/>
                    <a:pt x="1014" y="307"/>
                    <a:pt x="1020" y="305"/>
                  </a:cubicBezTo>
                  <a:cubicBezTo>
                    <a:pt x="1024" y="303"/>
                    <a:pt x="1031" y="303"/>
                    <a:pt x="1034" y="300"/>
                  </a:cubicBezTo>
                  <a:cubicBezTo>
                    <a:pt x="1038" y="297"/>
                    <a:pt x="1042" y="290"/>
                    <a:pt x="1045" y="286"/>
                  </a:cubicBezTo>
                  <a:cubicBezTo>
                    <a:pt x="1048" y="282"/>
                    <a:pt x="1049" y="280"/>
                    <a:pt x="1054" y="279"/>
                  </a:cubicBezTo>
                  <a:cubicBezTo>
                    <a:pt x="1060" y="277"/>
                    <a:pt x="1066" y="276"/>
                    <a:pt x="1072" y="274"/>
                  </a:cubicBezTo>
                  <a:cubicBezTo>
                    <a:pt x="1081" y="272"/>
                    <a:pt x="1092" y="271"/>
                    <a:pt x="1100" y="266"/>
                  </a:cubicBezTo>
                  <a:cubicBezTo>
                    <a:pt x="1111" y="260"/>
                    <a:pt x="1121" y="253"/>
                    <a:pt x="1131" y="247"/>
                  </a:cubicBezTo>
                  <a:cubicBezTo>
                    <a:pt x="1136" y="241"/>
                    <a:pt x="1136" y="241"/>
                    <a:pt x="1134" y="234"/>
                  </a:cubicBezTo>
                  <a:close/>
                  <a:moveTo>
                    <a:pt x="2155" y="814"/>
                  </a:moveTo>
                  <a:cubicBezTo>
                    <a:pt x="2157" y="813"/>
                    <a:pt x="2161" y="813"/>
                    <a:pt x="2161" y="810"/>
                  </a:cubicBezTo>
                  <a:cubicBezTo>
                    <a:pt x="2161" y="807"/>
                    <a:pt x="2162" y="804"/>
                    <a:pt x="2165" y="804"/>
                  </a:cubicBezTo>
                  <a:cubicBezTo>
                    <a:pt x="2165" y="801"/>
                    <a:pt x="2165" y="799"/>
                    <a:pt x="2162" y="799"/>
                  </a:cubicBezTo>
                  <a:cubicBezTo>
                    <a:pt x="2162" y="799"/>
                    <a:pt x="2162" y="800"/>
                    <a:pt x="2162" y="801"/>
                  </a:cubicBezTo>
                  <a:cubicBezTo>
                    <a:pt x="2155" y="797"/>
                    <a:pt x="2151" y="803"/>
                    <a:pt x="2146" y="806"/>
                  </a:cubicBezTo>
                  <a:cubicBezTo>
                    <a:pt x="2146" y="811"/>
                    <a:pt x="2145" y="812"/>
                    <a:pt x="2149" y="815"/>
                  </a:cubicBezTo>
                  <a:cubicBezTo>
                    <a:pt x="2151" y="816"/>
                    <a:pt x="2152" y="816"/>
                    <a:pt x="2154" y="816"/>
                  </a:cubicBezTo>
                  <a:cubicBezTo>
                    <a:pt x="2156" y="816"/>
                    <a:pt x="2154" y="814"/>
                    <a:pt x="2155" y="814"/>
                  </a:cubicBezTo>
                  <a:close/>
                  <a:moveTo>
                    <a:pt x="2124" y="1024"/>
                  </a:moveTo>
                  <a:cubicBezTo>
                    <a:pt x="2125" y="1017"/>
                    <a:pt x="2124" y="1009"/>
                    <a:pt x="2126" y="1003"/>
                  </a:cubicBezTo>
                  <a:cubicBezTo>
                    <a:pt x="2128" y="996"/>
                    <a:pt x="2120" y="991"/>
                    <a:pt x="2115" y="997"/>
                  </a:cubicBezTo>
                  <a:cubicBezTo>
                    <a:pt x="2119" y="993"/>
                    <a:pt x="2115" y="993"/>
                    <a:pt x="2115" y="990"/>
                  </a:cubicBezTo>
                  <a:cubicBezTo>
                    <a:pt x="2114" y="988"/>
                    <a:pt x="2114" y="983"/>
                    <a:pt x="2113" y="982"/>
                  </a:cubicBezTo>
                  <a:cubicBezTo>
                    <a:pt x="2111" y="982"/>
                    <a:pt x="2107" y="981"/>
                    <a:pt x="2107" y="979"/>
                  </a:cubicBezTo>
                  <a:cubicBezTo>
                    <a:pt x="2106" y="976"/>
                    <a:pt x="2109" y="975"/>
                    <a:pt x="2109" y="972"/>
                  </a:cubicBezTo>
                  <a:cubicBezTo>
                    <a:pt x="2108" y="969"/>
                    <a:pt x="2103" y="969"/>
                    <a:pt x="2103" y="967"/>
                  </a:cubicBezTo>
                  <a:cubicBezTo>
                    <a:pt x="2103" y="963"/>
                    <a:pt x="2102" y="965"/>
                    <a:pt x="2099" y="963"/>
                  </a:cubicBezTo>
                  <a:cubicBezTo>
                    <a:pt x="2096" y="961"/>
                    <a:pt x="2100" y="960"/>
                    <a:pt x="2095" y="959"/>
                  </a:cubicBezTo>
                  <a:cubicBezTo>
                    <a:pt x="2092" y="959"/>
                    <a:pt x="2090" y="959"/>
                    <a:pt x="2089" y="957"/>
                  </a:cubicBezTo>
                  <a:cubicBezTo>
                    <a:pt x="2085" y="952"/>
                    <a:pt x="2081" y="951"/>
                    <a:pt x="2077" y="947"/>
                  </a:cubicBezTo>
                  <a:cubicBezTo>
                    <a:pt x="2073" y="944"/>
                    <a:pt x="2068" y="941"/>
                    <a:pt x="2065" y="937"/>
                  </a:cubicBezTo>
                  <a:cubicBezTo>
                    <a:pt x="2062" y="932"/>
                    <a:pt x="2063" y="929"/>
                    <a:pt x="2056" y="928"/>
                  </a:cubicBezTo>
                  <a:cubicBezTo>
                    <a:pt x="2054" y="928"/>
                    <a:pt x="2044" y="924"/>
                    <a:pt x="2043" y="926"/>
                  </a:cubicBezTo>
                  <a:cubicBezTo>
                    <a:pt x="2041" y="928"/>
                    <a:pt x="2049" y="938"/>
                    <a:pt x="2051" y="940"/>
                  </a:cubicBezTo>
                  <a:cubicBezTo>
                    <a:pt x="2054" y="942"/>
                    <a:pt x="2061" y="944"/>
                    <a:pt x="2061" y="949"/>
                  </a:cubicBezTo>
                  <a:cubicBezTo>
                    <a:pt x="2061" y="956"/>
                    <a:pt x="2069" y="955"/>
                    <a:pt x="2070" y="961"/>
                  </a:cubicBezTo>
                  <a:cubicBezTo>
                    <a:pt x="2071" y="964"/>
                    <a:pt x="2072" y="968"/>
                    <a:pt x="2073" y="971"/>
                  </a:cubicBezTo>
                  <a:cubicBezTo>
                    <a:pt x="2074" y="974"/>
                    <a:pt x="2076" y="973"/>
                    <a:pt x="2077" y="974"/>
                  </a:cubicBezTo>
                  <a:cubicBezTo>
                    <a:pt x="2081" y="978"/>
                    <a:pt x="2083" y="987"/>
                    <a:pt x="2086" y="992"/>
                  </a:cubicBezTo>
                  <a:cubicBezTo>
                    <a:pt x="2088" y="997"/>
                    <a:pt x="2091" y="1000"/>
                    <a:pt x="2094" y="1003"/>
                  </a:cubicBezTo>
                  <a:cubicBezTo>
                    <a:pt x="2101" y="1010"/>
                    <a:pt x="2107" y="1018"/>
                    <a:pt x="2115" y="1024"/>
                  </a:cubicBezTo>
                  <a:cubicBezTo>
                    <a:pt x="2115" y="1023"/>
                    <a:pt x="2115" y="1021"/>
                    <a:pt x="2115" y="1020"/>
                  </a:cubicBezTo>
                  <a:cubicBezTo>
                    <a:pt x="2119" y="1024"/>
                    <a:pt x="2121" y="1018"/>
                    <a:pt x="2124" y="1024"/>
                  </a:cubicBezTo>
                  <a:close/>
                  <a:moveTo>
                    <a:pt x="2141" y="995"/>
                  </a:moveTo>
                  <a:cubicBezTo>
                    <a:pt x="2137" y="991"/>
                    <a:pt x="2138" y="1000"/>
                    <a:pt x="2139" y="1001"/>
                  </a:cubicBezTo>
                  <a:cubicBezTo>
                    <a:pt x="2144" y="1003"/>
                    <a:pt x="2144" y="997"/>
                    <a:pt x="2141" y="995"/>
                  </a:cubicBezTo>
                  <a:close/>
                  <a:moveTo>
                    <a:pt x="2185" y="1039"/>
                  </a:moveTo>
                  <a:cubicBezTo>
                    <a:pt x="2181" y="1040"/>
                    <a:pt x="2176" y="1037"/>
                    <a:pt x="2177" y="1032"/>
                  </a:cubicBezTo>
                  <a:cubicBezTo>
                    <a:pt x="2174" y="1033"/>
                    <a:pt x="2167" y="1032"/>
                    <a:pt x="2166" y="1030"/>
                  </a:cubicBezTo>
                  <a:cubicBezTo>
                    <a:pt x="2163" y="1027"/>
                    <a:pt x="2162" y="1029"/>
                    <a:pt x="2161" y="1032"/>
                  </a:cubicBezTo>
                  <a:cubicBezTo>
                    <a:pt x="2161" y="1033"/>
                    <a:pt x="2159" y="1032"/>
                    <a:pt x="2157" y="1032"/>
                  </a:cubicBezTo>
                  <a:cubicBezTo>
                    <a:pt x="2151" y="1032"/>
                    <a:pt x="2147" y="1033"/>
                    <a:pt x="2144" y="1027"/>
                  </a:cubicBezTo>
                  <a:cubicBezTo>
                    <a:pt x="2143" y="1027"/>
                    <a:pt x="2136" y="1025"/>
                    <a:pt x="2134" y="1024"/>
                  </a:cubicBezTo>
                  <a:cubicBezTo>
                    <a:pt x="2133" y="1026"/>
                    <a:pt x="2131" y="1025"/>
                    <a:pt x="2128" y="1024"/>
                  </a:cubicBezTo>
                  <a:cubicBezTo>
                    <a:pt x="2126" y="1024"/>
                    <a:pt x="2126" y="1025"/>
                    <a:pt x="2124" y="1026"/>
                  </a:cubicBezTo>
                  <a:cubicBezTo>
                    <a:pt x="2119" y="1032"/>
                    <a:pt x="2126" y="1033"/>
                    <a:pt x="2130" y="1033"/>
                  </a:cubicBezTo>
                  <a:cubicBezTo>
                    <a:pt x="2130" y="1034"/>
                    <a:pt x="2130" y="1035"/>
                    <a:pt x="2129" y="1036"/>
                  </a:cubicBezTo>
                  <a:cubicBezTo>
                    <a:pt x="2134" y="1037"/>
                    <a:pt x="2139" y="1040"/>
                    <a:pt x="2143" y="1040"/>
                  </a:cubicBezTo>
                  <a:cubicBezTo>
                    <a:pt x="2146" y="1041"/>
                    <a:pt x="2148" y="1039"/>
                    <a:pt x="2151" y="1039"/>
                  </a:cubicBezTo>
                  <a:cubicBezTo>
                    <a:pt x="2153" y="1040"/>
                    <a:pt x="2156" y="1041"/>
                    <a:pt x="2158" y="1042"/>
                  </a:cubicBezTo>
                  <a:cubicBezTo>
                    <a:pt x="2160" y="1043"/>
                    <a:pt x="2162" y="1044"/>
                    <a:pt x="2164" y="1044"/>
                  </a:cubicBezTo>
                  <a:cubicBezTo>
                    <a:pt x="2166" y="1044"/>
                    <a:pt x="2168" y="1044"/>
                    <a:pt x="2169" y="1045"/>
                  </a:cubicBezTo>
                  <a:cubicBezTo>
                    <a:pt x="2170" y="1045"/>
                    <a:pt x="2171" y="1043"/>
                    <a:pt x="2172" y="1043"/>
                  </a:cubicBezTo>
                  <a:cubicBezTo>
                    <a:pt x="2176" y="1044"/>
                    <a:pt x="2178" y="1045"/>
                    <a:pt x="2183" y="1044"/>
                  </a:cubicBezTo>
                  <a:cubicBezTo>
                    <a:pt x="2186" y="1046"/>
                    <a:pt x="2190" y="1047"/>
                    <a:pt x="2193" y="1048"/>
                  </a:cubicBezTo>
                  <a:cubicBezTo>
                    <a:pt x="2189" y="1044"/>
                    <a:pt x="2194" y="1037"/>
                    <a:pt x="2185" y="1039"/>
                  </a:cubicBezTo>
                  <a:close/>
                  <a:moveTo>
                    <a:pt x="2119" y="990"/>
                  </a:moveTo>
                  <a:cubicBezTo>
                    <a:pt x="2121" y="992"/>
                    <a:pt x="2121" y="991"/>
                    <a:pt x="2123" y="991"/>
                  </a:cubicBezTo>
                  <a:cubicBezTo>
                    <a:pt x="2124" y="991"/>
                    <a:pt x="2124" y="993"/>
                    <a:pt x="2125" y="994"/>
                  </a:cubicBezTo>
                  <a:cubicBezTo>
                    <a:pt x="2126" y="996"/>
                    <a:pt x="2126" y="997"/>
                    <a:pt x="2127" y="998"/>
                  </a:cubicBezTo>
                  <a:cubicBezTo>
                    <a:pt x="2129" y="999"/>
                    <a:pt x="2130" y="1000"/>
                    <a:pt x="2132" y="1000"/>
                  </a:cubicBezTo>
                  <a:cubicBezTo>
                    <a:pt x="2130" y="998"/>
                    <a:pt x="2131" y="997"/>
                    <a:pt x="2132" y="995"/>
                  </a:cubicBezTo>
                  <a:cubicBezTo>
                    <a:pt x="2126" y="995"/>
                    <a:pt x="2129" y="986"/>
                    <a:pt x="2124" y="986"/>
                  </a:cubicBezTo>
                  <a:cubicBezTo>
                    <a:pt x="2124" y="987"/>
                    <a:pt x="2124" y="988"/>
                    <a:pt x="2124" y="988"/>
                  </a:cubicBezTo>
                  <a:cubicBezTo>
                    <a:pt x="2122" y="985"/>
                    <a:pt x="2121" y="988"/>
                    <a:pt x="2119" y="990"/>
                  </a:cubicBezTo>
                  <a:close/>
                </a:path>
              </a:pathLst>
            </a:custGeom>
            <a:solidFill>
              <a:srgbClr val="7F7F7F">
                <a:alpha val="9803"/>
              </a:srgbClr>
            </a:solidFill>
            <a:ln>
              <a:noFill/>
            </a:ln>
          </p:spPr>
          <p:txBody>
            <a:bodyPr spcFirstLastPara="1" wrap="square" lIns="91425" tIns="45700" rIns="91425" bIns="45700" anchor="t" anchorCtr="0">
              <a:noAutofit/>
            </a:bodyPr>
            <a:lstStyle/>
            <a:p>
              <a:pPr defTabSz="914400">
                <a:buClr>
                  <a:prstClr val="black"/>
                </a:buClr>
                <a:buSzPts val="1800"/>
                <a:buFont typeface="Calibri"/>
                <a:buNone/>
              </a:pPr>
              <a:endParaRPr>
                <a:solidFill>
                  <a:srgbClr val="282F39"/>
                </a:solidFill>
                <a:ea typeface="Calibri"/>
                <a:cs typeface="Calibri"/>
                <a:sym typeface="Calibri"/>
              </a:endParaRPr>
            </a:p>
          </p:txBody>
        </p:sp>
        <p:sp>
          <p:nvSpPr>
            <p:cNvPr id="5" name="Google Shape;201;p5"/>
            <p:cNvSpPr/>
            <p:nvPr/>
          </p:nvSpPr>
          <p:spPr>
            <a:xfrm>
              <a:off x="969" y="744"/>
              <a:ext cx="5584" cy="3024"/>
            </a:xfrm>
            <a:custGeom>
              <a:avLst/>
              <a:gdLst/>
              <a:ahLst/>
              <a:cxnLst/>
              <a:rect l="l" t="t" r="r" b="b"/>
              <a:pathLst>
                <a:path w="2788" h="1509" extrusionOk="0">
                  <a:moveTo>
                    <a:pt x="1256" y="418"/>
                  </a:moveTo>
                  <a:cubicBezTo>
                    <a:pt x="1256" y="420"/>
                    <a:pt x="1257" y="422"/>
                    <a:pt x="1260" y="421"/>
                  </a:cubicBezTo>
                  <a:cubicBezTo>
                    <a:pt x="1258" y="426"/>
                    <a:pt x="1253" y="421"/>
                    <a:pt x="1251" y="418"/>
                  </a:cubicBezTo>
                  <a:cubicBezTo>
                    <a:pt x="1251" y="418"/>
                    <a:pt x="1252" y="417"/>
                    <a:pt x="1252" y="417"/>
                  </a:cubicBezTo>
                  <a:cubicBezTo>
                    <a:pt x="1253" y="417"/>
                    <a:pt x="1253" y="418"/>
                    <a:pt x="1254" y="418"/>
                  </a:cubicBezTo>
                  <a:cubicBezTo>
                    <a:pt x="1254" y="417"/>
                    <a:pt x="1254" y="417"/>
                    <a:pt x="1254" y="416"/>
                  </a:cubicBezTo>
                  <a:cubicBezTo>
                    <a:pt x="1255" y="416"/>
                    <a:pt x="1256" y="417"/>
                    <a:pt x="1256" y="418"/>
                  </a:cubicBezTo>
                  <a:close/>
                  <a:moveTo>
                    <a:pt x="554" y="204"/>
                  </a:moveTo>
                  <a:cubicBezTo>
                    <a:pt x="554" y="205"/>
                    <a:pt x="552" y="205"/>
                    <a:pt x="551" y="206"/>
                  </a:cubicBezTo>
                  <a:cubicBezTo>
                    <a:pt x="548" y="199"/>
                    <a:pt x="546" y="201"/>
                    <a:pt x="540" y="201"/>
                  </a:cubicBezTo>
                  <a:cubicBezTo>
                    <a:pt x="543" y="198"/>
                    <a:pt x="547" y="196"/>
                    <a:pt x="550" y="194"/>
                  </a:cubicBezTo>
                  <a:cubicBezTo>
                    <a:pt x="549" y="193"/>
                    <a:pt x="548" y="192"/>
                    <a:pt x="547" y="191"/>
                  </a:cubicBezTo>
                  <a:cubicBezTo>
                    <a:pt x="548" y="190"/>
                    <a:pt x="550" y="189"/>
                    <a:pt x="552" y="188"/>
                  </a:cubicBezTo>
                  <a:cubicBezTo>
                    <a:pt x="548" y="186"/>
                    <a:pt x="546" y="184"/>
                    <a:pt x="542" y="186"/>
                  </a:cubicBezTo>
                  <a:cubicBezTo>
                    <a:pt x="538" y="187"/>
                    <a:pt x="536" y="188"/>
                    <a:pt x="532" y="186"/>
                  </a:cubicBezTo>
                  <a:cubicBezTo>
                    <a:pt x="528" y="184"/>
                    <a:pt x="526" y="186"/>
                    <a:pt x="522" y="186"/>
                  </a:cubicBezTo>
                  <a:cubicBezTo>
                    <a:pt x="520" y="186"/>
                    <a:pt x="517" y="191"/>
                    <a:pt x="516" y="192"/>
                  </a:cubicBezTo>
                  <a:cubicBezTo>
                    <a:pt x="517" y="193"/>
                    <a:pt x="525" y="195"/>
                    <a:pt x="525" y="197"/>
                  </a:cubicBezTo>
                  <a:cubicBezTo>
                    <a:pt x="525" y="201"/>
                    <a:pt x="526" y="206"/>
                    <a:pt x="520" y="205"/>
                  </a:cubicBezTo>
                  <a:cubicBezTo>
                    <a:pt x="517" y="204"/>
                    <a:pt x="514" y="198"/>
                    <a:pt x="512" y="199"/>
                  </a:cubicBezTo>
                  <a:cubicBezTo>
                    <a:pt x="509" y="200"/>
                    <a:pt x="505" y="203"/>
                    <a:pt x="508" y="205"/>
                  </a:cubicBezTo>
                  <a:cubicBezTo>
                    <a:pt x="515" y="211"/>
                    <a:pt x="522" y="212"/>
                    <a:pt x="528" y="219"/>
                  </a:cubicBezTo>
                  <a:cubicBezTo>
                    <a:pt x="530" y="222"/>
                    <a:pt x="532" y="226"/>
                    <a:pt x="536" y="227"/>
                  </a:cubicBezTo>
                  <a:cubicBezTo>
                    <a:pt x="539" y="228"/>
                    <a:pt x="544" y="225"/>
                    <a:pt x="542" y="221"/>
                  </a:cubicBezTo>
                  <a:cubicBezTo>
                    <a:pt x="548" y="224"/>
                    <a:pt x="562" y="214"/>
                    <a:pt x="552" y="211"/>
                  </a:cubicBezTo>
                  <a:cubicBezTo>
                    <a:pt x="554" y="211"/>
                    <a:pt x="555" y="210"/>
                    <a:pt x="557" y="209"/>
                  </a:cubicBezTo>
                  <a:cubicBezTo>
                    <a:pt x="556" y="208"/>
                    <a:pt x="555" y="206"/>
                    <a:pt x="554" y="204"/>
                  </a:cubicBezTo>
                  <a:close/>
                  <a:moveTo>
                    <a:pt x="1246" y="418"/>
                  </a:moveTo>
                  <a:cubicBezTo>
                    <a:pt x="1247" y="419"/>
                    <a:pt x="1245" y="421"/>
                    <a:pt x="1247" y="423"/>
                  </a:cubicBezTo>
                  <a:cubicBezTo>
                    <a:pt x="1247" y="421"/>
                    <a:pt x="1247" y="419"/>
                    <a:pt x="1249" y="417"/>
                  </a:cubicBezTo>
                  <a:cubicBezTo>
                    <a:pt x="1248" y="417"/>
                    <a:pt x="1246" y="416"/>
                    <a:pt x="1246" y="416"/>
                  </a:cubicBezTo>
                  <a:cubicBezTo>
                    <a:pt x="1245" y="417"/>
                    <a:pt x="1246" y="417"/>
                    <a:pt x="1246" y="418"/>
                  </a:cubicBezTo>
                  <a:close/>
                  <a:moveTo>
                    <a:pt x="706" y="285"/>
                  </a:moveTo>
                  <a:cubicBezTo>
                    <a:pt x="708" y="288"/>
                    <a:pt x="716" y="292"/>
                    <a:pt x="719" y="287"/>
                  </a:cubicBezTo>
                  <a:cubicBezTo>
                    <a:pt x="722" y="282"/>
                    <a:pt x="720" y="280"/>
                    <a:pt x="721" y="275"/>
                  </a:cubicBezTo>
                  <a:cubicBezTo>
                    <a:pt x="715" y="267"/>
                    <a:pt x="699" y="279"/>
                    <a:pt x="706" y="285"/>
                  </a:cubicBezTo>
                  <a:close/>
                  <a:moveTo>
                    <a:pt x="752" y="228"/>
                  </a:moveTo>
                  <a:cubicBezTo>
                    <a:pt x="749" y="221"/>
                    <a:pt x="740" y="222"/>
                    <a:pt x="735" y="224"/>
                  </a:cubicBezTo>
                  <a:cubicBezTo>
                    <a:pt x="733" y="225"/>
                    <a:pt x="725" y="214"/>
                    <a:pt x="722" y="211"/>
                  </a:cubicBezTo>
                  <a:cubicBezTo>
                    <a:pt x="719" y="207"/>
                    <a:pt x="711" y="204"/>
                    <a:pt x="706" y="204"/>
                  </a:cubicBezTo>
                  <a:cubicBezTo>
                    <a:pt x="704" y="205"/>
                    <a:pt x="699" y="204"/>
                    <a:pt x="697" y="206"/>
                  </a:cubicBezTo>
                  <a:cubicBezTo>
                    <a:pt x="696" y="207"/>
                    <a:pt x="692" y="212"/>
                    <a:pt x="690" y="212"/>
                  </a:cubicBezTo>
                  <a:cubicBezTo>
                    <a:pt x="685" y="208"/>
                    <a:pt x="686" y="208"/>
                    <a:pt x="681" y="212"/>
                  </a:cubicBezTo>
                  <a:cubicBezTo>
                    <a:pt x="679" y="215"/>
                    <a:pt x="676" y="215"/>
                    <a:pt x="678" y="211"/>
                  </a:cubicBezTo>
                  <a:cubicBezTo>
                    <a:pt x="680" y="206"/>
                    <a:pt x="681" y="206"/>
                    <a:pt x="679" y="201"/>
                  </a:cubicBezTo>
                  <a:cubicBezTo>
                    <a:pt x="677" y="198"/>
                    <a:pt x="676" y="198"/>
                    <a:pt x="674" y="195"/>
                  </a:cubicBezTo>
                  <a:cubicBezTo>
                    <a:pt x="672" y="193"/>
                    <a:pt x="673" y="188"/>
                    <a:pt x="669" y="188"/>
                  </a:cubicBezTo>
                  <a:cubicBezTo>
                    <a:pt x="667" y="188"/>
                    <a:pt x="663" y="187"/>
                    <a:pt x="661" y="188"/>
                  </a:cubicBezTo>
                  <a:cubicBezTo>
                    <a:pt x="655" y="190"/>
                    <a:pt x="649" y="193"/>
                    <a:pt x="643" y="194"/>
                  </a:cubicBezTo>
                  <a:cubicBezTo>
                    <a:pt x="643" y="192"/>
                    <a:pt x="644" y="190"/>
                    <a:pt x="644" y="187"/>
                  </a:cubicBezTo>
                  <a:cubicBezTo>
                    <a:pt x="635" y="186"/>
                    <a:pt x="631" y="186"/>
                    <a:pt x="623" y="190"/>
                  </a:cubicBezTo>
                  <a:cubicBezTo>
                    <a:pt x="616" y="193"/>
                    <a:pt x="612" y="197"/>
                    <a:pt x="609" y="204"/>
                  </a:cubicBezTo>
                  <a:cubicBezTo>
                    <a:pt x="608" y="207"/>
                    <a:pt x="605" y="213"/>
                    <a:pt x="605" y="216"/>
                  </a:cubicBezTo>
                  <a:cubicBezTo>
                    <a:pt x="605" y="217"/>
                    <a:pt x="606" y="226"/>
                    <a:pt x="607" y="226"/>
                  </a:cubicBezTo>
                  <a:cubicBezTo>
                    <a:pt x="615" y="227"/>
                    <a:pt x="621" y="226"/>
                    <a:pt x="627" y="233"/>
                  </a:cubicBezTo>
                  <a:cubicBezTo>
                    <a:pt x="621" y="232"/>
                    <a:pt x="615" y="232"/>
                    <a:pt x="609" y="231"/>
                  </a:cubicBezTo>
                  <a:cubicBezTo>
                    <a:pt x="611" y="236"/>
                    <a:pt x="616" y="240"/>
                    <a:pt x="620" y="242"/>
                  </a:cubicBezTo>
                  <a:cubicBezTo>
                    <a:pt x="624" y="244"/>
                    <a:pt x="625" y="241"/>
                    <a:pt x="628" y="241"/>
                  </a:cubicBezTo>
                  <a:cubicBezTo>
                    <a:pt x="634" y="240"/>
                    <a:pt x="630" y="242"/>
                    <a:pt x="633" y="245"/>
                  </a:cubicBezTo>
                  <a:cubicBezTo>
                    <a:pt x="635" y="247"/>
                    <a:pt x="640" y="248"/>
                    <a:pt x="642" y="248"/>
                  </a:cubicBezTo>
                  <a:cubicBezTo>
                    <a:pt x="648" y="248"/>
                    <a:pt x="656" y="247"/>
                    <a:pt x="661" y="249"/>
                  </a:cubicBezTo>
                  <a:cubicBezTo>
                    <a:pt x="663" y="250"/>
                    <a:pt x="665" y="250"/>
                    <a:pt x="667" y="251"/>
                  </a:cubicBezTo>
                  <a:cubicBezTo>
                    <a:pt x="668" y="251"/>
                    <a:pt x="669" y="248"/>
                    <a:pt x="670" y="249"/>
                  </a:cubicBezTo>
                  <a:cubicBezTo>
                    <a:pt x="673" y="249"/>
                    <a:pt x="673" y="253"/>
                    <a:pt x="677" y="252"/>
                  </a:cubicBezTo>
                  <a:cubicBezTo>
                    <a:pt x="674" y="250"/>
                    <a:pt x="672" y="247"/>
                    <a:pt x="670" y="245"/>
                  </a:cubicBezTo>
                  <a:cubicBezTo>
                    <a:pt x="679" y="248"/>
                    <a:pt x="685" y="250"/>
                    <a:pt x="694" y="248"/>
                  </a:cubicBezTo>
                  <a:cubicBezTo>
                    <a:pt x="692" y="244"/>
                    <a:pt x="692" y="242"/>
                    <a:pt x="688" y="241"/>
                  </a:cubicBezTo>
                  <a:cubicBezTo>
                    <a:pt x="693" y="236"/>
                    <a:pt x="692" y="243"/>
                    <a:pt x="696" y="245"/>
                  </a:cubicBezTo>
                  <a:cubicBezTo>
                    <a:pt x="697" y="246"/>
                    <a:pt x="700" y="244"/>
                    <a:pt x="701" y="245"/>
                  </a:cubicBezTo>
                  <a:cubicBezTo>
                    <a:pt x="701" y="247"/>
                    <a:pt x="702" y="249"/>
                    <a:pt x="702" y="251"/>
                  </a:cubicBezTo>
                  <a:cubicBezTo>
                    <a:pt x="706" y="247"/>
                    <a:pt x="714" y="257"/>
                    <a:pt x="717" y="260"/>
                  </a:cubicBezTo>
                  <a:cubicBezTo>
                    <a:pt x="711" y="262"/>
                    <a:pt x="710" y="261"/>
                    <a:pt x="710" y="268"/>
                  </a:cubicBezTo>
                  <a:cubicBezTo>
                    <a:pt x="713" y="267"/>
                    <a:pt x="715" y="266"/>
                    <a:pt x="718" y="265"/>
                  </a:cubicBezTo>
                  <a:cubicBezTo>
                    <a:pt x="722" y="263"/>
                    <a:pt x="722" y="263"/>
                    <a:pt x="724" y="267"/>
                  </a:cubicBezTo>
                  <a:cubicBezTo>
                    <a:pt x="727" y="272"/>
                    <a:pt x="734" y="270"/>
                    <a:pt x="737" y="276"/>
                  </a:cubicBezTo>
                  <a:cubicBezTo>
                    <a:pt x="739" y="280"/>
                    <a:pt x="741" y="284"/>
                    <a:pt x="743" y="287"/>
                  </a:cubicBezTo>
                  <a:cubicBezTo>
                    <a:pt x="744" y="289"/>
                    <a:pt x="742" y="290"/>
                    <a:pt x="740" y="291"/>
                  </a:cubicBezTo>
                  <a:cubicBezTo>
                    <a:pt x="736" y="296"/>
                    <a:pt x="731" y="301"/>
                    <a:pt x="726" y="306"/>
                  </a:cubicBezTo>
                  <a:cubicBezTo>
                    <a:pt x="727" y="307"/>
                    <a:pt x="734" y="310"/>
                    <a:pt x="733" y="313"/>
                  </a:cubicBezTo>
                  <a:cubicBezTo>
                    <a:pt x="732" y="314"/>
                    <a:pt x="723" y="316"/>
                    <a:pt x="722" y="316"/>
                  </a:cubicBezTo>
                  <a:cubicBezTo>
                    <a:pt x="716" y="318"/>
                    <a:pt x="710" y="316"/>
                    <a:pt x="704" y="315"/>
                  </a:cubicBezTo>
                  <a:cubicBezTo>
                    <a:pt x="704" y="319"/>
                    <a:pt x="699" y="320"/>
                    <a:pt x="697" y="323"/>
                  </a:cubicBezTo>
                  <a:cubicBezTo>
                    <a:pt x="696" y="325"/>
                    <a:pt x="700" y="330"/>
                    <a:pt x="703" y="330"/>
                  </a:cubicBezTo>
                  <a:cubicBezTo>
                    <a:pt x="707" y="330"/>
                    <a:pt x="712" y="331"/>
                    <a:pt x="715" y="328"/>
                  </a:cubicBezTo>
                  <a:cubicBezTo>
                    <a:pt x="718" y="325"/>
                    <a:pt x="721" y="328"/>
                    <a:pt x="725" y="329"/>
                  </a:cubicBezTo>
                  <a:cubicBezTo>
                    <a:pt x="725" y="327"/>
                    <a:pt x="726" y="326"/>
                    <a:pt x="725" y="325"/>
                  </a:cubicBezTo>
                  <a:cubicBezTo>
                    <a:pt x="728" y="325"/>
                    <a:pt x="729" y="326"/>
                    <a:pt x="729" y="329"/>
                  </a:cubicBezTo>
                  <a:cubicBezTo>
                    <a:pt x="736" y="325"/>
                    <a:pt x="736" y="328"/>
                    <a:pt x="740" y="335"/>
                  </a:cubicBezTo>
                  <a:cubicBezTo>
                    <a:pt x="742" y="338"/>
                    <a:pt x="746" y="338"/>
                    <a:pt x="750" y="340"/>
                  </a:cubicBezTo>
                  <a:cubicBezTo>
                    <a:pt x="747" y="341"/>
                    <a:pt x="745" y="342"/>
                    <a:pt x="743" y="343"/>
                  </a:cubicBezTo>
                  <a:cubicBezTo>
                    <a:pt x="747" y="345"/>
                    <a:pt x="749" y="347"/>
                    <a:pt x="753" y="346"/>
                  </a:cubicBezTo>
                  <a:cubicBezTo>
                    <a:pt x="753" y="347"/>
                    <a:pt x="752" y="348"/>
                    <a:pt x="752" y="348"/>
                  </a:cubicBezTo>
                  <a:cubicBezTo>
                    <a:pt x="756" y="349"/>
                    <a:pt x="760" y="350"/>
                    <a:pt x="764" y="352"/>
                  </a:cubicBezTo>
                  <a:cubicBezTo>
                    <a:pt x="765" y="352"/>
                    <a:pt x="765" y="356"/>
                    <a:pt x="768" y="356"/>
                  </a:cubicBezTo>
                  <a:cubicBezTo>
                    <a:pt x="776" y="358"/>
                    <a:pt x="784" y="360"/>
                    <a:pt x="792" y="362"/>
                  </a:cubicBezTo>
                  <a:cubicBezTo>
                    <a:pt x="792" y="359"/>
                    <a:pt x="793" y="357"/>
                    <a:pt x="790" y="355"/>
                  </a:cubicBezTo>
                  <a:cubicBezTo>
                    <a:pt x="787" y="353"/>
                    <a:pt x="785" y="351"/>
                    <a:pt x="782" y="349"/>
                  </a:cubicBezTo>
                  <a:cubicBezTo>
                    <a:pt x="780" y="348"/>
                    <a:pt x="775" y="348"/>
                    <a:pt x="774" y="346"/>
                  </a:cubicBezTo>
                  <a:cubicBezTo>
                    <a:pt x="773" y="343"/>
                    <a:pt x="771" y="341"/>
                    <a:pt x="770" y="338"/>
                  </a:cubicBezTo>
                  <a:cubicBezTo>
                    <a:pt x="772" y="339"/>
                    <a:pt x="775" y="340"/>
                    <a:pt x="778" y="342"/>
                  </a:cubicBezTo>
                  <a:cubicBezTo>
                    <a:pt x="777" y="340"/>
                    <a:pt x="777" y="339"/>
                    <a:pt x="777" y="337"/>
                  </a:cubicBezTo>
                  <a:cubicBezTo>
                    <a:pt x="781" y="340"/>
                    <a:pt x="786" y="343"/>
                    <a:pt x="791" y="346"/>
                  </a:cubicBezTo>
                  <a:cubicBezTo>
                    <a:pt x="794" y="348"/>
                    <a:pt x="798" y="354"/>
                    <a:pt x="800" y="353"/>
                  </a:cubicBezTo>
                  <a:cubicBezTo>
                    <a:pt x="799" y="352"/>
                    <a:pt x="798" y="350"/>
                    <a:pt x="798" y="348"/>
                  </a:cubicBezTo>
                  <a:cubicBezTo>
                    <a:pt x="799" y="349"/>
                    <a:pt x="800" y="349"/>
                    <a:pt x="801" y="349"/>
                  </a:cubicBezTo>
                  <a:cubicBezTo>
                    <a:pt x="803" y="345"/>
                    <a:pt x="796" y="344"/>
                    <a:pt x="799" y="340"/>
                  </a:cubicBezTo>
                  <a:cubicBezTo>
                    <a:pt x="800" y="342"/>
                    <a:pt x="801" y="343"/>
                    <a:pt x="803" y="345"/>
                  </a:cubicBezTo>
                  <a:cubicBezTo>
                    <a:pt x="802" y="342"/>
                    <a:pt x="803" y="337"/>
                    <a:pt x="801" y="335"/>
                  </a:cubicBezTo>
                  <a:cubicBezTo>
                    <a:pt x="800" y="332"/>
                    <a:pt x="797" y="333"/>
                    <a:pt x="796" y="329"/>
                  </a:cubicBezTo>
                  <a:cubicBezTo>
                    <a:pt x="795" y="325"/>
                    <a:pt x="795" y="324"/>
                    <a:pt x="792" y="322"/>
                  </a:cubicBezTo>
                  <a:cubicBezTo>
                    <a:pt x="789" y="321"/>
                    <a:pt x="786" y="319"/>
                    <a:pt x="785" y="324"/>
                  </a:cubicBezTo>
                  <a:cubicBezTo>
                    <a:pt x="784" y="321"/>
                    <a:pt x="783" y="317"/>
                    <a:pt x="782" y="314"/>
                  </a:cubicBezTo>
                  <a:cubicBezTo>
                    <a:pt x="781" y="310"/>
                    <a:pt x="780" y="312"/>
                    <a:pt x="777" y="313"/>
                  </a:cubicBezTo>
                  <a:cubicBezTo>
                    <a:pt x="776" y="311"/>
                    <a:pt x="776" y="309"/>
                    <a:pt x="775" y="307"/>
                  </a:cubicBezTo>
                  <a:cubicBezTo>
                    <a:pt x="777" y="307"/>
                    <a:pt x="779" y="307"/>
                    <a:pt x="781" y="308"/>
                  </a:cubicBezTo>
                  <a:cubicBezTo>
                    <a:pt x="781" y="303"/>
                    <a:pt x="777" y="304"/>
                    <a:pt x="779" y="300"/>
                  </a:cubicBezTo>
                  <a:cubicBezTo>
                    <a:pt x="781" y="297"/>
                    <a:pt x="783" y="297"/>
                    <a:pt x="786" y="299"/>
                  </a:cubicBezTo>
                  <a:cubicBezTo>
                    <a:pt x="788" y="300"/>
                    <a:pt x="791" y="305"/>
                    <a:pt x="793" y="306"/>
                  </a:cubicBezTo>
                  <a:cubicBezTo>
                    <a:pt x="795" y="306"/>
                    <a:pt x="800" y="304"/>
                    <a:pt x="801" y="303"/>
                  </a:cubicBezTo>
                  <a:cubicBezTo>
                    <a:pt x="803" y="308"/>
                    <a:pt x="798" y="308"/>
                    <a:pt x="795" y="310"/>
                  </a:cubicBezTo>
                  <a:cubicBezTo>
                    <a:pt x="800" y="316"/>
                    <a:pt x="803" y="318"/>
                    <a:pt x="810" y="322"/>
                  </a:cubicBezTo>
                  <a:cubicBezTo>
                    <a:pt x="812" y="317"/>
                    <a:pt x="811" y="313"/>
                    <a:pt x="810" y="308"/>
                  </a:cubicBezTo>
                  <a:cubicBezTo>
                    <a:pt x="816" y="312"/>
                    <a:pt x="818" y="309"/>
                    <a:pt x="824" y="306"/>
                  </a:cubicBezTo>
                  <a:cubicBezTo>
                    <a:pt x="822" y="305"/>
                    <a:pt x="820" y="304"/>
                    <a:pt x="818" y="303"/>
                  </a:cubicBezTo>
                  <a:cubicBezTo>
                    <a:pt x="820" y="301"/>
                    <a:pt x="824" y="303"/>
                    <a:pt x="827" y="303"/>
                  </a:cubicBezTo>
                  <a:cubicBezTo>
                    <a:pt x="827" y="297"/>
                    <a:pt x="829" y="294"/>
                    <a:pt x="824" y="292"/>
                  </a:cubicBezTo>
                  <a:cubicBezTo>
                    <a:pt x="821" y="290"/>
                    <a:pt x="815" y="292"/>
                    <a:pt x="811" y="292"/>
                  </a:cubicBezTo>
                  <a:cubicBezTo>
                    <a:pt x="812" y="290"/>
                    <a:pt x="813" y="289"/>
                    <a:pt x="815" y="287"/>
                  </a:cubicBezTo>
                  <a:cubicBezTo>
                    <a:pt x="809" y="286"/>
                    <a:pt x="807" y="286"/>
                    <a:pt x="803" y="282"/>
                  </a:cubicBezTo>
                  <a:cubicBezTo>
                    <a:pt x="800" y="279"/>
                    <a:pt x="799" y="278"/>
                    <a:pt x="795" y="276"/>
                  </a:cubicBezTo>
                  <a:cubicBezTo>
                    <a:pt x="786" y="273"/>
                    <a:pt x="778" y="270"/>
                    <a:pt x="770" y="266"/>
                  </a:cubicBezTo>
                  <a:cubicBezTo>
                    <a:pt x="772" y="266"/>
                    <a:pt x="774" y="265"/>
                    <a:pt x="777" y="265"/>
                  </a:cubicBezTo>
                  <a:cubicBezTo>
                    <a:pt x="776" y="263"/>
                    <a:pt x="776" y="261"/>
                    <a:pt x="776" y="258"/>
                  </a:cubicBezTo>
                  <a:cubicBezTo>
                    <a:pt x="779" y="259"/>
                    <a:pt x="782" y="260"/>
                    <a:pt x="786" y="260"/>
                  </a:cubicBezTo>
                  <a:cubicBezTo>
                    <a:pt x="784" y="255"/>
                    <a:pt x="784" y="255"/>
                    <a:pt x="779" y="256"/>
                  </a:cubicBezTo>
                  <a:cubicBezTo>
                    <a:pt x="776" y="257"/>
                    <a:pt x="774" y="255"/>
                    <a:pt x="771" y="254"/>
                  </a:cubicBezTo>
                  <a:cubicBezTo>
                    <a:pt x="776" y="251"/>
                    <a:pt x="777" y="251"/>
                    <a:pt x="782" y="251"/>
                  </a:cubicBezTo>
                  <a:cubicBezTo>
                    <a:pt x="782" y="247"/>
                    <a:pt x="778" y="245"/>
                    <a:pt x="775" y="243"/>
                  </a:cubicBezTo>
                  <a:cubicBezTo>
                    <a:pt x="775" y="247"/>
                    <a:pt x="770" y="248"/>
                    <a:pt x="767" y="250"/>
                  </a:cubicBezTo>
                  <a:cubicBezTo>
                    <a:pt x="768" y="245"/>
                    <a:pt x="765" y="246"/>
                    <a:pt x="762" y="245"/>
                  </a:cubicBezTo>
                  <a:cubicBezTo>
                    <a:pt x="766" y="244"/>
                    <a:pt x="772" y="244"/>
                    <a:pt x="773" y="240"/>
                  </a:cubicBezTo>
                  <a:cubicBezTo>
                    <a:pt x="770" y="238"/>
                    <a:pt x="754" y="227"/>
                    <a:pt x="752" y="232"/>
                  </a:cubicBezTo>
                  <a:cubicBezTo>
                    <a:pt x="750" y="235"/>
                    <a:pt x="745" y="239"/>
                    <a:pt x="743" y="235"/>
                  </a:cubicBezTo>
                  <a:cubicBezTo>
                    <a:pt x="742" y="232"/>
                    <a:pt x="750" y="229"/>
                    <a:pt x="752" y="228"/>
                  </a:cubicBezTo>
                  <a:close/>
                  <a:moveTo>
                    <a:pt x="507" y="151"/>
                  </a:moveTo>
                  <a:cubicBezTo>
                    <a:pt x="505" y="151"/>
                    <a:pt x="503" y="151"/>
                    <a:pt x="502" y="153"/>
                  </a:cubicBezTo>
                  <a:cubicBezTo>
                    <a:pt x="504" y="153"/>
                    <a:pt x="506" y="153"/>
                    <a:pt x="508" y="153"/>
                  </a:cubicBezTo>
                  <a:cubicBezTo>
                    <a:pt x="501" y="158"/>
                    <a:pt x="511" y="158"/>
                    <a:pt x="515" y="157"/>
                  </a:cubicBezTo>
                  <a:cubicBezTo>
                    <a:pt x="520" y="156"/>
                    <a:pt x="525" y="156"/>
                    <a:pt x="530" y="155"/>
                  </a:cubicBezTo>
                  <a:cubicBezTo>
                    <a:pt x="529" y="157"/>
                    <a:pt x="528" y="158"/>
                    <a:pt x="526" y="158"/>
                  </a:cubicBezTo>
                  <a:cubicBezTo>
                    <a:pt x="526" y="158"/>
                    <a:pt x="527" y="158"/>
                    <a:pt x="527" y="159"/>
                  </a:cubicBezTo>
                  <a:cubicBezTo>
                    <a:pt x="525" y="159"/>
                    <a:pt x="523" y="159"/>
                    <a:pt x="522" y="161"/>
                  </a:cubicBezTo>
                  <a:cubicBezTo>
                    <a:pt x="524" y="161"/>
                    <a:pt x="526" y="162"/>
                    <a:pt x="528" y="163"/>
                  </a:cubicBezTo>
                  <a:cubicBezTo>
                    <a:pt x="527" y="163"/>
                    <a:pt x="525" y="163"/>
                    <a:pt x="524" y="163"/>
                  </a:cubicBezTo>
                  <a:cubicBezTo>
                    <a:pt x="525" y="167"/>
                    <a:pt x="527" y="166"/>
                    <a:pt x="530" y="167"/>
                  </a:cubicBezTo>
                  <a:cubicBezTo>
                    <a:pt x="532" y="168"/>
                    <a:pt x="532" y="165"/>
                    <a:pt x="534" y="165"/>
                  </a:cubicBezTo>
                  <a:cubicBezTo>
                    <a:pt x="538" y="166"/>
                    <a:pt x="544" y="168"/>
                    <a:pt x="547" y="164"/>
                  </a:cubicBezTo>
                  <a:cubicBezTo>
                    <a:pt x="546" y="163"/>
                    <a:pt x="545" y="162"/>
                    <a:pt x="543" y="161"/>
                  </a:cubicBezTo>
                  <a:cubicBezTo>
                    <a:pt x="545" y="160"/>
                    <a:pt x="546" y="159"/>
                    <a:pt x="545" y="157"/>
                  </a:cubicBezTo>
                  <a:cubicBezTo>
                    <a:pt x="546" y="158"/>
                    <a:pt x="547" y="158"/>
                    <a:pt x="548" y="159"/>
                  </a:cubicBezTo>
                  <a:cubicBezTo>
                    <a:pt x="549" y="156"/>
                    <a:pt x="547" y="155"/>
                    <a:pt x="547" y="152"/>
                  </a:cubicBezTo>
                  <a:cubicBezTo>
                    <a:pt x="546" y="150"/>
                    <a:pt x="548" y="148"/>
                    <a:pt x="548" y="146"/>
                  </a:cubicBezTo>
                  <a:cubicBezTo>
                    <a:pt x="547" y="145"/>
                    <a:pt x="545" y="140"/>
                    <a:pt x="544" y="140"/>
                  </a:cubicBezTo>
                  <a:cubicBezTo>
                    <a:pt x="542" y="139"/>
                    <a:pt x="539" y="137"/>
                    <a:pt x="537" y="138"/>
                  </a:cubicBezTo>
                  <a:cubicBezTo>
                    <a:pt x="533" y="141"/>
                    <a:pt x="529" y="137"/>
                    <a:pt x="523" y="139"/>
                  </a:cubicBezTo>
                  <a:cubicBezTo>
                    <a:pt x="517" y="141"/>
                    <a:pt x="527" y="142"/>
                    <a:pt x="528" y="145"/>
                  </a:cubicBezTo>
                  <a:cubicBezTo>
                    <a:pt x="527" y="145"/>
                    <a:pt x="526" y="145"/>
                    <a:pt x="524" y="145"/>
                  </a:cubicBezTo>
                  <a:cubicBezTo>
                    <a:pt x="526" y="147"/>
                    <a:pt x="528" y="149"/>
                    <a:pt x="529" y="152"/>
                  </a:cubicBezTo>
                  <a:cubicBezTo>
                    <a:pt x="527" y="150"/>
                    <a:pt x="511" y="135"/>
                    <a:pt x="512" y="145"/>
                  </a:cubicBezTo>
                  <a:cubicBezTo>
                    <a:pt x="513" y="145"/>
                    <a:pt x="515" y="146"/>
                    <a:pt x="516" y="146"/>
                  </a:cubicBezTo>
                  <a:cubicBezTo>
                    <a:pt x="513" y="147"/>
                    <a:pt x="513" y="151"/>
                    <a:pt x="517" y="150"/>
                  </a:cubicBezTo>
                  <a:cubicBezTo>
                    <a:pt x="516" y="153"/>
                    <a:pt x="510" y="150"/>
                    <a:pt x="507" y="151"/>
                  </a:cubicBezTo>
                  <a:close/>
                  <a:moveTo>
                    <a:pt x="507" y="255"/>
                  </a:moveTo>
                  <a:cubicBezTo>
                    <a:pt x="508" y="248"/>
                    <a:pt x="512" y="250"/>
                    <a:pt x="515" y="253"/>
                  </a:cubicBezTo>
                  <a:cubicBezTo>
                    <a:pt x="515" y="252"/>
                    <a:pt x="516" y="251"/>
                    <a:pt x="517" y="250"/>
                  </a:cubicBezTo>
                  <a:cubicBezTo>
                    <a:pt x="521" y="257"/>
                    <a:pt x="521" y="248"/>
                    <a:pt x="520" y="244"/>
                  </a:cubicBezTo>
                  <a:cubicBezTo>
                    <a:pt x="515" y="245"/>
                    <a:pt x="509" y="242"/>
                    <a:pt x="503" y="238"/>
                  </a:cubicBezTo>
                  <a:cubicBezTo>
                    <a:pt x="501" y="237"/>
                    <a:pt x="493" y="234"/>
                    <a:pt x="492" y="232"/>
                  </a:cubicBezTo>
                  <a:cubicBezTo>
                    <a:pt x="491" y="229"/>
                    <a:pt x="494" y="226"/>
                    <a:pt x="493" y="222"/>
                  </a:cubicBezTo>
                  <a:cubicBezTo>
                    <a:pt x="490" y="215"/>
                    <a:pt x="488" y="203"/>
                    <a:pt x="481" y="199"/>
                  </a:cubicBezTo>
                  <a:cubicBezTo>
                    <a:pt x="478" y="198"/>
                    <a:pt x="475" y="193"/>
                    <a:pt x="473" y="197"/>
                  </a:cubicBezTo>
                  <a:cubicBezTo>
                    <a:pt x="472" y="198"/>
                    <a:pt x="467" y="195"/>
                    <a:pt x="465" y="194"/>
                  </a:cubicBezTo>
                  <a:cubicBezTo>
                    <a:pt x="467" y="197"/>
                    <a:pt x="463" y="198"/>
                    <a:pt x="464" y="200"/>
                  </a:cubicBezTo>
                  <a:cubicBezTo>
                    <a:pt x="465" y="202"/>
                    <a:pt x="466" y="204"/>
                    <a:pt x="466" y="206"/>
                  </a:cubicBezTo>
                  <a:cubicBezTo>
                    <a:pt x="468" y="210"/>
                    <a:pt x="470" y="215"/>
                    <a:pt x="471" y="219"/>
                  </a:cubicBezTo>
                  <a:cubicBezTo>
                    <a:pt x="468" y="221"/>
                    <a:pt x="466" y="223"/>
                    <a:pt x="465" y="219"/>
                  </a:cubicBezTo>
                  <a:cubicBezTo>
                    <a:pt x="464" y="215"/>
                    <a:pt x="462" y="211"/>
                    <a:pt x="461" y="207"/>
                  </a:cubicBezTo>
                  <a:cubicBezTo>
                    <a:pt x="459" y="201"/>
                    <a:pt x="449" y="200"/>
                    <a:pt x="445" y="201"/>
                  </a:cubicBezTo>
                  <a:cubicBezTo>
                    <a:pt x="447" y="204"/>
                    <a:pt x="449" y="206"/>
                    <a:pt x="452" y="209"/>
                  </a:cubicBezTo>
                  <a:cubicBezTo>
                    <a:pt x="450" y="208"/>
                    <a:pt x="445" y="206"/>
                    <a:pt x="444" y="207"/>
                  </a:cubicBezTo>
                  <a:cubicBezTo>
                    <a:pt x="442" y="211"/>
                    <a:pt x="441" y="211"/>
                    <a:pt x="437" y="211"/>
                  </a:cubicBezTo>
                  <a:cubicBezTo>
                    <a:pt x="438" y="210"/>
                    <a:pt x="439" y="208"/>
                    <a:pt x="440" y="207"/>
                  </a:cubicBezTo>
                  <a:cubicBezTo>
                    <a:pt x="438" y="205"/>
                    <a:pt x="429" y="199"/>
                    <a:pt x="427" y="200"/>
                  </a:cubicBezTo>
                  <a:cubicBezTo>
                    <a:pt x="425" y="201"/>
                    <a:pt x="424" y="205"/>
                    <a:pt x="422" y="205"/>
                  </a:cubicBezTo>
                  <a:cubicBezTo>
                    <a:pt x="419" y="206"/>
                    <a:pt x="417" y="206"/>
                    <a:pt x="415" y="206"/>
                  </a:cubicBezTo>
                  <a:cubicBezTo>
                    <a:pt x="419" y="203"/>
                    <a:pt x="422" y="199"/>
                    <a:pt x="417" y="196"/>
                  </a:cubicBezTo>
                  <a:cubicBezTo>
                    <a:pt x="413" y="193"/>
                    <a:pt x="411" y="195"/>
                    <a:pt x="407" y="197"/>
                  </a:cubicBezTo>
                  <a:cubicBezTo>
                    <a:pt x="398" y="200"/>
                    <a:pt x="391" y="203"/>
                    <a:pt x="383" y="209"/>
                  </a:cubicBezTo>
                  <a:cubicBezTo>
                    <a:pt x="385" y="210"/>
                    <a:pt x="386" y="211"/>
                    <a:pt x="387" y="211"/>
                  </a:cubicBezTo>
                  <a:cubicBezTo>
                    <a:pt x="384" y="214"/>
                    <a:pt x="379" y="217"/>
                    <a:pt x="380" y="222"/>
                  </a:cubicBezTo>
                  <a:cubicBezTo>
                    <a:pt x="382" y="222"/>
                    <a:pt x="385" y="222"/>
                    <a:pt x="387" y="222"/>
                  </a:cubicBezTo>
                  <a:cubicBezTo>
                    <a:pt x="387" y="223"/>
                    <a:pt x="387" y="224"/>
                    <a:pt x="386" y="225"/>
                  </a:cubicBezTo>
                  <a:cubicBezTo>
                    <a:pt x="392" y="225"/>
                    <a:pt x="397" y="224"/>
                    <a:pt x="403" y="224"/>
                  </a:cubicBezTo>
                  <a:cubicBezTo>
                    <a:pt x="397" y="227"/>
                    <a:pt x="391" y="229"/>
                    <a:pt x="386" y="232"/>
                  </a:cubicBezTo>
                  <a:cubicBezTo>
                    <a:pt x="389" y="235"/>
                    <a:pt x="390" y="237"/>
                    <a:pt x="394" y="237"/>
                  </a:cubicBezTo>
                  <a:cubicBezTo>
                    <a:pt x="400" y="237"/>
                    <a:pt x="406" y="237"/>
                    <a:pt x="412" y="237"/>
                  </a:cubicBezTo>
                  <a:cubicBezTo>
                    <a:pt x="420" y="237"/>
                    <a:pt x="428" y="239"/>
                    <a:pt x="436" y="241"/>
                  </a:cubicBezTo>
                  <a:cubicBezTo>
                    <a:pt x="442" y="243"/>
                    <a:pt x="432" y="244"/>
                    <a:pt x="430" y="244"/>
                  </a:cubicBezTo>
                  <a:cubicBezTo>
                    <a:pt x="426" y="244"/>
                    <a:pt x="421" y="243"/>
                    <a:pt x="417" y="242"/>
                  </a:cubicBezTo>
                  <a:cubicBezTo>
                    <a:pt x="410" y="242"/>
                    <a:pt x="401" y="245"/>
                    <a:pt x="394" y="247"/>
                  </a:cubicBezTo>
                  <a:cubicBezTo>
                    <a:pt x="398" y="261"/>
                    <a:pt x="411" y="259"/>
                    <a:pt x="422" y="259"/>
                  </a:cubicBezTo>
                  <a:cubicBezTo>
                    <a:pt x="422" y="266"/>
                    <a:pt x="423" y="270"/>
                    <a:pt x="430" y="269"/>
                  </a:cubicBezTo>
                  <a:cubicBezTo>
                    <a:pt x="438" y="269"/>
                    <a:pt x="446" y="268"/>
                    <a:pt x="453" y="268"/>
                  </a:cubicBezTo>
                  <a:cubicBezTo>
                    <a:pt x="459" y="267"/>
                    <a:pt x="461" y="263"/>
                    <a:pt x="466" y="262"/>
                  </a:cubicBezTo>
                  <a:cubicBezTo>
                    <a:pt x="470" y="262"/>
                    <a:pt x="471" y="262"/>
                    <a:pt x="473" y="259"/>
                  </a:cubicBezTo>
                  <a:cubicBezTo>
                    <a:pt x="476" y="258"/>
                    <a:pt x="476" y="255"/>
                    <a:pt x="479" y="256"/>
                  </a:cubicBezTo>
                  <a:cubicBezTo>
                    <a:pt x="479" y="257"/>
                    <a:pt x="479" y="258"/>
                    <a:pt x="478" y="259"/>
                  </a:cubicBezTo>
                  <a:cubicBezTo>
                    <a:pt x="482" y="260"/>
                    <a:pt x="486" y="261"/>
                    <a:pt x="490" y="261"/>
                  </a:cubicBezTo>
                  <a:cubicBezTo>
                    <a:pt x="489" y="262"/>
                    <a:pt x="488" y="263"/>
                    <a:pt x="487" y="263"/>
                  </a:cubicBezTo>
                  <a:cubicBezTo>
                    <a:pt x="494" y="263"/>
                    <a:pt x="500" y="267"/>
                    <a:pt x="506" y="266"/>
                  </a:cubicBezTo>
                  <a:cubicBezTo>
                    <a:pt x="508" y="266"/>
                    <a:pt x="514" y="264"/>
                    <a:pt x="514" y="262"/>
                  </a:cubicBezTo>
                  <a:cubicBezTo>
                    <a:pt x="514" y="259"/>
                    <a:pt x="510" y="260"/>
                    <a:pt x="513" y="256"/>
                  </a:cubicBezTo>
                  <a:cubicBezTo>
                    <a:pt x="508" y="255"/>
                    <a:pt x="506" y="257"/>
                    <a:pt x="503" y="260"/>
                  </a:cubicBezTo>
                  <a:cubicBezTo>
                    <a:pt x="503" y="257"/>
                    <a:pt x="503" y="255"/>
                    <a:pt x="501" y="252"/>
                  </a:cubicBezTo>
                  <a:cubicBezTo>
                    <a:pt x="502" y="253"/>
                    <a:pt x="503" y="253"/>
                    <a:pt x="504" y="253"/>
                  </a:cubicBezTo>
                  <a:cubicBezTo>
                    <a:pt x="505" y="254"/>
                    <a:pt x="506" y="254"/>
                    <a:pt x="507" y="255"/>
                  </a:cubicBezTo>
                  <a:close/>
                  <a:moveTo>
                    <a:pt x="531" y="262"/>
                  </a:moveTo>
                  <a:cubicBezTo>
                    <a:pt x="532" y="263"/>
                    <a:pt x="534" y="265"/>
                    <a:pt x="535" y="265"/>
                  </a:cubicBezTo>
                  <a:cubicBezTo>
                    <a:pt x="535" y="264"/>
                    <a:pt x="536" y="264"/>
                    <a:pt x="536" y="263"/>
                  </a:cubicBezTo>
                  <a:cubicBezTo>
                    <a:pt x="537" y="265"/>
                    <a:pt x="538" y="266"/>
                    <a:pt x="540" y="267"/>
                  </a:cubicBezTo>
                  <a:cubicBezTo>
                    <a:pt x="540" y="266"/>
                    <a:pt x="540" y="265"/>
                    <a:pt x="540" y="265"/>
                  </a:cubicBezTo>
                  <a:cubicBezTo>
                    <a:pt x="542" y="269"/>
                    <a:pt x="549" y="270"/>
                    <a:pt x="553" y="271"/>
                  </a:cubicBezTo>
                  <a:cubicBezTo>
                    <a:pt x="557" y="271"/>
                    <a:pt x="561" y="267"/>
                    <a:pt x="565" y="265"/>
                  </a:cubicBezTo>
                  <a:cubicBezTo>
                    <a:pt x="560" y="261"/>
                    <a:pt x="556" y="257"/>
                    <a:pt x="550" y="253"/>
                  </a:cubicBezTo>
                  <a:cubicBezTo>
                    <a:pt x="547" y="251"/>
                    <a:pt x="545" y="248"/>
                    <a:pt x="542" y="251"/>
                  </a:cubicBezTo>
                  <a:cubicBezTo>
                    <a:pt x="540" y="253"/>
                    <a:pt x="537" y="255"/>
                    <a:pt x="540" y="258"/>
                  </a:cubicBezTo>
                  <a:cubicBezTo>
                    <a:pt x="540" y="258"/>
                    <a:pt x="539" y="258"/>
                    <a:pt x="538" y="258"/>
                  </a:cubicBezTo>
                  <a:cubicBezTo>
                    <a:pt x="537" y="262"/>
                    <a:pt x="533" y="259"/>
                    <a:pt x="531" y="262"/>
                  </a:cubicBezTo>
                  <a:close/>
                  <a:moveTo>
                    <a:pt x="1250" y="413"/>
                  </a:moveTo>
                  <a:cubicBezTo>
                    <a:pt x="1250" y="413"/>
                    <a:pt x="1249" y="413"/>
                    <a:pt x="1249" y="414"/>
                  </a:cubicBezTo>
                  <a:cubicBezTo>
                    <a:pt x="1249" y="414"/>
                    <a:pt x="1249" y="415"/>
                    <a:pt x="1249" y="415"/>
                  </a:cubicBezTo>
                  <a:cubicBezTo>
                    <a:pt x="1251" y="413"/>
                    <a:pt x="1252" y="412"/>
                    <a:pt x="1254" y="412"/>
                  </a:cubicBezTo>
                  <a:cubicBezTo>
                    <a:pt x="1254" y="411"/>
                    <a:pt x="1254" y="411"/>
                    <a:pt x="1253" y="410"/>
                  </a:cubicBezTo>
                  <a:cubicBezTo>
                    <a:pt x="1256" y="410"/>
                    <a:pt x="1256" y="405"/>
                    <a:pt x="1255" y="406"/>
                  </a:cubicBezTo>
                  <a:cubicBezTo>
                    <a:pt x="1252" y="407"/>
                    <a:pt x="1245" y="409"/>
                    <a:pt x="1250" y="413"/>
                  </a:cubicBezTo>
                  <a:close/>
                  <a:moveTo>
                    <a:pt x="681" y="337"/>
                  </a:moveTo>
                  <a:cubicBezTo>
                    <a:pt x="676" y="333"/>
                    <a:pt x="675" y="333"/>
                    <a:pt x="669" y="334"/>
                  </a:cubicBezTo>
                  <a:cubicBezTo>
                    <a:pt x="675" y="328"/>
                    <a:pt x="660" y="321"/>
                    <a:pt x="658" y="319"/>
                  </a:cubicBezTo>
                  <a:cubicBezTo>
                    <a:pt x="655" y="318"/>
                    <a:pt x="652" y="319"/>
                    <a:pt x="650" y="317"/>
                  </a:cubicBezTo>
                  <a:cubicBezTo>
                    <a:pt x="648" y="314"/>
                    <a:pt x="647" y="313"/>
                    <a:pt x="644" y="317"/>
                  </a:cubicBezTo>
                  <a:cubicBezTo>
                    <a:pt x="643" y="316"/>
                    <a:pt x="643" y="314"/>
                    <a:pt x="642" y="313"/>
                  </a:cubicBezTo>
                  <a:cubicBezTo>
                    <a:pt x="648" y="312"/>
                    <a:pt x="646" y="305"/>
                    <a:pt x="641" y="307"/>
                  </a:cubicBezTo>
                  <a:cubicBezTo>
                    <a:pt x="636" y="309"/>
                    <a:pt x="637" y="313"/>
                    <a:pt x="635" y="319"/>
                  </a:cubicBezTo>
                  <a:cubicBezTo>
                    <a:pt x="635" y="321"/>
                    <a:pt x="634" y="323"/>
                    <a:pt x="634" y="326"/>
                  </a:cubicBezTo>
                  <a:cubicBezTo>
                    <a:pt x="633" y="327"/>
                    <a:pt x="635" y="330"/>
                    <a:pt x="635" y="331"/>
                  </a:cubicBezTo>
                  <a:cubicBezTo>
                    <a:pt x="634" y="333"/>
                    <a:pt x="628" y="337"/>
                    <a:pt x="627" y="339"/>
                  </a:cubicBezTo>
                  <a:cubicBezTo>
                    <a:pt x="628" y="339"/>
                    <a:pt x="637" y="337"/>
                    <a:pt x="638" y="337"/>
                  </a:cubicBezTo>
                  <a:cubicBezTo>
                    <a:pt x="639" y="338"/>
                    <a:pt x="640" y="348"/>
                    <a:pt x="642" y="346"/>
                  </a:cubicBezTo>
                  <a:cubicBezTo>
                    <a:pt x="645" y="344"/>
                    <a:pt x="648" y="339"/>
                    <a:pt x="650" y="339"/>
                  </a:cubicBezTo>
                  <a:cubicBezTo>
                    <a:pt x="655" y="337"/>
                    <a:pt x="654" y="333"/>
                    <a:pt x="659" y="331"/>
                  </a:cubicBezTo>
                  <a:cubicBezTo>
                    <a:pt x="658" y="339"/>
                    <a:pt x="670" y="340"/>
                    <a:pt x="675" y="342"/>
                  </a:cubicBezTo>
                  <a:cubicBezTo>
                    <a:pt x="677" y="340"/>
                    <a:pt x="679" y="339"/>
                    <a:pt x="681" y="337"/>
                  </a:cubicBezTo>
                  <a:close/>
                  <a:moveTo>
                    <a:pt x="590" y="170"/>
                  </a:moveTo>
                  <a:cubicBezTo>
                    <a:pt x="592" y="174"/>
                    <a:pt x="597" y="170"/>
                    <a:pt x="599" y="169"/>
                  </a:cubicBezTo>
                  <a:cubicBezTo>
                    <a:pt x="601" y="173"/>
                    <a:pt x="601" y="173"/>
                    <a:pt x="605" y="174"/>
                  </a:cubicBezTo>
                  <a:cubicBezTo>
                    <a:pt x="608" y="174"/>
                    <a:pt x="611" y="175"/>
                    <a:pt x="612" y="170"/>
                  </a:cubicBezTo>
                  <a:cubicBezTo>
                    <a:pt x="612" y="171"/>
                    <a:pt x="613" y="172"/>
                    <a:pt x="614" y="173"/>
                  </a:cubicBezTo>
                  <a:cubicBezTo>
                    <a:pt x="614" y="172"/>
                    <a:pt x="615" y="170"/>
                    <a:pt x="615" y="168"/>
                  </a:cubicBezTo>
                  <a:cubicBezTo>
                    <a:pt x="619" y="170"/>
                    <a:pt x="615" y="175"/>
                    <a:pt x="619" y="175"/>
                  </a:cubicBezTo>
                  <a:cubicBezTo>
                    <a:pt x="624" y="176"/>
                    <a:pt x="629" y="176"/>
                    <a:pt x="634" y="176"/>
                  </a:cubicBezTo>
                  <a:cubicBezTo>
                    <a:pt x="633" y="175"/>
                    <a:pt x="634" y="174"/>
                    <a:pt x="634" y="173"/>
                  </a:cubicBezTo>
                  <a:cubicBezTo>
                    <a:pt x="636" y="176"/>
                    <a:pt x="643" y="177"/>
                    <a:pt x="644" y="172"/>
                  </a:cubicBezTo>
                  <a:cubicBezTo>
                    <a:pt x="645" y="177"/>
                    <a:pt x="653" y="174"/>
                    <a:pt x="656" y="174"/>
                  </a:cubicBezTo>
                  <a:cubicBezTo>
                    <a:pt x="656" y="172"/>
                    <a:pt x="655" y="170"/>
                    <a:pt x="655" y="168"/>
                  </a:cubicBezTo>
                  <a:cubicBezTo>
                    <a:pt x="660" y="168"/>
                    <a:pt x="657" y="173"/>
                    <a:pt x="661" y="174"/>
                  </a:cubicBezTo>
                  <a:cubicBezTo>
                    <a:pt x="664" y="175"/>
                    <a:pt x="666" y="177"/>
                    <a:pt x="670" y="176"/>
                  </a:cubicBezTo>
                  <a:cubicBezTo>
                    <a:pt x="672" y="176"/>
                    <a:pt x="681" y="176"/>
                    <a:pt x="681" y="174"/>
                  </a:cubicBezTo>
                  <a:cubicBezTo>
                    <a:pt x="682" y="169"/>
                    <a:pt x="684" y="169"/>
                    <a:pt x="688" y="168"/>
                  </a:cubicBezTo>
                  <a:cubicBezTo>
                    <a:pt x="686" y="166"/>
                    <a:pt x="684" y="166"/>
                    <a:pt x="681" y="165"/>
                  </a:cubicBezTo>
                  <a:cubicBezTo>
                    <a:pt x="683" y="164"/>
                    <a:pt x="685" y="163"/>
                    <a:pt x="687" y="161"/>
                  </a:cubicBezTo>
                  <a:cubicBezTo>
                    <a:pt x="679" y="155"/>
                    <a:pt x="670" y="150"/>
                    <a:pt x="661" y="153"/>
                  </a:cubicBezTo>
                  <a:cubicBezTo>
                    <a:pt x="657" y="154"/>
                    <a:pt x="653" y="152"/>
                    <a:pt x="649" y="154"/>
                  </a:cubicBezTo>
                  <a:cubicBezTo>
                    <a:pt x="644" y="155"/>
                    <a:pt x="641" y="156"/>
                    <a:pt x="636" y="157"/>
                  </a:cubicBezTo>
                  <a:cubicBezTo>
                    <a:pt x="637" y="158"/>
                    <a:pt x="638" y="159"/>
                    <a:pt x="639" y="159"/>
                  </a:cubicBezTo>
                  <a:cubicBezTo>
                    <a:pt x="634" y="158"/>
                    <a:pt x="628" y="156"/>
                    <a:pt x="624" y="156"/>
                  </a:cubicBezTo>
                  <a:cubicBezTo>
                    <a:pt x="622" y="156"/>
                    <a:pt x="620" y="159"/>
                    <a:pt x="619" y="158"/>
                  </a:cubicBezTo>
                  <a:cubicBezTo>
                    <a:pt x="616" y="157"/>
                    <a:pt x="614" y="155"/>
                    <a:pt x="612" y="154"/>
                  </a:cubicBezTo>
                  <a:cubicBezTo>
                    <a:pt x="611" y="153"/>
                    <a:pt x="602" y="148"/>
                    <a:pt x="602" y="148"/>
                  </a:cubicBezTo>
                  <a:cubicBezTo>
                    <a:pt x="601" y="145"/>
                    <a:pt x="610" y="149"/>
                    <a:pt x="611" y="145"/>
                  </a:cubicBezTo>
                  <a:cubicBezTo>
                    <a:pt x="609" y="144"/>
                    <a:pt x="606" y="143"/>
                    <a:pt x="604" y="142"/>
                  </a:cubicBezTo>
                  <a:cubicBezTo>
                    <a:pt x="600" y="142"/>
                    <a:pt x="602" y="140"/>
                    <a:pt x="599" y="138"/>
                  </a:cubicBezTo>
                  <a:cubicBezTo>
                    <a:pt x="595" y="135"/>
                    <a:pt x="590" y="139"/>
                    <a:pt x="585" y="138"/>
                  </a:cubicBezTo>
                  <a:cubicBezTo>
                    <a:pt x="581" y="137"/>
                    <a:pt x="578" y="133"/>
                    <a:pt x="574" y="133"/>
                  </a:cubicBezTo>
                  <a:cubicBezTo>
                    <a:pt x="569" y="132"/>
                    <a:pt x="563" y="130"/>
                    <a:pt x="559" y="131"/>
                  </a:cubicBezTo>
                  <a:cubicBezTo>
                    <a:pt x="551" y="133"/>
                    <a:pt x="553" y="136"/>
                    <a:pt x="558" y="141"/>
                  </a:cubicBezTo>
                  <a:cubicBezTo>
                    <a:pt x="563" y="146"/>
                    <a:pt x="566" y="145"/>
                    <a:pt x="572" y="144"/>
                  </a:cubicBezTo>
                  <a:cubicBezTo>
                    <a:pt x="577" y="144"/>
                    <a:pt x="580" y="142"/>
                    <a:pt x="584" y="146"/>
                  </a:cubicBezTo>
                  <a:cubicBezTo>
                    <a:pt x="586" y="149"/>
                    <a:pt x="592" y="154"/>
                    <a:pt x="588" y="157"/>
                  </a:cubicBezTo>
                  <a:cubicBezTo>
                    <a:pt x="586" y="163"/>
                    <a:pt x="587" y="164"/>
                    <a:pt x="590" y="170"/>
                  </a:cubicBezTo>
                  <a:close/>
                  <a:moveTo>
                    <a:pt x="725" y="278"/>
                  </a:moveTo>
                  <a:cubicBezTo>
                    <a:pt x="722" y="281"/>
                    <a:pt x="734" y="281"/>
                    <a:pt x="735" y="281"/>
                  </a:cubicBezTo>
                  <a:cubicBezTo>
                    <a:pt x="733" y="275"/>
                    <a:pt x="728" y="274"/>
                    <a:pt x="725" y="278"/>
                  </a:cubicBezTo>
                  <a:close/>
                  <a:moveTo>
                    <a:pt x="615" y="44"/>
                  </a:moveTo>
                  <a:cubicBezTo>
                    <a:pt x="611" y="47"/>
                    <a:pt x="607" y="50"/>
                    <a:pt x="603" y="53"/>
                  </a:cubicBezTo>
                  <a:cubicBezTo>
                    <a:pt x="610" y="58"/>
                    <a:pt x="616" y="54"/>
                    <a:pt x="624" y="54"/>
                  </a:cubicBezTo>
                  <a:cubicBezTo>
                    <a:pt x="631" y="54"/>
                    <a:pt x="638" y="51"/>
                    <a:pt x="644" y="49"/>
                  </a:cubicBezTo>
                  <a:cubicBezTo>
                    <a:pt x="638" y="53"/>
                    <a:pt x="634" y="55"/>
                    <a:pt x="627" y="55"/>
                  </a:cubicBezTo>
                  <a:cubicBezTo>
                    <a:pt x="620" y="56"/>
                    <a:pt x="617" y="56"/>
                    <a:pt x="611" y="59"/>
                  </a:cubicBezTo>
                  <a:cubicBezTo>
                    <a:pt x="617" y="60"/>
                    <a:pt x="624" y="64"/>
                    <a:pt x="629" y="61"/>
                  </a:cubicBezTo>
                  <a:cubicBezTo>
                    <a:pt x="637" y="56"/>
                    <a:pt x="640" y="55"/>
                    <a:pt x="649" y="54"/>
                  </a:cubicBezTo>
                  <a:cubicBezTo>
                    <a:pt x="641" y="57"/>
                    <a:pt x="638" y="58"/>
                    <a:pt x="631" y="64"/>
                  </a:cubicBezTo>
                  <a:cubicBezTo>
                    <a:pt x="637" y="64"/>
                    <a:pt x="642" y="65"/>
                    <a:pt x="648" y="65"/>
                  </a:cubicBezTo>
                  <a:cubicBezTo>
                    <a:pt x="652" y="65"/>
                    <a:pt x="653" y="66"/>
                    <a:pt x="653" y="62"/>
                  </a:cubicBezTo>
                  <a:cubicBezTo>
                    <a:pt x="654" y="60"/>
                    <a:pt x="658" y="59"/>
                    <a:pt x="660" y="59"/>
                  </a:cubicBezTo>
                  <a:cubicBezTo>
                    <a:pt x="659" y="60"/>
                    <a:pt x="658" y="61"/>
                    <a:pt x="658" y="62"/>
                  </a:cubicBezTo>
                  <a:cubicBezTo>
                    <a:pt x="661" y="61"/>
                    <a:pt x="665" y="60"/>
                    <a:pt x="668" y="59"/>
                  </a:cubicBezTo>
                  <a:cubicBezTo>
                    <a:pt x="665" y="61"/>
                    <a:pt x="663" y="63"/>
                    <a:pt x="660" y="65"/>
                  </a:cubicBezTo>
                  <a:cubicBezTo>
                    <a:pt x="664" y="64"/>
                    <a:pt x="669" y="64"/>
                    <a:pt x="673" y="63"/>
                  </a:cubicBezTo>
                  <a:cubicBezTo>
                    <a:pt x="676" y="62"/>
                    <a:pt x="682" y="62"/>
                    <a:pt x="684" y="60"/>
                  </a:cubicBezTo>
                  <a:cubicBezTo>
                    <a:pt x="691" y="54"/>
                    <a:pt x="697" y="51"/>
                    <a:pt x="705" y="48"/>
                  </a:cubicBezTo>
                  <a:cubicBezTo>
                    <a:pt x="702" y="51"/>
                    <a:pt x="698" y="54"/>
                    <a:pt x="695" y="57"/>
                  </a:cubicBezTo>
                  <a:cubicBezTo>
                    <a:pt x="697" y="58"/>
                    <a:pt x="699" y="59"/>
                    <a:pt x="701" y="60"/>
                  </a:cubicBezTo>
                  <a:cubicBezTo>
                    <a:pt x="687" y="64"/>
                    <a:pt x="673" y="67"/>
                    <a:pt x="659" y="69"/>
                  </a:cubicBezTo>
                  <a:cubicBezTo>
                    <a:pt x="664" y="74"/>
                    <a:pt x="669" y="78"/>
                    <a:pt x="673" y="82"/>
                  </a:cubicBezTo>
                  <a:cubicBezTo>
                    <a:pt x="668" y="79"/>
                    <a:pt x="660" y="72"/>
                    <a:pt x="654" y="70"/>
                  </a:cubicBezTo>
                  <a:cubicBezTo>
                    <a:pt x="653" y="70"/>
                    <a:pt x="633" y="70"/>
                    <a:pt x="634" y="69"/>
                  </a:cubicBezTo>
                  <a:cubicBezTo>
                    <a:pt x="628" y="80"/>
                    <a:pt x="639" y="80"/>
                    <a:pt x="645" y="84"/>
                  </a:cubicBezTo>
                  <a:cubicBezTo>
                    <a:pt x="651" y="88"/>
                    <a:pt x="656" y="94"/>
                    <a:pt x="659" y="101"/>
                  </a:cubicBezTo>
                  <a:cubicBezTo>
                    <a:pt x="650" y="96"/>
                    <a:pt x="636" y="94"/>
                    <a:pt x="628" y="102"/>
                  </a:cubicBezTo>
                  <a:cubicBezTo>
                    <a:pt x="621" y="110"/>
                    <a:pt x="627" y="110"/>
                    <a:pt x="634" y="112"/>
                  </a:cubicBezTo>
                  <a:cubicBezTo>
                    <a:pt x="639" y="113"/>
                    <a:pt x="643" y="107"/>
                    <a:pt x="646" y="103"/>
                  </a:cubicBezTo>
                  <a:cubicBezTo>
                    <a:pt x="644" y="111"/>
                    <a:pt x="637" y="116"/>
                    <a:pt x="645" y="122"/>
                  </a:cubicBezTo>
                  <a:cubicBezTo>
                    <a:pt x="652" y="126"/>
                    <a:pt x="660" y="117"/>
                    <a:pt x="663" y="113"/>
                  </a:cubicBezTo>
                  <a:cubicBezTo>
                    <a:pt x="657" y="122"/>
                    <a:pt x="653" y="128"/>
                    <a:pt x="642" y="125"/>
                  </a:cubicBezTo>
                  <a:cubicBezTo>
                    <a:pt x="637" y="124"/>
                    <a:pt x="637" y="118"/>
                    <a:pt x="633" y="117"/>
                  </a:cubicBezTo>
                  <a:cubicBezTo>
                    <a:pt x="628" y="116"/>
                    <a:pt x="625" y="116"/>
                    <a:pt x="620" y="118"/>
                  </a:cubicBezTo>
                  <a:cubicBezTo>
                    <a:pt x="623" y="124"/>
                    <a:pt x="623" y="124"/>
                    <a:pt x="629" y="125"/>
                  </a:cubicBezTo>
                  <a:cubicBezTo>
                    <a:pt x="625" y="130"/>
                    <a:pt x="622" y="128"/>
                    <a:pt x="617" y="131"/>
                  </a:cubicBezTo>
                  <a:cubicBezTo>
                    <a:pt x="615" y="131"/>
                    <a:pt x="611" y="132"/>
                    <a:pt x="609" y="134"/>
                  </a:cubicBezTo>
                  <a:cubicBezTo>
                    <a:pt x="608" y="135"/>
                    <a:pt x="611" y="137"/>
                    <a:pt x="609" y="139"/>
                  </a:cubicBezTo>
                  <a:cubicBezTo>
                    <a:pt x="612" y="143"/>
                    <a:pt x="613" y="140"/>
                    <a:pt x="616" y="137"/>
                  </a:cubicBezTo>
                  <a:cubicBezTo>
                    <a:pt x="617" y="142"/>
                    <a:pt x="624" y="146"/>
                    <a:pt x="626" y="140"/>
                  </a:cubicBezTo>
                  <a:cubicBezTo>
                    <a:pt x="627" y="145"/>
                    <a:pt x="630" y="142"/>
                    <a:pt x="633" y="142"/>
                  </a:cubicBezTo>
                  <a:cubicBezTo>
                    <a:pt x="637" y="143"/>
                    <a:pt x="640" y="143"/>
                    <a:pt x="644" y="143"/>
                  </a:cubicBezTo>
                  <a:cubicBezTo>
                    <a:pt x="648" y="143"/>
                    <a:pt x="649" y="139"/>
                    <a:pt x="652" y="141"/>
                  </a:cubicBezTo>
                  <a:cubicBezTo>
                    <a:pt x="654" y="141"/>
                    <a:pt x="659" y="143"/>
                    <a:pt x="658" y="138"/>
                  </a:cubicBezTo>
                  <a:cubicBezTo>
                    <a:pt x="659" y="142"/>
                    <a:pt x="667" y="146"/>
                    <a:pt x="667" y="139"/>
                  </a:cubicBezTo>
                  <a:cubicBezTo>
                    <a:pt x="670" y="143"/>
                    <a:pt x="672" y="138"/>
                    <a:pt x="674" y="140"/>
                  </a:cubicBezTo>
                  <a:cubicBezTo>
                    <a:pt x="677" y="143"/>
                    <a:pt x="676" y="144"/>
                    <a:pt x="675" y="148"/>
                  </a:cubicBezTo>
                  <a:cubicBezTo>
                    <a:pt x="680" y="147"/>
                    <a:pt x="684" y="145"/>
                    <a:pt x="689" y="144"/>
                  </a:cubicBezTo>
                  <a:cubicBezTo>
                    <a:pt x="690" y="143"/>
                    <a:pt x="691" y="141"/>
                    <a:pt x="692" y="140"/>
                  </a:cubicBezTo>
                  <a:cubicBezTo>
                    <a:pt x="693" y="140"/>
                    <a:pt x="694" y="142"/>
                    <a:pt x="696" y="142"/>
                  </a:cubicBezTo>
                  <a:cubicBezTo>
                    <a:pt x="697" y="141"/>
                    <a:pt x="701" y="141"/>
                    <a:pt x="701" y="139"/>
                  </a:cubicBezTo>
                  <a:cubicBezTo>
                    <a:pt x="700" y="138"/>
                    <a:pt x="701" y="134"/>
                    <a:pt x="699" y="133"/>
                  </a:cubicBezTo>
                  <a:cubicBezTo>
                    <a:pt x="697" y="132"/>
                    <a:pt x="696" y="130"/>
                    <a:pt x="694" y="132"/>
                  </a:cubicBezTo>
                  <a:cubicBezTo>
                    <a:pt x="691" y="134"/>
                    <a:pt x="691" y="135"/>
                    <a:pt x="689" y="132"/>
                  </a:cubicBezTo>
                  <a:cubicBezTo>
                    <a:pt x="687" y="129"/>
                    <a:pt x="695" y="123"/>
                    <a:pt x="697" y="122"/>
                  </a:cubicBezTo>
                  <a:cubicBezTo>
                    <a:pt x="702" y="118"/>
                    <a:pt x="694" y="115"/>
                    <a:pt x="696" y="114"/>
                  </a:cubicBezTo>
                  <a:cubicBezTo>
                    <a:pt x="698" y="112"/>
                    <a:pt x="704" y="116"/>
                    <a:pt x="707" y="115"/>
                  </a:cubicBezTo>
                  <a:cubicBezTo>
                    <a:pt x="713" y="113"/>
                    <a:pt x="714" y="112"/>
                    <a:pt x="718" y="107"/>
                  </a:cubicBezTo>
                  <a:cubicBezTo>
                    <a:pt x="715" y="106"/>
                    <a:pt x="712" y="105"/>
                    <a:pt x="710" y="103"/>
                  </a:cubicBezTo>
                  <a:cubicBezTo>
                    <a:pt x="714" y="103"/>
                    <a:pt x="719" y="102"/>
                    <a:pt x="724" y="101"/>
                  </a:cubicBezTo>
                  <a:cubicBezTo>
                    <a:pt x="724" y="96"/>
                    <a:pt x="712" y="95"/>
                    <a:pt x="708" y="94"/>
                  </a:cubicBezTo>
                  <a:cubicBezTo>
                    <a:pt x="714" y="94"/>
                    <a:pt x="719" y="94"/>
                    <a:pt x="724" y="94"/>
                  </a:cubicBezTo>
                  <a:cubicBezTo>
                    <a:pt x="725" y="88"/>
                    <a:pt x="710" y="90"/>
                    <a:pt x="706" y="89"/>
                  </a:cubicBezTo>
                  <a:cubicBezTo>
                    <a:pt x="716" y="88"/>
                    <a:pt x="726" y="87"/>
                    <a:pt x="735" y="85"/>
                  </a:cubicBezTo>
                  <a:cubicBezTo>
                    <a:pt x="735" y="84"/>
                    <a:pt x="734" y="82"/>
                    <a:pt x="734" y="80"/>
                  </a:cubicBezTo>
                  <a:cubicBezTo>
                    <a:pt x="737" y="81"/>
                    <a:pt x="742" y="84"/>
                    <a:pt x="745" y="82"/>
                  </a:cubicBezTo>
                  <a:cubicBezTo>
                    <a:pt x="750" y="79"/>
                    <a:pt x="752" y="78"/>
                    <a:pt x="756" y="74"/>
                  </a:cubicBezTo>
                  <a:cubicBezTo>
                    <a:pt x="752" y="73"/>
                    <a:pt x="749" y="73"/>
                    <a:pt x="745" y="73"/>
                  </a:cubicBezTo>
                  <a:cubicBezTo>
                    <a:pt x="751" y="72"/>
                    <a:pt x="756" y="71"/>
                    <a:pt x="762" y="70"/>
                  </a:cubicBezTo>
                  <a:cubicBezTo>
                    <a:pt x="767" y="69"/>
                    <a:pt x="772" y="63"/>
                    <a:pt x="777" y="60"/>
                  </a:cubicBezTo>
                  <a:cubicBezTo>
                    <a:pt x="782" y="57"/>
                    <a:pt x="801" y="52"/>
                    <a:pt x="802" y="45"/>
                  </a:cubicBezTo>
                  <a:cubicBezTo>
                    <a:pt x="787" y="48"/>
                    <a:pt x="773" y="51"/>
                    <a:pt x="759" y="54"/>
                  </a:cubicBezTo>
                  <a:cubicBezTo>
                    <a:pt x="768" y="51"/>
                    <a:pt x="776" y="48"/>
                    <a:pt x="785" y="46"/>
                  </a:cubicBezTo>
                  <a:cubicBezTo>
                    <a:pt x="780" y="45"/>
                    <a:pt x="775" y="44"/>
                    <a:pt x="770" y="43"/>
                  </a:cubicBezTo>
                  <a:cubicBezTo>
                    <a:pt x="781" y="42"/>
                    <a:pt x="792" y="42"/>
                    <a:pt x="803" y="41"/>
                  </a:cubicBezTo>
                  <a:cubicBezTo>
                    <a:pt x="811" y="40"/>
                    <a:pt x="821" y="32"/>
                    <a:pt x="829" y="28"/>
                  </a:cubicBezTo>
                  <a:cubicBezTo>
                    <a:pt x="819" y="24"/>
                    <a:pt x="810" y="22"/>
                    <a:pt x="800" y="20"/>
                  </a:cubicBezTo>
                  <a:cubicBezTo>
                    <a:pt x="791" y="19"/>
                    <a:pt x="783" y="21"/>
                    <a:pt x="774" y="23"/>
                  </a:cubicBezTo>
                  <a:cubicBezTo>
                    <a:pt x="779" y="21"/>
                    <a:pt x="784" y="18"/>
                    <a:pt x="788" y="15"/>
                  </a:cubicBezTo>
                  <a:cubicBezTo>
                    <a:pt x="779" y="14"/>
                    <a:pt x="770" y="11"/>
                    <a:pt x="761" y="11"/>
                  </a:cubicBezTo>
                  <a:cubicBezTo>
                    <a:pt x="753" y="11"/>
                    <a:pt x="743" y="14"/>
                    <a:pt x="735" y="15"/>
                  </a:cubicBezTo>
                  <a:cubicBezTo>
                    <a:pt x="736" y="18"/>
                    <a:pt x="737" y="20"/>
                    <a:pt x="739" y="22"/>
                  </a:cubicBezTo>
                  <a:cubicBezTo>
                    <a:pt x="734" y="19"/>
                    <a:pt x="729" y="14"/>
                    <a:pt x="724" y="14"/>
                  </a:cubicBezTo>
                  <a:cubicBezTo>
                    <a:pt x="717" y="14"/>
                    <a:pt x="710" y="13"/>
                    <a:pt x="703" y="13"/>
                  </a:cubicBezTo>
                  <a:cubicBezTo>
                    <a:pt x="708" y="17"/>
                    <a:pt x="712" y="20"/>
                    <a:pt x="716" y="24"/>
                  </a:cubicBezTo>
                  <a:cubicBezTo>
                    <a:pt x="711" y="22"/>
                    <a:pt x="706" y="20"/>
                    <a:pt x="701" y="18"/>
                  </a:cubicBezTo>
                  <a:cubicBezTo>
                    <a:pt x="698" y="17"/>
                    <a:pt x="690" y="14"/>
                    <a:pt x="688" y="15"/>
                  </a:cubicBezTo>
                  <a:cubicBezTo>
                    <a:pt x="686" y="16"/>
                    <a:pt x="685" y="19"/>
                    <a:pt x="683" y="19"/>
                  </a:cubicBezTo>
                  <a:cubicBezTo>
                    <a:pt x="680" y="19"/>
                    <a:pt x="677" y="19"/>
                    <a:pt x="673" y="19"/>
                  </a:cubicBezTo>
                  <a:cubicBezTo>
                    <a:pt x="670" y="20"/>
                    <a:pt x="666" y="25"/>
                    <a:pt x="663" y="27"/>
                  </a:cubicBezTo>
                  <a:cubicBezTo>
                    <a:pt x="671" y="32"/>
                    <a:pt x="679" y="36"/>
                    <a:pt x="688" y="41"/>
                  </a:cubicBezTo>
                  <a:cubicBezTo>
                    <a:pt x="679" y="38"/>
                    <a:pt x="669" y="36"/>
                    <a:pt x="660" y="34"/>
                  </a:cubicBezTo>
                  <a:cubicBezTo>
                    <a:pt x="656" y="33"/>
                    <a:pt x="652" y="28"/>
                    <a:pt x="648" y="26"/>
                  </a:cubicBezTo>
                  <a:cubicBezTo>
                    <a:pt x="646" y="24"/>
                    <a:pt x="641" y="25"/>
                    <a:pt x="638" y="25"/>
                  </a:cubicBezTo>
                  <a:cubicBezTo>
                    <a:pt x="639" y="27"/>
                    <a:pt x="639" y="29"/>
                    <a:pt x="640" y="30"/>
                  </a:cubicBezTo>
                  <a:cubicBezTo>
                    <a:pt x="637" y="30"/>
                    <a:pt x="633" y="31"/>
                    <a:pt x="630" y="31"/>
                  </a:cubicBezTo>
                  <a:cubicBezTo>
                    <a:pt x="632" y="32"/>
                    <a:pt x="634" y="33"/>
                    <a:pt x="637" y="34"/>
                  </a:cubicBezTo>
                  <a:cubicBezTo>
                    <a:pt x="628" y="35"/>
                    <a:pt x="615" y="29"/>
                    <a:pt x="611" y="40"/>
                  </a:cubicBezTo>
                  <a:cubicBezTo>
                    <a:pt x="604" y="35"/>
                    <a:pt x="596" y="39"/>
                    <a:pt x="590" y="43"/>
                  </a:cubicBezTo>
                  <a:cubicBezTo>
                    <a:pt x="594" y="45"/>
                    <a:pt x="598" y="47"/>
                    <a:pt x="602" y="49"/>
                  </a:cubicBezTo>
                  <a:cubicBezTo>
                    <a:pt x="607" y="47"/>
                    <a:pt x="611" y="46"/>
                    <a:pt x="615" y="44"/>
                  </a:cubicBezTo>
                  <a:close/>
                  <a:moveTo>
                    <a:pt x="521" y="118"/>
                  </a:moveTo>
                  <a:cubicBezTo>
                    <a:pt x="518" y="115"/>
                    <a:pt x="515" y="115"/>
                    <a:pt x="511" y="116"/>
                  </a:cubicBezTo>
                  <a:cubicBezTo>
                    <a:pt x="507" y="117"/>
                    <a:pt x="509" y="120"/>
                    <a:pt x="512" y="120"/>
                  </a:cubicBezTo>
                  <a:cubicBezTo>
                    <a:pt x="515" y="119"/>
                    <a:pt x="518" y="117"/>
                    <a:pt x="521" y="118"/>
                  </a:cubicBezTo>
                  <a:close/>
                  <a:moveTo>
                    <a:pt x="684" y="367"/>
                  </a:moveTo>
                  <a:cubicBezTo>
                    <a:pt x="687" y="365"/>
                    <a:pt x="694" y="358"/>
                    <a:pt x="687" y="356"/>
                  </a:cubicBezTo>
                  <a:cubicBezTo>
                    <a:pt x="684" y="355"/>
                    <a:pt x="681" y="358"/>
                    <a:pt x="681" y="360"/>
                  </a:cubicBezTo>
                  <a:cubicBezTo>
                    <a:pt x="681" y="364"/>
                    <a:pt x="682" y="364"/>
                    <a:pt x="684" y="367"/>
                  </a:cubicBezTo>
                  <a:close/>
                  <a:moveTo>
                    <a:pt x="1228" y="486"/>
                  </a:moveTo>
                  <a:cubicBezTo>
                    <a:pt x="1227" y="486"/>
                    <a:pt x="1227" y="487"/>
                    <a:pt x="1226" y="488"/>
                  </a:cubicBezTo>
                  <a:cubicBezTo>
                    <a:pt x="1233" y="494"/>
                    <a:pt x="1243" y="483"/>
                    <a:pt x="1249" y="481"/>
                  </a:cubicBezTo>
                  <a:cubicBezTo>
                    <a:pt x="1252" y="480"/>
                    <a:pt x="1253" y="482"/>
                    <a:pt x="1254" y="479"/>
                  </a:cubicBezTo>
                  <a:cubicBezTo>
                    <a:pt x="1255" y="477"/>
                    <a:pt x="1256" y="474"/>
                    <a:pt x="1257" y="472"/>
                  </a:cubicBezTo>
                  <a:cubicBezTo>
                    <a:pt x="1258" y="468"/>
                    <a:pt x="1256" y="464"/>
                    <a:pt x="1254" y="461"/>
                  </a:cubicBezTo>
                  <a:cubicBezTo>
                    <a:pt x="1259" y="458"/>
                    <a:pt x="1260" y="458"/>
                    <a:pt x="1261" y="452"/>
                  </a:cubicBezTo>
                  <a:cubicBezTo>
                    <a:pt x="1258" y="453"/>
                    <a:pt x="1257" y="448"/>
                    <a:pt x="1256" y="446"/>
                  </a:cubicBezTo>
                  <a:cubicBezTo>
                    <a:pt x="1254" y="444"/>
                    <a:pt x="1250" y="447"/>
                    <a:pt x="1248" y="447"/>
                  </a:cubicBezTo>
                  <a:cubicBezTo>
                    <a:pt x="1249" y="446"/>
                    <a:pt x="1249" y="446"/>
                    <a:pt x="1249" y="445"/>
                  </a:cubicBezTo>
                  <a:cubicBezTo>
                    <a:pt x="1244" y="442"/>
                    <a:pt x="1239" y="448"/>
                    <a:pt x="1236" y="452"/>
                  </a:cubicBezTo>
                  <a:cubicBezTo>
                    <a:pt x="1238" y="453"/>
                    <a:pt x="1240" y="453"/>
                    <a:pt x="1241" y="454"/>
                  </a:cubicBezTo>
                  <a:cubicBezTo>
                    <a:pt x="1239" y="456"/>
                    <a:pt x="1238" y="458"/>
                    <a:pt x="1235" y="457"/>
                  </a:cubicBezTo>
                  <a:cubicBezTo>
                    <a:pt x="1233" y="456"/>
                    <a:pt x="1231" y="455"/>
                    <a:pt x="1229" y="456"/>
                  </a:cubicBezTo>
                  <a:cubicBezTo>
                    <a:pt x="1226" y="458"/>
                    <a:pt x="1227" y="458"/>
                    <a:pt x="1228" y="462"/>
                  </a:cubicBezTo>
                  <a:cubicBezTo>
                    <a:pt x="1229" y="463"/>
                    <a:pt x="1226" y="465"/>
                    <a:pt x="1225" y="466"/>
                  </a:cubicBezTo>
                  <a:cubicBezTo>
                    <a:pt x="1228" y="467"/>
                    <a:pt x="1230" y="469"/>
                    <a:pt x="1234" y="469"/>
                  </a:cubicBezTo>
                  <a:cubicBezTo>
                    <a:pt x="1232" y="471"/>
                    <a:pt x="1229" y="473"/>
                    <a:pt x="1227" y="477"/>
                  </a:cubicBezTo>
                  <a:cubicBezTo>
                    <a:pt x="1230" y="476"/>
                    <a:pt x="1233" y="474"/>
                    <a:pt x="1236" y="476"/>
                  </a:cubicBezTo>
                  <a:cubicBezTo>
                    <a:pt x="1234" y="476"/>
                    <a:pt x="1230" y="476"/>
                    <a:pt x="1228" y="478"/>
                  </a:cubicBezTo>
                  <a:cubicBezTo>
                    <a:pt x="1227" y="480"/>
                    <a:pt x="1225" y="481"/>
                    <a:pt x="1223" y="481"/>
                  </a:cubicBezTo>
                  <a:cubicBezTo>
                    <a:pt x="1224" y="481"/>
                    <a:pt x="1226" y="482"/>
                    <a:pt x="1227" y="482"/>
                  </a:cubicBezTo>
                  <a:cubicBezTo>
                    <a:pt x="1226" y="483"/>
                    <a:pt x="1224" y="484"/>
                    <a:pt x="1223" y="484"/>
                  </a:cubicBezTo>
                  <a:cubicBezTo>
                    <a:pt x="1225" y="485"/>
                    <a:pt x="1226" y="485"/>
                    <a:pt x="1228" y="486"/>
                  </a:cubicBezTo>
                  <a:close/>
                  <a:moveTo>
                    <a:pt x="652" y="356"/>
                  </a:moveTo>
                  <a:cubicBezTo>
                    <a:pt x="653" y="356"/>
                    <a:pt x="653" y="359"/>
                    <a:pt x="654" y="359"/>
                  </a:cubicBezTo>
                  <a:cubicBezTo>
                    <a:pt x="661" y="359"/>
                    <a:pt x="668" y="356"/>
                    <a:pt x="669" y="348"/>
                  </a:cubicBezTo>
                  <a:cubicBezTo>
                    <a:pt x="667" y="348"/>
                    <a:pt x="666" y="348"/>
                    <a:pt x="664" y="348"/>
                  </a:cubicBezTo>
                  <a:cubicBezTo>
                    <a:pt x="660" y="348"/>
                    <a:pt x="658" y="348"/>
                    <a:pt x="654" y="351"/>
                  </a:cubicBezTo>
                  <a:cubicBezTo>
                    <a:pt x="652" y="353"/>
                    <a:pt x="651" y="353"/>
                    <a:pt x="652" y="356"/>
                  </a:cubicBezTo>
                  <a:close/>
                  <a:moveTo>
                    <a:pt x="578" y="165"/>
                  </a:moveTo>
                  <a:cubicBezTo>
                    <a:pt x="577" y="161"/>
                    <a:pt x="573" y="154"/>
                    <a:pt x="568" y="156"/>
                  </a:cubicBezTo>
                  <a:cubicBezTo>
                    <a:pt x="565" y="157"/>
                    <a:pt x="552" y="159"/>
                    <a:pt x="554" y="166"/>
                  </a:cubicBezTo>
                  <a:cubicBezTo>
                    <a:pt x="555" y="168"/>
                    <a:pt x="566" y="172"/>
                    <a:pt x="568" y="174"/>
                  </a:cubicBezTo>
                  <a:cubicBezTo>
                    <a:pt x="574" y="173"/>
                    <a:pt x="580" y="174"/>
                    <a:pt x="578" y="165"/>
                  </a:cubicBezTo>
                  <a:close/>
                  <a:moveTo>
                    <a:pt x="489" y="98"/>
                  </a:moveTo>
                  <a:cubicBezTo>
                    <a:pt x="493" y="99"/>
                    <a:pt x="494" y="93"/>
                    <a:pt x="498" y="96"/>
                  </a:cubicBezTo>
                  <a:cubicBezTo>
                    <a:pt x="497" y="97"/>
                    <a:pt x="496" y="98"/>
                    <a:pt x="496" y="98"/>
                  </a:cubicBezTo>
                  <a:cubicBezTo>
                    <a:pt x="498" y="99"/>
                    <a:pt x="500" y="99"/>
                    <a:pt x="502" y="100"/>
                  </a:cubicBezTo>
                  <a:cubicBezTo>
                    <a:pt x="502" y="106"/>
                    <a:pt x="493" y="101"/>
                    <a:pt x="489" y="104"/>
                  </a:cubicBezTo>
                  <a:cubicBezTo>
                    <a:pt x="490" y="116"/>
                    <a:pt x="503" y="104"/>
                    <a:pt x="506" y="107"/>
                  </a:cubicBezTo>
                  <a:cubicBezTo>
                    <a:pt x="508" y="110"/>
                    <a:pt x="513" y="109"/>
                    <a:pt x="517" y="110"/>
                  </a:cubicBezTo>
                  <a:cubicBezTo>
                    <a:pt x="521" y="110"/>
                    <a:pt x="521" y="112"/>
                    <a:pt x="523" y="116"/>
                  </a:cubicBezTo>
                  <a:cubicBezTo>
                    <a:pt x="525" y="119"/>
                    <a:pt x="541" y="119"/>
                    <a:pt x="533" y="109"/>
                  </a:cubicBezTo>
                  <a:cubicBezTo>
                    <a:pt x="532" y="108"/>
                    <a:pt x="529" y="106"/>
                    <a:pt x="529" y="104"/>
                  </a:cubicBezTo>
                  <a:cubicBezTo>
                    <a:pt x="530" y="102"/>
                    <a:pt x="530" y="102"/>
                    <a:pt x="528" y="100"/>
                  </a:cubicBezTo>
                  <a:cubicBezTo>
                    <a:pt x="525" y="97"/>
                    <a:pt x="524" y="98"/>
                    <a:pt x="520" y="99"/>
                  </a:cubicBezTo>
                  <a:cubicBezTo>
                    <a:pt x="521" y="90"/>
                    <a:pt x="510" y="95"/>
                    <a:pt x="507" y="96"/>
                  </a:cubicBezTo>
                  <a:cubicBezTo>
                    <a:pt x="505" y="91"/>
                    <a:pt x="503" y="87"/>
                    <a:pt x="497" y="88"/>
                  </a:cubicBezTo>
                  <a:cubicBezTo>
                    <a:pt x="490" y="89"/>
                    <a:pt x="486" y="87"/>
                    <a:pt x="484" y="94"/>
                  </a:cubicBezTo>
                  <a:cubicBezTo>
                    <a:pt x="486" y="94"/>
                    <a:pt x="488" y="94"/>
                    <a:pt x="491" y="94"/>
                  </a:cubicBezTo>
                  <a:cubicBezTo>
                    <a:pt x="490" y="95"/>
                    <a:pt x="489" y="97"/>
                    <a:pt x="489" y="98"/>
                  </a:cubicBezTo>
                  <a:close/>
                  <a:moveTo>
                    <a:pt x="491" y="129"/>
                  </a:moveTo>
                  <a:cubicBezTo>
                    <a:pt x="493" y="132"/>
                    <a:pt x="495" y="128"/>
                    <a:pt x="493" y="126"/>
                  </a:cubicBezTo>
                  <a:cubicBezTo>
                    <a:pt x="491" y="124"/>
                    <a:pt x="490" y="123"/>
                    <a:pt x="488" y="121"/>
                  </a:cubicBezTo>
                  <a:cubicBezTo>
                    <a:pt x="486" y="120"/>
                    <a:pt x="484" y="117"/>
                    <a:pt x="481" y="118"/>
                  </a:cubicBezTo>
                  <a:cubicBezTo>
                    <a:pt x="481" y="121"/>
                    <a:pt x="482" y="123"/>
                    <a:pt x="483" y="125"/>
                  </a:cubicBezTo>
                  <a:cubicBezTo>
                    <a:pt x="485" y="127"/>
                    <a:pt x="489" y="128"/>
                    <a:pt x="491" y="129"/>
                  </a:cubicBezTo>
                  <a:close/>
                  <a:moveTo>
                    <a:pt x="537" y="75"/>
                  </a:moveTo>
                  <a:cubicBezTo>
                    <a:pt x="535" y="71"/>
                    <a:pt x="524" y="72"/>
                    <a:pt x="527" y="78"/>
                  </a:cubicBezTo>
                  <a:cubicBezTo>
                    <a:pt x="533" y="80"/>
                    <a:pt x="541" y="85"/>
                    <a:pt x="537" y="75"/>
                  </a:cubicBezTo>
                  <a:close/>
                  <a:moveTo>
                    <a:pt x="552" y="111"/>
                  </a:moveTo>
                  <a:cubicBezTo>
                    <a:pt x="550" y="112"/>
                    <a:pt x="548" y="112"/>
                    <a:pt x="545" y="113"/>
                  </a:cubicBezTo>
                  <a:cubicBezTo>
                    <a:pt x="547" y="114"/>
                    <a:pt x="551" y="118"/>
                    <a:pt x="551" y="118"/>
                  </a:cubicBezTo>
                  <a:cubicBezTo>
                    <a:pt x="554" y="118"/>
                    <a:pt x="556" y="117"/>
                    <a:pt x="558" y="116"/>
                  </a:cubicBezTo>
                  <a:cubicBezTo>
                    <a:pt x="561" y="115"/>
                    <a:pt x="566" y="115"/>
                    <a:pt x="567" y="113"/>
                  </a:cubicBezTo>
                  <a:cubicBezTo>
                    <a:pt x="568" y="111"/>
                    <a:pt x="565" y="109"/>
                    <a:pt x="568" y="106"/>
                  </a:cubicBezTo>
                  <a:cubicBezTo>
                    <a:pt x="565" y="105"/>
                    <a:pt x="561" y="105"/>
                    <a:pt x="559" y="104"/>
                  </a:cubicBezTo>
                  <a:cubicBezTo>
                    <a:pt x="557" y="104"/>
                    <a:pt x="555" y="101"/>
                    <a:pt x="552" y="100"/>
                  </a:cubicBezTo>
                  <a:cubicBezTo>
                    <a:pt x="549" y="98"/>
                    <a:pt x="536" y="96"/>
                    <a:pt x="543" y="104"/>
                  </a:cubicBezTo>
                  <a:cubicBezTo>
                    <a:pt x="542" y="104"/>
                    <a:pt x="541" y="104"/>
                    <a:pt x="541" y="104"/>
                  </a:cubicBezTo>
                  <a:cubicBezTo>
                    <a:pt x="542" y="111"/>
                    <a:pt x="548" y="108"/>
                    <a:pt x="552" y="111"/>
                  </a:cubicBezTo>
                  <a:close/>
                  <a:moveTo>
                    <a:pt x="434" y="114"/>
                  </a:moveTo>
                  <a:cubicBezTo>
                    <a:pt x="427" y="115"/>
                    <a:pt x="424" y="114"/>
                    <a:pt x="426" y="122"/>
                  </a:cubicBezTo>
                  <a:cubicBezTo>
                    <a:pt x="429" y="122"/>
                    <a:pt x="432" y="127"/>
                    <a:pt x="434" y="126"/>
                  </a:cubicBezTo>
                  <a:cubicBezTo>
                    <a:pt x="439" y="125"/>
                    <a:pt x="443" y="124"/>
                    <a:pt x="447" y="123"/>
                  </a:cubicBezTo>
                  <a:cubicBezTo>
                    <a:pt x="450" y="122"/>
                    <a:pt x="449" y="121"/>
                    <a:pt x="450" y="119"/>
                  </a:cubicBezTo>
                  <a:cubicBezTo>
                    <a:pt x="450" y="117"/>
                    <a:pt x="445" y="118"/>
                    <a:pt x="444" y="116"/>
                  </a:cubicBezTo>
                  <a:cubicBezTo>
                    <a:pt x="447" y="116"/>
                    <a:pt x="451" y="115"/>
                    <a:pt x="453" y="112"/>
                  </a:cubicBezTo>
                  <a:cubicBezTo>
                    <a:pt x="448" y="110"/>
                    <a:pt x="440" y="113"/>
                    <a:pt x="434" y="114"/>
                  </a:cubicBezTo>
                  <a:close/>
                  <a:moveTo>
                    <a:pt x="448" y="144"/>
                  </a:moveTo>
                  <a:cubicBezTo>
                    <a:pt x="450" y="146"/>
                    <a:pt x="453" y="147"/>
                    <a:pt x="456" y="149"/>
                  </a:cubicBezTo>
                  <a:cubicBezTo>
                    <a:pt x="454" y="150"/>
                    <a:pt x="452" y="151"/>
                    <a:pt x="450" y="151"/>
                  </a:cubicBezTo>
                  <a:cubicBezTo>
                    <a:pt x="452" y="152"/>
                    <a:pt x="459" y="154"/>
                    <a:pt x="459" y="156"/>
                  </a:cubicBezTo>
                  <a:cubicBezTo>
                    <a:pt x="459" y="161"/>
                    <a:pt x="454" y="158"/>
                    <a:pt x="450" y="158"/>
                  </a:cubicBezTo>
                  <a:cubicBezTo>
                    <a:pt x="449" y="158"/>
                    <a:pt x="441" y="159"/>
                    <a:pt x="440" y="157"/>
                  </a:cubicBezTo>
                  <a:cubicBezTo>
                    <a:pt x="439" y="152"/>
                    <a:pt x="438" y="152"/>
                    <a:pt x="434" y="153"/>
                  </a:cubicBezTo>
                  <a:cubicBezTo>
                    <a:pt x="434" y="152"/>
                    <a:pt x="435" y="152"/>
                    <a:pt x="436" y="151"/>
                  </a:cubicBezTo>
                  <a:cubicBezTo>
                    <a:pt x="433" y="149"/>
                    <a:pt x="429" y="144"/>
                    <a:pt x="425" y="145"/>
                  </a:cubicBezTo>
                  <a:cubicBezTo>
                    <a:pt x="418" y="146"/>
                    <a:pt x="421" y="143"/>
                    <a:pt x="415" y="141"/>
                  </a:cubicBezTo>
                  <a:cubicBezTo>
                    <a:pt x="414" y="140"/>
                    <a:pt x="405" y="141"/>
                    <a:pt x="405" y="143"/>
                  </a:cubicBezTo>
                  <a:cubicBezTo>
                    <a:pt x="405" y="145"/>
                    <a:pt x="412" y="146"/>
                    <a:pt x="414" y="147"/>
                  </a:cubicBezTo>
                  <a:cubicBezTo>
                    <a:pt x="408" y="146"/>
                    <a:pt x="404" y="146"/>
                    <a:pt x="398" y="148"/>
                  </a:cubicBezTo>
                  <a:cubicBezTo>
                    <a:pt x="398" y="151"/>
                    <a:pt x="398" y="151"/>
                    <a:pt x="398" y="151"/>
                  </a:cubicBezTo>
                  <a:cubicBezTo>
                    <a:pt x="402" y="153"/>
                    <a:pt x="409" y="151"/>
                    <a:pt x="413" y="151"/>
                  </a:cubicBezTo>
                  <a:cubicBezTo>
                    <a:pt x="411" y="152"/>
                    <a:pt x="394" y="151"/>
                    <a:pt x="394" y="156"/>
                  </a:cubicBezTo>
                  <a:cubicBezTo>
                    <a:pt x="395" y="160"/>
                    <a:pt x="409" y="155"/>
                    <a:pt x="411" y="155"/>
                  </a:cubicBezTo>
                  <a:cubicBezTo>
                    <a:pt x="405" y="159"/>
                    <a:pt x="394" y="156"/>
                    <a:pt x="391" y="162"/>
                  </a:cubicBezTo>
                  <a:cubicBezTo>
                    <a:pt x="395" y="164"/>
                    <a:pt x="397" y="165"/>
                    <a:pt x="402" y="163"/>
                  </a:cubicBezTo>
                  <a:cubicBezTo>
                    <a:pt x="402" y="164"/>
                    <a:pt x="402" y="165"/>
                    <a:pt x="402" y="166"/>
                  </a:cubicBezTo>
                  <a:cubicBezTo>
                    <a:pt x="403" y="166"/>
                    <a:pt x="405" y="167"/>
                    <a:pt x="407" y="167"/>
                  </a:cubicBezTo>
                  <a:cubicBezTo>
                    <a:pt x="406" y="163"/>
                    <a:pt x="410" y="164"/>
                    <a:pt x="411" y="168"/>
                  </a:cubicBezTo>
                  <a:cubicBezTo>
                    <a:pt x="416" y="165"/>
                    <a:pt x="417" y="164"/>
                    <a:pt x="419" y="158"/>
                  </a:cubicBezTo>
                  <a:cubicBezTo>
                    <a:pt x="422" y="160"/>
                    <a:pt x="421" y="162"/>
                    <a:pt x="420" y="165"/>
                  </a:cubicBezTo>
                  <a:cubicBezTo>
                    <a:pt x="423" y="165"/>
                    <a:pt x="429" y="167"/>
                    <a:pt x="430" y="163"/>
                  </a:cubicBezTo>
                  <a:cubicBezTo>
                    <a:pt x="432" y="167"/>
                    <a:pt x="438" y="165"/>
                    <a:pt x="441" y="162"/>
                  </a:cubicBezTo>
                  <a:cubicBezTo>
                    <a:pt x="436" y="169"/>
                    <a:pt x="424" y="170"/>
                    <a:pt x="416" y="172"/>
                  </a:cubicBezTo>
                  <a:cubicBezTo>
                    <a:pt x="426" y="179"/>
                    <a:pt x="430" y="177"/>
                    <a:pt x="440" y="173"/>
                  </a:cubicBezTo>
                  <a:cubicBezTo>
                    <a:pt x="446" y="171"/>
                    <a:pt x="452" y="169"/>
                    <a:pt x="457" y="167"/>
                  </a:cubicBezTo>
                  <a:cubicBezTo>
                    <a:pt x="461" y="165"/>
                    <a:pt x="463" y="168"/>
                    <a:pt x="466" y="168"/>
                  </a:cubicBezTo>
                  <a:cubicBezTo>
                    <a:pt x="467" y="168"/>
                    <a:pt x="468" y="165"/>
                    <a:pt x="470" y="165"/>
                  </a:cubicBezTo>
                  <a:cubicBezTo>
                    <a:pt x="473" y="165"/>
                    <a:pt x="476" y="165"/>
                    <a:pt x="479" y="165"/>
                  </a:cubicBezTo>
                  <a:cubicBezTo>
                    <a:pt x="482" y="165"/>
                    <a:pt x="484" y="161"/>
                    <a:pt x="485" y="157"/>
                  </a:cubicBezTo>
                  <a:cubicBezTo>
                    <a:pt x="486" y="152"/>
                    <a:pt x="485" y="148"/>
                    <a:pt x="479" y="149"/>
                  </a:cubicBezTo>
                  <a:cubicBezTo>
                    <a:pt x="471" y="150"/>
                    <a:pt x="478" y="152"/>
                    <a:pt x="475" y="156"/>
                  </a:cubicBezTo>
                  <a:cubicBezTo>
                    <a:pt x="473" y="152"/>
                    <a:pt x="472" y="151"/>
                    <a:pt x="469" y="150"/>
                  </a:cubicBezTo>
                  <a:cubicBezTo>
                    <a:pt x="467" y="149"/>
                    <a:pt x="466" y="145"/>
                    <a:pt x="464" y="144"/>
                  </a:cubicBezTo>
                  <a:cubicBezTo>
                    <a:pt x="461" y="141"/>
                    <a:pt x="463" y="132"/>
                    <a:pt x="456" y="135"/>
                  </a:cubicBezTo>
                  <a:cubicBezTo>
                    <a:pt x="453" y="139"/>
                    <a:pt x="451" y="141"/>
                    <a:pt x="448" y="144"/>
                  </a:cubicBezTo>
                  <a:close/>
                  <a:moveTo>
                    <a:pt x="553" y="74"/>
                  </a:moveTo>
                  <a:cubicBezTo>
                    <a:pt x="554" y="83"/>
                    <a:pt x="564" y="83"/>
                    <a:pt x="570" y="81"/>
                  </a:cubicBezTo>
                  <a:cubicBezTo>
                    <a:pt x="568" y="84"/>
                    <a:pt x="565" y="84"/>
                    <a:pt x="562" y="84"/>
                  </a:cubicBezTo>
                  <a:cubicBezTo>
                    <a:pt x="560" y="84"/>
                    <a:pt x="560" y="88"/>
                    <a:pt x="563" y="87"/>
                  </a:cubicBezTo>
                  <a:cubicBezTo>
                    <a:pt x="565" y="87"/>
                    <a:pt x="565" y="91"/>
                    <a:pt x="568" y="89"/>
                  </a:cubicBezTo>
                  <a:cubicBezTo>
                    <a:pt x="570" y="88"/>
                    <a:pt x="571" y="86"/>
                    <a:pt x="573" y="87"/>
                  </a:cubicBezTo>
                  <a:cubicBezTo>
                    <a:pt x="573" y="88"/>
                    <a:pt x="573" y="89"/>
                    <a:pt x="573" y="89"/>
                  </a:cubicBezTo>
                  <a:cubicBezTo>
                    <a:pt x="576" y="91"/>
                    <a:pt x="577" y="88"/>
                    <a:pt x="579" y="87"/>
                  </a:cubicBezTo>
                  <a:cubicBezTo>
                    <a:pt x="580" y="87"/>
                    <a:pt x="582" y="90"/>
                    <a:pt x="582" y="86"/>
                  </a:cubicBezTo>
                  <a:cubicBezTo>
                    <a:pt x="586" y="88"/>
                    <a:pt x="593" y="85"/>
                    <a:pt x="596" y="88"/>
                  </a:cubicBezTo>
                  <a:cubicBezTo>
                    <a:pt x="593" y="89"/>
                    <a:pt x="589" y="89"/>
                    <a:pt x="585" y="89"/>
                  </a:cubicBezTo>
                  <a:cubicBezTo>
                    <a:pt x="591" y="92"/>
                    <a:pt x="596" y="91"/>
                    <a:pt x="602" y="90"/>
                  </a:cubicBezTo>
                  <a:cubicBezTo>
                    <a:pt x="592" y="92"/>
                    <a:pt x="582" y="91"/>
                    <a:pt x="572" y="95"/>
                  </a:cubicBezTo>
                  <a:cubicBezTo>
                    <a:pt x="575" y="98"/>
                    <a:pt x="578" y="98"/>
                    <a:pt x="582" y="99"/>
                  </a:cubicBezTo>
                  <a:cubicBezTo>
                    <a:pt x="580" y="99"/>
                    <a:pt x="578" y="99"/>
                    <a:pt x="576" y="99"/>
                  </a:cubicBezTo>
                  <a:cubicBezTo>
                    <a:pt x="579" y="104"/>
                    <a:pt x="587" y="102"/>
                    <a:pt x="592" y="103"/>
                  </a:cubicBezTo>
                  <a:cubicBezTo>
                    <a:pt x="589" y="104"/>
                    <a:pt x="586" y="104"/>
                    <a:pt x="582" y="104"/>
                  </a:cubicBezTo>
                  <a:cubicBezTo>
                    <a:pt x="587" y="111"/>
                    <a:pt x="596" y="110"/>
                    <a:pt x="603" y="111"/>
                  </a:cubicBezTo>
                  <a:cubicBezTo>
                    <a:pt x="603" y="109"/>
                    <a:pt x="601" y="107"/>
                    <a:pt x="600" y="107"/>
                  </a:cubicBezTo>
                  <a:cubicBezTo>
                    <a:pt x="604" y="107"/>
                    <a:pt x="606" y="109"/>
                    <a:pt x="609" y="111"/>
                  </a:cubicBezTo>
                  <a:cubicBezTo>
                    <a:pt x="608" y="108"/>
                    <a:pt x="606" y="105"/>
                    <a:pt x="605" y="102"/>
                  </a:cubicBezTo>
                  <a:cubicBezTo>
                    <a:pt x="608" y="105"/>
                    <a:pt x="611" y="108"/>
                    <a:pt x="614" y="111"/>
                  </a:cubicBezTo>
                  <a:cubicBezTo>
                    <a:pt x="616" y="107"/>
                    <a:pt x="617" y="105"/>
                    <a:pt x="615" y="102"/>
                  </a:cubicBezTo>
                  <a:cubicBezTo>
                    <a:pt x="628" y="109"/>
                    <a:pt x="613" y="96"/>
                    <a:pt x="623" y="93"/>
                  </a:cubicBezTo>
                  <a:cubicBezTo>
                    <a:pt x="622" y="96"/>
                    <a:pt x="623" y="99"/>
                    <a:pt x="624" y="101"/>
                  </a:cubicBezTo>
                  <a:cubicBezTo>
                    <a:pt x="627" y="99"/>
                    <a:pt x="630" y="98"/>
                    <a:pt x="629" y="94"/>
                  </a:cubicBezTo>
                  <a:cubicBezTo>
                    <a:pt x="631" y="96"/>
                    <a:pt x="641" y="91"/>
                    <a:pt x="645" y="90"/>
                  </a:cubicBezTo>
                  <a:cubicBezTo>
                    <a:pt x="643" y="87"/>
                    <a:pt x="641" y="85"/>
                    <a:pt x="638" y="83"/>
                  </a:cubicBezTo>
                  <a:cubicBezTo>
                    <a:pt x="638" y="84"/>
                    <a:pt x="637" y="85"/>
                    <a:pt x="636" y="86"/>
                  </a:cubicBezTo>
                  <a:cubicBezTo>
                    <a:pt x="636" y="79"/>
                    <a:pt x="628" y="83"/>
                    <a:pt x="625" y="85"/>
                  </a:cubicBezTo>
                  <a:cubicBezTo>
                    <a:pt x="629" y="78"/>
                    <a:pt x="631" y="75"/>
                    <a:pt x="622" y="74"/>
                  </a:cubicBezTo>
                  <a:cubicBezTo>
                    <a:pt x="627" y="69"/>
                    <a:pt x="620" y="64"/>
                    <a:pt x="615" y="68"/>
                  </a:cubicBezTo>
                  <a:cubicBezTo>
                    <a:pt x="616" y="69"/>
                    <a:pt x="617" y="71"/>
                    <a:pt x="618" y="73"/>
                  </a:cubicBezTo>
                  <a:cubicBezTo>
                    <a:pt x="616" y="73"/>
                    <a:pt x="613" y="72"/>
                    <a:pt x="611" y="70"/>
                  </a:cubicBezTo>
                  <a:cubicBezTo>
                    <a:pt x="611" y="68"/>
                    <a:pt x="613" y="64"/>
                    <a:pt x="609" y="65"/>
                  </a:cubicBezTo>
                  <a:cubicBezTo>
                    <a:pt x="605" y="66"/>
                    <a:pt x="601" y="64"/>
                    <a:pt x="598" y="61"/>
                  </a:cubicBezTo>
                  <a:cubicBezTo>
                    <a:pt x="593" y="55"/>
                    <a:pt x="591" y="51"/>
                    <a:pt x="584" y="49"/>
                  </a:cubicBezTo>
                  <a:cubicBezTo>
                    <a:pt x="580" y="48"/>
                    <a:pt x="574" y="46"/>
                    <a:pt x="571" y="50"/>
                  </a:cubicBezTo>
                  <a:cubicBezTo>
                    <a:pt x="574" y="52"/>
                    <a:pt x="578" y="50"/>
                    <a:pt x="582" y="52"/>
                  </a:cubicBezTo>
                  <a:cubicBezTo>
                    <a:pt x="578" y="58"/>
                    <a:pt x="566" y="50"/>
                    <a:pt x="563" y="59"/>
                  </a:cubicBezTo>
                  <a:cubicBezTo>
                    <a:pt x="566" y="60"/>
                    <a:pt x="570" y="59"/>
                    <a:pt x="572" y="61"/>
                  </a:cubicBezTo>
                  <a:cubicBezTo>
                    <a:pt x="570" y="62"/>
                    <a:pt x="556" y="63"/>
                    <a:pt x="560" y="67"/>
                  </a:cubicBezTo>
                  <a:cubicBezTo>
                    <a:pt x="558" y="68"/>
                    <a:pt x="556" y="68"/>
                    <a:pt x="554" y="69"/>
                  </a:cubicBezTo>
                  <a:cubicBezTo>
                    <a:pt x="558" y="71"/>
                    <a:pt x="560" y="70"/>
                    <a:pt x="563" y="71"/>
                  </a:cubicBezTo>
                  <a:cubicBezTo>
                    <a:pt x="563" y="71"/>
                    <a:pt x="562" y="72"/>
                    <a:pt x="562" y="72"/>
                  </a:cubicBezTo>
                  <a:cubicBezTo>
                    <a:pt x="565" y="74"/>
                    <a:pt x="569" y="70"/>
                    <a:pt x="572" y="72"/>
                  </a:cubicBezTo>
                  <a:cubicBezTo>
                    <a:pt x="570" y="72"/>
                    <a:pt x="569" y="73"/>
                    <a:pt x="568" y="74"/>
                  </a:cubicBezTo>
                  <a:cubicBezTo>
                    <a:pt x="569" y="74"/>
                    <a:pt x="570" y="75"/>
                    <a:pt x="571" y="76"/>
                  </a:cubicBezTo>
                  <a:cubicBezTo>
                    <a:pt x="569" y="76"/>
                    <a:pt x="568" y="75"/>
                    <a:pt x="567" y="75"/>
                  </a:cubicBezTo>
                  <a:cubicBezTo>
                    <a:pt x="562" y="75"/>
                    <a:pt x="558" y="74"/>
                    <a:pt x="553" y="74"/>
                  </a:cubicBezTo>
                  <a:close/>
                  <a:moveTo>
                    <a:pt x="493" y="147"/>
                  </a:moveTo>
                  <a:cubicBezTo>
                    <a:pt x="496" y="150"/>
                    <a:pt x="509" y="151"/>
                    <a:pt x="507" y="144"/>
                  </a:cubicBezTo>
                  <a:cubicBezTo>
                    <a:pt x="504" y="144"/>
                    <a:pt x="496" y="144"/>
                    <a:pt x="493" y="147"/>
                  </a:cubicBezTo>
                  <a:close/>
                  <a:moveTo>
                    <a:pt x="391" y="147"/>
                  </a:moveTo>
                  <a:cubicBezTo>
                    <a:pt x="389" y="148"/>
                    <a:pt x="377" y="153"/>
                    <a:pt x="378" y="156"/>
                  </a:cubicBezTo>
                  <a:cubicBezTo>
                    <a:pt x="379" y="159"/>
                    <a:pt x="385" y="158"/>
                    <a:pt x="386" y="156"/>
                  </a:cubicBezTo>
                  <a:cubicBezTo>
                    <a:pt x="388" y="154"/>
                    <a:pt x="392" y="151"/>
                    <a:pt x="391" y="147"/>
                  </a:cubicBezTo>
                  <a:close/>
                  <a:moveTo>
                    <a:pt x="1255" y="424"/>
                  </a:moveTo>
                  <a:cubicBezTo>
                    <a:pt x="1254" y="424"/>
                    <a:pt x="1254" y="424"/>
                    <a:pt x="1254" y="424"/>
                  </a:cubicBezTo>
                  <a:cubicBezTo>
                    <a:pt x="1255" y="425"/>
                    <a:pt x="1255" y="425"/>
                    <a:pt x="1255" y="425"/>
                  </a:cubicBezTo>
                  <a:cubicBezTo>
                    <a:pt x="1255" y="425"/>
                    <a:pt x="1255" y="424"/>
                    <a:pt x="1255" y="424"/>
                  </a:cubicBezTo>
                  <a:close/>
                  <a:moveTo>
                    <a:pt x="474" y="193"/>
                  </a:moveTo>
                  <a:cubicBezTo>
                    <a:pt x="478" y="194"/>
                    <a:pt x="478" y="195"/>
                    <a:pt x="481" y="197"/>
                  </a:cubicBezTo>
                  <a:cubicBezTo>
                    <a:pt x="484" y="200"/>
                    <a:pt x="485" y="202"/>
                    <a:pt x="488" y="201"/>
                  </a:cubicBezTo>
                  <a:cubicBezTo>
                    <a:pt x="491" y="200"/>
                    <a:pt x="493" y="196"/>
                    <a:pt x="493" y="193"/>
                  </a:cubicBezTo>
                  <a:cubicBezTo>
                    <a:pt x="493" y="190"/>
                    <a:pt x="490" y="189"/>
                    <a:pt x="487" y="187"/>
                  </a:cubicBezTo>
                  <a:cubicBezTo>
                    <a:pt x="482" y="188"/>
                    <a:pt x="476" y="186"/>
                    <a:pt x="474" y="193"/>
                  </a:cubicBezTo>
                  <a:close/>
                  <a:moveTo>
                    <a:pt x="500" y="164"/>
                  </a:moveTo>
                  <a:cubicBezTo>
                    <a:pt x="498" y="159"/>
                    <a:pt x="496" y="159"/>
                    <a:pt x="491" y="161"/>
                  </a:cubicBezTo>
                  <a:cubicBezTo>
                    <a:pt x="486" y="168"/>
                    <a:pt x="498" y="165"/>
                    <a:pt x="500" y="164"/>
                  </a:cubicBezTo>
                  <a:close/>
                  <a:moveTo>
                    <a:pt x="492" y="139"/>
                  </a:moveTo>
                  <a:cubicBezTo>
                    <a:pt x="493" y="141"/>
                    <a:pt x="493" y="141"/>
                    <a:pt x="494" y="144"/>
                  </a:cubicBezTo>
                  <a:cubicBezTo>
                    <a:pt x="497" y="144"/>
                    <a:pt x="502" y="145"/>
                    <a:pt x="505" y="142"/>
                  </a:cubicBezTo>
                  <a:cubicBezTo>
                    <a:pt x="503" y="141"/>
                    <a:pt x="501" y="140"/>
                    <a:pt x="500" y="139"/>
                  </a:cubicBezTo>
                  <a:cubicBezTo>
                    <a:pt x="497" y="137"/>
                    <a:pt x="494" y="138"/>
                    <a:pt x="492" y="139"/>
                  </a:cubicBezTo>
                  <a:close/>
                  <a:moveTo>
                    <a:pt x="577" y="124"/>
                  </a:moveTo>
                  <a:cubicBezTo>
                    <a:pt x="579" y="122"/>
                    <a:pt x="580" y="120"/>
                    <a:pt x="581" y="119"/>
                  </a:cubicBezTo>
                  <a:cubicBezTo>
                    <a:pt x="573" y="116"/>
                    <a:pt x="564" y="116"/>
                    <a:pt x="557" y="120"/>
                  </a:cubicBezTo>
                  <a:cubicBezTo>
                    <a:pt x="558" y="126"/>
                    <a:pt x="573" y="124"/>
                    <a:pt x="577" y="124"/>
                  </a:cubicBezTo>
                  <a:close/>
                  <a:moveTo>
                    <a:pt x="682" y="201"/>
                  </a:moveTo>
                  <a:cubicBezTo>
                    <a:pt x="683" y="203"/>
                    <a:pt x="685" y="204"/>
                    <a:pt x="687" y="204"/>
                  </a:cubicBezTo>
                  <a:cubicBezTo>
                    <a:pt x="690" y="206"/>
                    <a:pt x="698" y="202"/>
                    <a:pt x="701" y="202"/>
                  </a:cubicBezTo>
                  <a:cubicBezTo>
                    <a:pt x="705" y="201"/>
                    <a:pt x="710" y="202"/>
                    <a:pt x="713" y="202"/>
                  </a:cubicBezTo>
                  <a:cubicBezTo>
                    <a:pt x="708" y="195"/>
                    <a:pt x="705" y="193"/>
                    <a:pt x="697" y="189"/>
                  </a:cubicBezTo>
                  <a:cubicBezTo>
                    <a:pt x="695" y="188"/>
                    <a:pt x="692" y="190"/>
                    <a:pt x="689" y="189"/>
                  </a:cubicBezTo>
                  <a:cubicBezTo>
                    <a:pt x="686" y="188"/>
                    <a:pt x="683" y="187"/>
                    <a:pt x="680" y="186"/>
                  </a:cubicBezTo>
                  <a:cubicBezTo>
                    <a:pt x="675" y="187"/>
                    <a:pt x="674" y="193"/>
                    <a:pt x="679" y="196"/>
                  </a:cubicBezTo>
                  <a:cubicBezTo>
                    <a:pt x="683" y="197"/>
                    <a:pt x="680" y="198"/>
                    <a:pt x="682" y="201"/>
                  </a:cubicBezTo>
                  <a:close/>
                  <a:moveTo>
                    <a:pt x="597" y="122"/>
                  </a:moveTo>
                  <a:cubicBezTo>
                    <a:pt x="594" y="124"/>
                    <a:pt x="600" y="127"/>
                    <a:pt x="601" y="127"/>
                  </a:cubicBezTo>
                  <a:cubicBezTo>
                    <a:pt x="604" y="129"/>
                    <a:pt x="606" y="127"/>
                    <a:pt x="609" y="126"/>
                  </a:cubicBezTo>
                  <a:cubicBezTo>
                    <a:pt x="608" y="120"/>
                    <a:pt x="600" y="119"/>
                    <a:pt x="597" y="122"/>
                  </a:cubicBezTo>
                  <a:close/>
                  <a:moveTo>
                    <a:pt x="602" y="135"/>
                  </a:moveTo>
                  <a:cubicBezTo>
                    <a:pt x="599" y="137"/>
                    <a:pt x="606" y="142"/>
                    <a:pt x="608" y="141"/>
                  </a:cubicBezTo>
                  <a:cubicBezTo>
                    <a:pt x="607" y="140"/>
                    <a:pt x="607" y="138"/>
                    <a:pt x="607" y="138"/>
                  </a:cubicBezTo>
                  <a:cubicBezTo>
                    <a:pt x="610" y="135"/>
                    <a:pt x="604" y="134"/>
                    <a:pt x="602" y="135"/>
                  </a:cubicBezTo>
                  <a:close/>
                  <a:moveTo>
                    <a:pt x="2449" y="172"/>
                  </a:moveTo>
                  <a:cubicBezTo>
                    <a:pt x="2458" y="173"/>
                    <a:pt x="2464" y="172"/>
                    <a:pt x="2473" y="169"/>
                  </a:cubicBezTo>
                  <a:cubicBezTo>
                    <a:pt x="2474" y="169"/>
                    <a:pt x="2474" y="164"/>
                    <a:pt x="2474" y="164"/>
                  </a:cubicBezTo>
                  <a:cubicBezTo>
                    <a:pt x="2473" y="163"/>
                    <a:pt x="2469" y="162"/>
                    <a:pt x="2468" y="162"/>
                  </a:cubicBezTo>
                  <a:cubicBezTo>
                    <a:pt x="2463" y="161"/>
                    <a:pt x="2461" y="161"/>
                    <a:pt x="2457" y="163"/>
                  </a:cubicBezTo>
                  <a:cubicBezTo>
                    <a:pt x="2457" y="162"/>
                    <a:pt x="2456" y="160"/>
                    <a:pt x="2457" y="159"/>
                  </a:cubicBezTo>
                  <a:cubicBezTo>
                    <a:pt x="2453" y="159"/>
                    <a:pt x="2449" y="158"/>
                    <a:pt x="2445" y="161"/>
                  </a:cubicBezTo>
                  <a:cubicBezTo>
                    <a:pt x="2445" y="153"/>
                    <a:pt x="2435" y="158"/>
                    <a:pt x="2436" y="163"/>
                  </a:cubicBezTo>
                  <a:cubicBezTo>
                    <a:pt x="2437" y="166"/>
                    <a:pt x="2447" y="171"/>
                    <a:pt x="2449" y="172"/>
                  </a:cubicBezTo>
                  <a:close/>
                  <a:moveTo>
                    <a:pt x="1709" y="227"/>
                  </a:moveTo>
                  <a:cubicBezTo>
                    <a:pt x="1713" y="233"/>
                    <a:pt x="1719" y="236"/>
                    <a:pt x="1726" y="237"/>
                  </a:cubicBezTo>
                  <a:cubicBezTo>
                    <a:pt x="1732" y="237"/>
                    <a:pt x="1744" y="241"/>
                    <a:pt x="1750" y="236"/>
                  </a:cubicBezTo>
                  <a:cubicBezTo>
                    <a:pt x="1741" y="231"/>
                    <a:pt x="1735" y="226"/>
                    <a:pt x="1734" y="214"/>
                  </a:cubicBezTo>
                  <a:cubicBezTo>
                    <a:pt x="1734" y="205"/>
                    <a:pt x="1743" y="197"/>
                    <a:pt x="1748" y="191"/>
                  </a:cubicBezTo>
                  <a:cubicBezTo>
                    <a:pt x="1751" y="187"/>
                    <a:pt x="1754" y="183"/>
                    <a:pt x="1757" y="179"/>
                  </a:cubicBezTo>
                  <a:cubicBezTo>
                    <a:pt x="1759" y="176"/>
                    <a:pt x="1766" y="174"/>
                    <a:pt x="1769" y="172"/>
                  </a:cubicBezTo>
                  <a:cubicBezTo>
                    <a:pt x="1776" y="167"/>
                    <a:pt x="1781" y="162"/>
                    <a:pt x="1788" y="159"/>
                  </a:cubicBezTo>
                  <a:cubicBezTo>
                    <a:pt x="1797" y="157"/>
                    <a:pt x="1807" y="154"/>
                    <a:pt x="1816" y="151"/>
                  </a:cubicBezTo>
                  <a:cubicBezTo>
                    <a:pt x="1820" y="149"/>
                    <a:pt x="1839" y="146"/>
                    <a:pt x="1839" y="138"/>
                  </a:cubicBezTo>
                  <a:cubicBezTo>
                    <a:pt x="1840" y="128"/>
                    <a:pt x="1821" y="132"/>
                    <a:pt x="1818" y="135"/>
                  </a:cubicBezTo>
                  <a:cubicBezTo>
                    <a:pt x="1811" y="141"/>
                    <a:pt x="1802" y="142"/>
                    <a:pt x="1793" y="145"/>
                  </a:cubicBezTo>
                  <a:cubicBezTo>
                    <a:pt x="1785" y="145"/>
                    <a:pt x="1779" y="146"/>
                    <a:pt x="1771" y="149"/>
                  </a:cubicBezTo>
                  <a:cubicBezTo>
                    <a:pt x="1765" y="151"/>
                    <a:pt x="1755" y="153"/>
                    <a:pt x="1750" y="157"/>
                  </a:cubicBezTo>
                  <a:cubicBezTo>
                    <a:pt x="1745" y="162"/>
                    <a:pt x="1739" y="167"/>
                    <a:pt x="1734" y="173"/>
                  </a:cubicBezTo>
                  <a:cubicBezTo>
                    <a:pt x="1730" y="177"/>
                    <a:pt x="1727" y="181"/>
                    <a:pt x="1723" y="185"/>
                  </a:cubicBezTo>
                  <a:cubicBezTo>
                    <a:pt x="1720" y="188"/>
                    <a:pt x="1722" y="190"/>
                    <a:pt x="1723" y="194"/>
                  </a:cubicBezTo>
                  <a:cubicBezTo>
                    <a:pt x="1723" y="196"/>
                    <a:pt x="1716" y="200"/>
                    <a:pt x="1714" y="201"/>
                  </a:cubicBezTo>
                  <a:cubicBezTo>
                    <a:pt x="1709" y="205"/>
                    <a:pt x="1714" y="205"/>
                    <a:pt x="1711" y="210"/>
                  </a:cubicBezTo>
                  <a:cubicBezTo>
                    <a:pt x="1710" y="213"/>
                    <a:pt x="1704" y="212"/>
                    <a:pt x="1704" y="216"/>
                  </a:cubicBezTo>
                  <a:cubicBezTo>
                    <a:pt x="1704" y="223"/>
                    <a:pt x="1704" y="223"/>
                    <a:pt x="1709" y="227"/>
                  </a:cubicBezTo>
                  <a:close/>
                  <a:moveTo>
                    <a:pt x="1725" y="69"/>
                  </a:moveTo>
                  <a:cubicBezTo>
                    <a:pt x="1717" y="66"/>
                    <a:pt x="1716" y="66"/>
                    <a:pt x="1709" y="72"/>
                  </a:cubicBezTo>
                  <a:cubicBezTo>
                    <a:pt x="1712" y="73"/>
                    <a:pt x="1716" y="73"/>
                    <a:pt x="1719" y="74"/>
                  </a:cubicBezTo>
                  <a:cubicBezTo>
                    <a:pt x="1721" y="72"/>
                    <a:pt x="1723" y="71"/>
                    <a:pt x="1725" y="69"/>
                  </a:cubicBezTo>
                  <a:close/>
                  <a:moveTo>
                    <a:pt x="1758" y="49"/>
                  </a:moveTo>
                  <a:cubicBezTo>
                    <a:pt x="1756" y="47"/>
                    <a:pt x="1754" y="45"/>
                    <a:pt x="1752" y="43"/>
                  </a:cubicBezTo>
                  <a:cubicBezTo>
                    <a:pt x="1756" y="42"/>
                    <a:pt x="1760" y="41"/>
                    <a:pt x="1764" y="40"/>
                  </a:cubicBezTo>
                  <a:cubicBezTo>
                    <a:pt x="1757" y="39"/>
                    <a:pt x="1754" y="38"/>
                    <a:pt x="1749" y="42"/>
                  </a:cubicBezTo>
                  <a:cubicBezTo>
                    <a:pt x="1744" y="45"/>
                    <a:pt x="1740" y="48"/>
                    <a:pt x="1735" y="51"/>
                  </a:cubicBezTo>
                  <a:cubicBezTo>
                    <a:pt x="1739" y="52"/>
                    <a:pt x="1743" y="52"/>
                    <a:pt x="1748" y="53"/>
                  </a:cubicBezTo>
                  <a:cubicBezTo>
                    <a:pt x="1751" y="51"/>
                    <a:pt x="1754" y="50"/>
                    <a:pt x="1758" y="49"/>
                  </a:cubicBezTo>
                  <a:close/>
                  <a:moveTo>
                    <a:pt x="1758" y="243"/>
                  </a:moveTo>
                  <a:cubicBezTo>
                    <a:pt x="1759" y="246"/>
                    <a:pt x="1769" y="255"/>
                    <a:pt x="1772" y="252"/>
                  </a:cubicBezTo>
                  <a:cubicBezTo>
                    <a:pt x="1776" y="248"/>
                    <a:pt x="1764" y="242"/>
                    <a:pt x="1762" y="241"/>
                  </a:cubicBezTo>
                  <a:cubicBezTo>
                    <a:pt x="1760" y="242"/>
                    <a:pt x="1759" y="242"/>
                    <a:pt x="1758" y="243"/>
                  </a:cubicBezTo>
                  <a:close/>
                  <a:moveTo>
                    <a:pt x="1769" y="75"/>
                  </a:moveTo>
                  <a:cubicBezTo>
                    <a:pt x="1767" y="72"/>
                    <a:pt x="1763" y="74"/>
                    <a:pt x="1761" y="75"/>
                  </a:cubicBezTo>
                  <a:cubicBezTo>
                    <a:pt x="1762" y="76"/>
                    <a:pt x="1763" y="77"/>
                    <a:pt x="1764" y="78"/>
                  </a:cubicBezTo>
                  <a:cubicBezTo>
                    <a:pt x="1766" y="77"/>
                    <a:pt x="1767" y="76"/>
                    <a:pt x="1769" y="75"/>
                  </a:cubicBezTo>
                  <a:close/>
                  <a:moveTo>
                    <a:pt x="1754" y="58"/>
                  </a:moveTo>
                  <a:cubicBezTo>
                    <a:pt x="1748" y="56"/>
                    <a:pt x="1743" y="54"/>
                    <a:pt x="1738" y="55"/>
                  </a:cubicBezTo>
                  <a:cubicBezTo>
                    <a:pt x="1730" y="55"/>
                    <a:pt x="1728" y="54"/>
                    <a:pt x="1722" y="60"/>
                  </a:cubicBezTo>
                  <a:cubicBezTo>
                    <a:pt x="1727" y="61"/>
                    <a:pt x="1732" y="63"/>
                    <a:pt x="1738" y="64"/>
                  </a:cubicBezTo>
                  <a:cubicBezTo>
                    <a:pt x="1744" y="63"/>
                    <a:pt x="1748" y="62"/>
                    <a:pt x="1754" y="58"/>
                  </a:cubicBezTo>
                  <a:close/>
                  <a:moveTo>
                    <a:pt x="1677" y="63"/>
                  </a:moveTo>
                  <a:cubicBezTo>
                    <a:pt x="1674" y="65"/>
                    <a:pt x="1670" y="68"/>
                    <a:pt x="1666" y="70"/>
                  </a:cubicBezTo>
                  <a:cubicBezTo>
                    <a:pt x="1673" y="72"/>
                    <a:pt x="1677" y="73"/>
                    <a:pt x="1684" y="73"/>
                  </a:cubicBezTo>
                  <a:cubicBezTo>
                    <a:pt x="1684" y="71"/>
                    <a:pt x="1683" y="69"/>
                    <a:pt x="1683" y="67"/>
                  </a:cubicBezTo>
                  <a:cubicBezTo>
                    <a:pt x="1690" y="65"/>
                    <a:pt x="1697" y="63"/>
                    <a:pt x="1705" y="62"/>
                  </a:cubicBezTo>
                  <a:cubicBezTo>
                    <a:pt x="1701" y="59"/>
                    <a:pt x="1698" y="57"/>
                    <a:pt x="1693" y="58"/>
                  </a:cubicBezTo>
                  <a:cubicBezTo>
                    <a:pt x="1689" y="59"/>
                    <a:pt x="1684" y="61"/>
                    <a:pt x="1679" y="60"/>
                  </a:cubicBezTo>
                  <a:cubicBezTo>
                    <a:pt x="1670" y="58"/>
                    <a:pt x="1663" y="61"/>
                    <a:pt x="1653" y="64"/>
                  </a:cubicBezTo>
                  <a:cubicBezTo>
                    <a:pt x="1657" y="65"/>
                    <a:pt x="1660" y="65"/>
                    <a:pt x="1663" y="66"/>
                  </a:cubicBezTo>
                  <a:cubicBezTo>
                    <a:pt x="1668" y="65"/>
                    <a:pt x="1673" y="64"/>
                    <a:pt x="1677" y="63"/>
                  </a:cubicBezTo>
                  <a:close/>
                  <a:moveTo>
                    <a:pt x="1681" y="266"/>
                  </a:moveTo>
                  <a:cubicBezTo>
                    <a:pt x="1684" y="268"/>
                    <a:pt x="1691" y="262"/>
                    <a:pt x="1693" y="260"/>
                  </a:cubicBezTo>
                  <a:cubicBezTo>
                    <a:pt x="1690" y="257"/>
                    <a:pt x="1688" y="256"/>
                    <a:pt x="1684" y="255"/>
                  </a:cubicBezTo>
                  <a:cubicBezTo>
                    <a:pt x="1678" y="258"/>
                    <a:pt x="1676" y="261"/>
                    <a:pt x="1681" y="266"/>
                  </a:cubicBezTo>
                  <a:close/>
                  <a:moveTo>
                    <a:pt x="1471" y="245"/>
                  </a:moveTo>
                  <a:cubicBezTo>
                    <a:pt x="1479" y="244"/>
                    <a:pt x="1483" y="242"/>
                    <a:pt x="1489" y="236"/>
                  </a:cubicBezTo>
                  <a:cubicBezTo>
                    <a:pt x="1485" y="236"/>
                    <a:pt x="1485" y="239"/>
                    <a:pt x="1482" y="241"/>
                  </a:cubicBezTo>
                  <a:cubicBezTo>
                    <a:pt x="1480" y="242"/>
                    <a:pt x="1476" y="241"/>
                    <a:pt x="1473" y="241"/>
                  </a:cubicBezTo>
                  <a:cubicBezTo>
                    <a:pt x="1475" y="244"/>
                    <a:pt x="1473" y="245"/>
                    <a:pt x="1471" y="245"/>
                  </a:cubicBezTo>
                  <a:close/>
                  <a:moveTo>
                    <a:pt x="435" y="107"/>
                  </a:moveTo>
                  <a:cubicBezTo>
                    <a:pt x="439" y="109"/>
                    <a:pt x="438" y="106"/>
                    <a:pt x="441" y="106"/>
                  </a:cubicBezTo>
                  <a:cubicBezTo>
                    <a:pt x="444" y="106"/>
                    <a:pt x="458" y="111"/>
                    <a:pt x="456" y="104"/>
                  </a:cubicBezTo>
                  <a:cubicBezTo>
                    <a:pt x="455" y="99"/>
                    <a:pt x="444" y="100"/>
                    <a:pt x="441" y="101"/>
                  </a:cubicBezTo>
                  <a:cubicBezTo>
                    <a:pt x="436" y="102"/>
                    <a:pt x="428" y="103"/>
                    <a:pt x="425" y="107"/>
                  </a:cubicBezTo>
                  <a:cubicBezTo>
                    <a:pt x="425" y="108"/>
                    <a:pt x="426" y="108"/>
                    <a:pt x="427" y="109"/>
                  </a:cubicBezTo>
                  <a:cubicBezTo>
                    <a:pt x="429" y="108"/>
                    <a:pt x="433" y="106"/>
                    <a:pt x="435" y="107"/>
                  </a:cubicBezTo>
                  <a:close/>
                  <a:moveTo>
                    <a:pt x="1758" y="66"/>
                  </a:moveTo>
                  <a:cubicBezTo>
                    <a:pt x="1756" y="66"/>
                    <a:pt x="1736" y="67"/>
                    <a:pt x="1738" y="72"/>
                  </a:cubicBezTo>
                  <a:cubicBezTo>
                    <a:pt x="1739" y="78"/>
                    <a:pt x="1753" y="74"/>
                    <a:pt x="1758" y="73"/>
                  </a:cubicBezTo>
                  <a:cubicBezTo>
                    <a:pt x="1757" y="72"/>
                    <a:pt x="1757" y="71"/>
                    <a:pt x="1756" y="70"/>
                  </a:cubicBezTo>
                  <a:cubicBezTo>
                    <a:pt x="1758" y="70"/>
                    <a:pt x="1761" y="69"/>
                    <a:pt x="1763" y="69"/>
                  </a:cubicBezTo>
                  <a:cubicBezTo>
                    <a:pt x="1761" y="68"/>
                    <a:pt x="1759" y="67"/>
                    <a:pt x="1758" y="66"/>
                  </a:cubicBezTo>
                  <a:close/>
                  <a:moveTo>
                    <a:pt x="2372" y="168"/>
                  </a:moveTo>
                  <a:cubicBezTo>
                    <a:pt x="2374" y="170"/>
                    <a:pt x="2377" y="173"/>
                    <a:pt x="2380" y="173"/>
                  </a:cubicBezTo>
                  <a:cubicBezTo>
                    <a:pt x="2386" y="172"/>
                    <a:pt x="2386" y="172"/>
                    <a:pt x="2388" y="167"/>
                  </a:cubicBezTo>
                  <a:cubicBezTo>
                    <a:pt x="2392" y="173"/>
                    <a:pt x="2398" y="168"/>
                    <a:pt x="2404" y="165"/>
                  </a:cubicBezTo>
                  <a:cubicBezTo>
                    <a:pt x="2406" y="165"/>
                    <a:pt x="2408" y="171"/>
                    <a:pt x="2410" y="170"/>
                  </a:cubicBezTo>
                  <a:cubicBezTo>
                    <a:pt x="2413" y="170"/>
                    <a:pt x="2415" y="169"/>
                    <a:pt x="2418" y="168"/>
                  </a:cubicBezTo>
                  <a:cubicBezTo>
                    <a:pt x="2417" y="167"/>
                    <a:pt x="2416" y="165"/>
                    <a:pt x="2415" y="163"/>
                  </a:cubicBezTo>
                  <a:cubicBezTo>
                    <a:pt x="2419" y="165"/>
                    <a:pt x="2420" y="166"/>
                    <a:pt x="2424" y="164"/>
                  </a:cubicBezTo>
                  <a:cubicBezTo>
                    <a:pt x="2427" y="162"/>
                    <a:pt x="2429" y="161"/>
                    <a:pt x="2431" y="158"/>
                  </a:cubicBezTo>
                  <a:cubicBezTo>
                    <a:pt x="2423" y="155"/>
                    <a:pt x="2415" y="152"/>
                    <a:pt x="2407" y="149"/>
                  </a:cubicBezTo>
                  <a:cubicBezTo>
                    <a:pt x="2405" y="148"/>
                    <a:pt x="2402" y="146"/>
                    <a:pt x="2399" y="147"/>
                  </a:cubicBezTo>
                  <a:cubicBezTo>
                    <a:pt x="2395" y="149"/>
                    <a:pt x="2397" y="151"/>
                    <a:pt x="2398" y="156"/>
                  </a:cubicBezTo>
                  <a:cubicBezTo>
                    <a:pt x="2392" y="153"/>
                    <a:pt x="2381" y="143"/>
                    <a:pt x="2376" y="147"/>
                  </a:cubicBezTo>
                  <a:cubicBezTo>
                    <a:pt x="2371" y="151"/>
                    <a:pt x="2368" y="152"/>
                    <a:pt x="2366" y="159"/>
                  </a:cubicBezTo>
                  <a:cubicBezTo>
                    <a:pt x="2365" y="163"/>
                    <a:pt x="2370" y="166"/>
                    <a:pt x="2372" y="168"/>
                  </a:cubicBezTo>
                  <a:close/>
                  <a:moveTo>
                    <a:pt x="1255" y="442"/>
                  </a:moveTo>
                  <a:cubicBezTo>
                    <a:pt x="1257" y="441"/>
                    <a:pt x="1257" y="439"/>
                    <a:pt x="1256" y="437"/>
                  </a:cubicBezTo>
                  <a:cubicBezTo>
                    <a:pt x="1255" y="438"/>
                    <a:pt x="1254" y="438"/>
                    <a:pt x="1253" y="439"/>
                  </a:cubicBezTo>
                  <a:cubicBezTo>
                    <a:pt x="1256" y="440"/>
                    <a:pt x="1254" y="440"/>
                    <a:pt x="1255" y="442"/>
                  </a:cubicBezTo>
                  <a:close/>
                  <a:moveTo>
                    <a:pt x="2402" y="194"/>
                  </a:moveTo>
                  <a:cubicBezTo>
                    <a:pt x="2408" y="198"/>
                    <a:pt x="2411" y="197"/>
                    <a:pt x="2418" y="197"/>
                  </a:cubicBezTo>
                  <a:cubicBezTo>
                    <a:pt x="2416" y="191"/>
                    <a:pt x="2416" y="191"/>
                    <a:pt x="2411" y="188"/>
                  </a:cubicBezTo>
                  <a:cubicBezTo>
                    <a:pt x="2410" y="187"/>
                    <a:pt x="2401" y="183"/>
                    <a:pt x="2401" y="183"/>
                  </a:cubicBezTo>
                  <a:cubicBezTo>
                    <a:pt x="2401" y="179"/>
                    <a:pt x="2398" y="175"/>
                    <a:pt x="2393" y="178"/>
                  </a:cubicBezTo>
                  <a:cubicBezTo>
                    <a:pt x="2387" y="182"/>
                    <a:pt x="2394" y="186"/>
                    <a:pt x="2396" y="187"/>
                  </a:cubicBezTo>
                  <a:cubicBezTo>
                    <a:pt x="2393" y="190"/>
                    <a:pt x="2390" y="192"/>
                    <a:pt x="2387" y="194"/>
                  </a:cubicBezTo>
                  <a:cubicBezTo>
                    <a:pt x="2391" y="194"/>
                    <a:pt x="2399" y="191"/>
                    <a:pt x="2402" y="194"/>
                  </a:cubicBezTo>
                  <a:close/>
                  <a:moveTo>
                    <a:pt x="1808" y="59"/>
                  </a:moveTo>
                  <a:cubicBezTo>
                    <a:pt x="1813" y="58"/>
                    <a:pt x="1811" y="56"/>
                    <a:pt x="1811" y="51"/>
                  </a:cubicBezTo>
                  <a:cubicBezTo>
                    <a:pt x="1809" y="51"/>
                    <a:pt x="1805" y="50"/>
                    <a:pt x="1804" y="51"/>
                  </a:cubicBezTo>
                  <a:cubicBezTo>
                    <a:pt x="1802" y="52"/>
                    <a:pt x="1802" y="56"/>
                    <a:pt x="1801" y="57"/>
                  </a:cubicBezTo>
                  <a:cubicBezTo>
                    <a:pt x="1797" y="59"/>
                    <a:pt x="1793" y="53"/>
                    <a:pt x="1790" y="59"/>
                  </a:cubicBezTo>
                  <a:cubicBezTo>
                    <a:pt x="1791" y="60"/>
                    <a:pt x="1792" y="62"/>
                    <a:pt x="1793" y="62"/>
                  </a:cubicBezTo>
                  <a:cubicBezTo>
                    <a:pt x="1798" y="61"/>
                    <a:pt x="1803" y="60"/>
                    <a:pt x="1808" y="59"/>
                  </a:cubicBezTo>
                  <a:close/>
                  <a:moveTo>
                    <a:pt x="1766" y="66"/>
                  </a:moveTo>
                  <a:cubicBezTo>
                    <a:pt x="1769" y="66"/>
                    <a:pt x="1770" y="65"/>
                    <a:pt x="1772" y="68"/>
                  </a:cubicBezTo>
                  <a:cubicBezTo>
                    <a:pt x="1775" y="72"/>
                    <a:pt x="1783" y="66"/>
                    <a:pt x="1786" y="63"/>
                  </a:cubicBezTo>
                  <a:cubicBezTo>
                    <a:pt x="1789" y="59"/>
                    <a:pt x="1782" y="54"/>
                    <a:pt x="1778" y="55"/>
                  </a:cubicBezTo>
                  <a:cubicBezTo>
                    <a:pt x="1773" y="56"/>
                    <a:pt x="1768" y="58"/>
                    <a:pt x="1762" y="61"/>
                  </a:cubicBezTo>
                  <a:cubicBezTo>
                    <a:pt x="1763" y="63"/>
                    <a:pt x="1763" y="66"/>
                    <a:pt x="1766" y="66"/>
                  </a:cubicBezTo>
                  <a:close/>
                  <a:moveTo>
                    <a:pt x="2074" y="112"/>
                  </a:moveTo>
                  <a:cubicBezTo>
                    <a:pt x="2079" y="118"/>
                    <a:pt x="2089" y="111"/>
                    <a:pt x="2094" y="109"/>
                  </a:cubicBezTo>
                  <a:cubicBezTo>
                    <a:pt x="2096" y="108"/>
                    <a:pt x="2099" y="111"/>
                    <a:pt x="2101" y="111"/>
                  </a:cubicBezTo>
                  <a:cubicBezTo>
                    <a:pt x="2106" y="110"/>
                    <a:pt x="2110" y="109"/>
                    <a:pt x="2115" y="109"/>
                  </a:cubicBezTo>
                  <a:cubicBezTo>
                    <a:pt x="2118" y="108"/>
                    <a:pt x="2119" y="107"/>
                    <a:pt x="2122" y="105"/>
                  </a:cubicBezTo>
                  <a:cubicBezTo>
                    <a:pt x="2124" y="103"/>
                    <a:pt x="2120" y="98"/>
                    <a:pt x="2118" y="98"/>
                  </a:cubicBezTo>
                  <a:cubicBezTo>
                    <a:pt x="2114" y="97"/>
                    <a:pt x="2113" y="96"/>
                    <a:pt x="2110" y="92"/>
                  </a:cubicBezTo>
                  <a:cubicBezTo>
                    <a:pt x="2109" y="90"/>
                    <a:pt x="2103" y="92"/>
                    <a:pt x="2101" y="92"/>
                  </a:cubicBezTo>
                  <a:cubicBezTo>
                    <a:pt x="2102" y="91"/>
                    <a:pt x="2104" y="90"/>
                    <a:pt x="2105" y="89"/>
                  </a:cubicBezTo>
                  <a:cubicBezTo>
                    <a:pt x="2099" y="86"/>
                    <a:pt x="2094" y="86"/>
                    <a:pt x="2090" y="91"/>
                  </a:cubicBezTo>
                  <a:cubicBezTo>
                    <a:pt x="2085" y="96"/>
                    <a:pt x="2082" y="102"/>
                    <a:pt x="2078" y="108"/>
                  </a:cubicBezTo>
                  <a:cubicBezTo>
                    <a:pt x="2077" y="109"/>
                    <a:pt x="2076" y="111"/>
                    <a:pt x="2074" y="112"/>
                  </a:cubicBezTo>
                  <a:close/>
                  <a:moveTo>
                    <a:pt x="2016" y="82"/>
                  </a:moveTo>
                  <a:cubicBezTo>
                    <a:pt x="2020" y="82"/>
                    <a:pt x="2029" y="79"/>
                    <a:pt x="2032" y="83"/>
                  </a:cubicBezTo>
                  <a:cubicBezTo>
                    <a:pt x="2036" y="88"/>
                    <a:pt x="2038" y="95"/>
                    <a:pt x="2044" y="94"/>
                  </a:cubicBezTo>
                  <a:cubicBezTo>
                    <a:pt x="2052" y="94"/>
                    <a:pt x="2056" y="93"/>
                    <a:pt x="2063" y="96"/>
                  </a:cubicBezTo>
                  <a:cubicBezTo>
                    <a:pt x="2069" y="98"/>
                    <a:pt x="2072" y="97"/>
                    <a:pt x="2078" y="95"/>
                  </a:cubicBezTo>
                  <a:cubicBezTo>
                    <a:pt x="2078" y="93"/>
                    <a:pt x="2076" y="89"/>
                    <a:pt x="2076" y="86"/>
                  </a:cubicBezTo>
                  <a:cubicBezTo>
                    <a:pt x="2077" y="84"/>
                    <a:pt x="2080" y="80"/>
                    <a:pt x="2077" y="79"/>
                  </a:cubicBezTo>
                  <a:cubicBezTo>
                    <a:pt x="2071" y="75"/>
                    <a:pt x="2068" y="78"/>
                    <a:pt x="2062" y="81"/>
                  </a:cubicBezTo>
                  <a:cubicBezTo>
                    <a:pt x="2064" y="78"/>
                    <a:pt x="2066" y="76"/>
                    <a:pt x="2068" y="74"/>
                  </a:cubicBezTo>
                  <a:cubicBezTo>
                    <a:pt x="2065" y="73"/>
                    <a:pt x="2058" y="73"/>
                    <a:pt x="2057" y="70"/>
                  </a:cubicBezTo>
                  <a:cubicBezTo>
                    <a:pt x="2056" y="62"/>
                    <a:pt x="2056" y="63"/>
                    <a:pt x="2062" y="61"/>
                  </a:cubicBezTo>
                  <a:cubicBezTo>
                    <a:pt x="2058" y="58"/>
                    <a:pt x="2050" y="49"/>
                    <a:pt x="2045" y="49"/>
                  </a:cubicBezTo>
                  <a:cubicBezTo>
                    <a:pt x="2039" y="49"/>
                    <a:pt x="2043" y="52"/>
                    <a:pt x="2040" y="54"/>
                  </a:cubicBezTo>
                  <a:cubicBezTo>
                    <a:pt x="2036" y="55"/>
                    <a:pt x="2032" y="56"/>
                    <a:pt x="2028" y="57"/>
                  </a:cubicBezTo>
                  <a:cubicBezTo>
                    <a:pt x="2023" y="59"/>
                    <a:pt x="2024" y="60"/>
                    <a:pt x="2023" y="65"/>
                  </a:cubicBezTo>
                  <a:cubicBezTo>
                    <a:pt x="2022" y="67"/>
                    <a:pt x="2015" y="67"/>
                    <a:pt x="2014" y="68"/>
                  </a:cubicBezTo>
                  <a:cubicBezTo>
                    <a:pt x="2012" y="68"/>
                    <a:pt x="2010" y="75"/>
                    <a:pt x="2009" y="77"/>
                  </a:cubicBezTo>
                  <a:cubicBezTo>
                    <a:pt x="2009" y="78"/>
                    <a:pt x="2015" y="82"/>
                    <a:pt x="2016" y="82"/>
                  </a:cubicBezTo>
                  <a:close/>
                  <a:moveTo>
                    <a:pt x="2700" y="234"/>
                  </a:moveTo>
                  <a:cubicBezTo>
                    <a:pt x="2702" y="234"/>
                    <a:pt x="2703" y="235"/>
                    <a:pt x="2705" y="235"/>
                  </a:cubicBezTo>
                  <a:cubicBezTo>
                    <a:pt x="2712" y="233"/>
                    <a:pt x="2717" y="234"/>
                    <a:pt x="2722" y="228"/>
                  </a:cubicBezTo>
                  <a:cubicBezTo>
                    <a:pt x="2719" y="226"/>
                    <a:pt x="2717" y="223"/>
                    <a:pt x="2714" y="223"/>
                  </a:cubicBezTo>
                  <a:cubicBezTo>
                    <a:pt x="2709" y="222"/>
                    <a:pt x="2704" y="222"/>
                    <a:pt x="2699" y="222"/>
                  </a:cubicBezTo>
                  <a:cubicBezTo>
                    <a:pt x="2696" y="222"/>
                    <a:pt x="2691" y="225"/>
                    <a:pt x="2688" y="227"/>
                  </a:cubicBezTo>
                  <a:cubicBezTo>
                    <a:pt x="2687" y="227"/>
                    <a:pt x="2690" y="236"/>
                    <a:pt x="2690" y="237"/>
                  </a:cubicBezTo>
                  <a:cubicBezTo>
                    <a:pt x="2693" y="236"/>
                    <a:pt x="2696" y="235"/>
                    <a:pt x="2700" y="234"/>
                  </a:cubicBezTo>
                  <a:close/>
                  <a:moveTo>
                    <a:pt x="1429" y="259"/>
                  </a:moveTo>
                  <a:cubicBezTo>
                    <a:pt x="1427" y="260"/>
                    <a:pt x="1423" y="260"/>
                    <a:pt x="1424" y="264"/>
                  </a:cubicBezTo>
                  <a:cubicBezTo>
                    <a:pt x="1426" y="263"/>
                    <a:pt x="1427" y="262"/>
                    <a:pt x="1429" y="260"/>
                  </a:cubicBezTo>
                  <a:cubicBezTo>
                    <a:pt x="1429" y="260"/>
                    <a:pt x="1429" y="259"/>
                    <a:pt x="1429" y="259"/>
                  </a:cubicBezTo>
                  <a:close/>
                  <a:moveTo>
                    <a:pt x="1409" y="276"/>
                  </a:moveTo>
                  <a:cubicBezTo>
                    <a:pt x="1411" y="276"/>
                    <a:pt x="1413" y="275"/>
                    <a:pt x="1414" y="273"/>
                  </a:cubicBezTo>
                  <a:cubicBezTo>
                    <a:pt x="1412" y="272"/>
                    <a:pt x="1411" y="272"/>
                    <a:pt x="1409" y="274"/>
                  </a:cubicBezTo>
                  <a:cubicBezTo>
                    <a:pt x="1409" y="274"/>
                    <a:pt x="1409" y="275"/>
                    <a:pt x="1409" y="276"/>
                  </a:cubicBezTo>
                  <a:close/>
                  <a:moveTo>
                    <a:pt x="1420" y="262"/>
                  </a:moveTo>
                  <a:cubicBezTo>
                    <a:pt x="1419" y="264"/>
                    <a:pt x="1417" y="266"/>
                    <a:pt x="1415" y="268"/>
                  </a:cubicBezTo>
                  <a:cubicBezTo>
                    <a:pt x="1417" y="268"/>
                    <a:pt x="1419" y="269"/>
                    <a:pt x="1420" y="269"/>
                  </a:cubicBezTo>
                  <a:cubicBezTo>
                    <a:pt x="1424" y="267"/>
                    <a:pt x="1423" y="265"/>
                    <a:pt x="1420" y="262"/>
                  </a:cubicBezTo>
                  <a:close/>
                  <a:moveTo>
                    <a:pt x="1279" y="401"/>
                  </a:moveTo>
                  <a:cubicBezTo>
                    <a:pt x="1281" y="401"/>
                    <a:pt x="1281" y="401"/>
                    <a:pt x="1283" y="400"/>
                  </a:cubicBezTo>
                  <a:cubicBezTo>
                    <a:pt x="1281" y="400"/>
                    <a:pt x="1281" y="399"/>
                    <a:pt x="1279" y="400"/>
                  </a:cubicBezTo>
                  <a:cubicBezTo>
                    <a:pt x="1280" y="399"/>
                    <a:pt x="1280" y="399"/>
                    <a:pt x="1281" y="399"/>
                  </a:cubicBezTo>
                  <a:cubicBezTo>
                    <a:pt x="1278" y="397"/>
                    <a:pt x="1277" y="400"/>
                    <a:pt x="1277" y="401"/>
                  </a:cubicBezTo>
                  <a:cubicBezTo>
                    <a:pt x="1278" y="401"/>
                    <a:pt x="1278" y="402"/>
                    <a:pt x="1278" y="402"/>
                  </a:cubicBezTo>
                  <a:cubicBezTo>
                    <a:pt x="1279" y="402"/>
                    <a:pt x="1279" y="401"/>
                    <a:pt x="1279" y="401"/>
                  </a:cubicBezTo>
                  <a:close/>
                  <a:moveTo>
                    <a:pt x="1482" y="240"/>
                  </a:moveTo>
                  <a:cubicBezTo>
                    <a:pt x="1483" y="238"/>
                    <a:pt x="1485" y="237"/>
                    <a:pt x="1486" y="235"/>
                  </a:cubicBezTo>
                  <a:cubicBezTo>
                    <a:pt x="1483" y="236"/>
                    <a:pt x="1483" y="238"/>
                    <a:pt x="1480" y="237"/>
                  </a:cubicBezTo>
                  <a:cubicBezTo>
                    <a:pt x="1478" y="236"/>
                    <a:pt x="1476" y="236"/>
                    <a:pt x="1474" y="236"/>
                  </a:cubicBezTo>
                  <a:cubicBezTo>
                    <a:pt x="1475" y="241"/>
                    <a:pt x="1478" y="240"/>
                    <a:pt x="1482" y="240"/>
                  </a:cubicBezTo>
                  <a:close/>
                  <a:moveTo>
                    <a:pt x="1257" y="439"/>
                  </a:moveTo>
                  <a:cubicBezTo>
                    <a:pt x="1258" y="438"/>
                    <a:pt x="1259" y="437"/>
                    <a:pt x="1259" y="435"/>
                  </a:cubicBezTo>
                  <a:cubicBezTo>
                    <a:pt x="1258" y="435"/>
                    <a:pt x="1256" y="436"/>
                    <a:pt x="1257" y="439"/>
                  </a:cubicBezTo>
                  <a:close/>
                  <a:moveTo>
                    <a:pt x="1421" y="270"/>
                  </a:moveTo>
                  <a:cubicBezTo>
                    <a:pt x="1418" y="270"/>
                    <a:pt x="1415" y="269"/>
                    <a:pt x="1415" y="274"/>
                  </a:cubicBezTo>
                  <a:cubicBezTo>
                    <a:pt x="1417" y="273"/>
                    <a:pt x="1419" y="272"/>
                    <a:pt x="1421" y="270"/>
                  </a:cubicBezTo>
                  <a:close/>
                  <a:moveTo>
                    <a:pt x="1262" y="440"/>
                  </a:moveTo>
                  <a:cubicBezTo>
                    <a:pt x="1262" y="441"/>
                    <a:pt x="1263" y="442"/>
                    <a:pt x="1264" y="443"/>
                  </a:cubicBezTo>
                  <a:cubicBezTo>
                    <a:pt x="1265" y="442"/>
                    <a:pt x="1264" y="440"/>
                    <a:pt x="1262" y="440"/>
                  </a:cubicBezTo>
                  <a:close/>
                  <a:moveTo>
                    <a:pt x="1260" y="420"/>
                  </a:moveTo>
                  <a:cubicBezTo>
                    <a:pt x="1260" y="420"/>
                    <a:pt x="1260" y="420"/>
                    <a:pt x="1259" y="420"/>
                  </a:cubicBezTo>
                  <a:cubicBezTo>
                    <a:pt x="1260" y="421"/>
                    <a:pt x="1260" y="421"/>
                    <a:pt x="1261" y="421"/>
                  </a:cubicBezTo>
                  <a:cubicBezTo>
                    <a:pt x="1259" y="422"/>
                    <a:pt x="1259" y="424"/>
                    <a:pt x="1258" y="426"/>
                  </a:cubicBezTo>
                  <a:cubicBezTo>
                    <a:pt x="1258" y="427"/>
                    <a:pt x="1255" y="428"/>
                    <a:pt x="1254" y="430"/>
                  </a:cubicBezTo>
                  <a:cubicBezTo>
                    <a:pt x="1258" y="430"/>
                    <a:pt x="1258" y="432"/>
                    <a:pt x="1255" y="432"/>
                  </a:cubicBezTo>
                  <a:cubicBezTo>
                    <a:pt x="1257" y="434"/>
                    <a:pt x="1262" y="432"/>
                    <a:pt x="1257" y="429"/>
                  </a:cubicBezTo>
                  <a:cubicBezTo>
                    <a:pt x="1260" y="431"/>
                    <a:pt x="1262" y="429"/>
                    <a:pt x="1264" y="427"/>
                  </a:cubicBezTo>
                  <a:cubicBezTo>
                    <a:pt x="1264" y="427"/>
                    <a:pt x="1264" y="427"/>
                    <a:pt x="1264" y="428"/>
                  </a:cubicBezTo>
                  <a:cubicBezTo>
                    <a:pt x="1261" y="429"/>
                    <a:pt x="1261" y="433"/>
                    <a:pt x="1260" y="436"/>
                  </a:cubicBezTo>
                  <a:cubicBezTo>
                    <a:pt x="1259" y="439"/>
                    <a:pt x="1261" y="439"/>
                    <a:pt x="1260" y="442"/>
                  </a:cubicBezTo>
                  <a:cubicBezTo>
                    <a:pt x="1259" y="443"/>
                    <a:pt x="1258" y="444"/>
                    <a:pt x="1259" y="445"/>
                  </a:cubicBezTo>
                  <a:cubicBezTo>
                    <a:pt x="1262" y="447"/>
                    <a:pt x="1261" y="442"/>
                    <a:pt x="1261" y="440"/>
                  </a:cubicBezTo>
                  <a:cubicBezTo>
                    <a:pt x="1262" y="438"/>
                    <a:pt x="1261" y="435"/>
                    <a:pt x="1265" y="433"/>
                  </a:cubicBezTo>
                  <a:cubicBezTo>
                    <a:pt x="1261" y="436"/>
                    <a:pt x="1264" y="440"/>
                    <a:pt x="1267" y="434"/>
                  </a:cubicBezTo>
                  <a:cubicBezTo>
                    <a:pt x="1267" y="435"/>
                    <a:pt x="1267" y="436"/>
                    <a:pt x="1268" y="437"/>
                  </a:cubicBezTo>
                  <a:cubicBezTo>
                    <a:pt x="1265" y="437"/>
                    <a:pt x="1266" y="438"/>
                    <a:pt x="1266" y="440"/>
                  </a:cubicBezTo>
                  <a:cubicBezTo>
                    <a:pt x="1267" y="443"/>
                    <a:pt x="1267" y="442"/>
                    <a:pt x="1266" y="446"/>
                  </a:cubicBezTo>
                  <a:cubicBezTo>
                    <a:pt x="1265" y="449"/>
                    <a:pt x="1262" y="450"/>
                    <a:pt x="1266" y="453"/>
                  </a:cubicBezTo>
                  <a:cubicBezTo>
                    <a:pt x="1266" y="452"/>
                    <a:pt x="1266" y="451"/>
                    <a:pt x="1266" y="450"/>
                  </a:cubicBezTo>
                  <a:cubicBezTo>
                    <a:pt x="1268" y="451"/>
                    <a:pt x="1271" y="453"/>
                    <a:pt x="1269" y="450"/>
                  </a:cubicBezTo>
                  <a:cubicBezTo>
                    <a:pt x="1272" y="452"/>
                    <a:pt x="1276" y="448"/>
                    <a:pt x="1280" y="449"/>
                  </a:cubicBezTo>
                  <a:cubicBezTo>
                    <a:pt x="1273" y="450"/>
                    <a:pt x="1277" y="461"/>
                    <a:pt x="1281" y="458"/>
                  </a:cubicBezTo>
                  <a:cubicBezTo>
                    <a:pt x="1279" y="461"/>
                    <a:pt x="1280" y="467"/>
                    <a:pt x="1282" y="468"/>
                  </a:cubicBezTo>
                  <a:cubicBezTo>
                    <a:pt x="1281" y="469"/>
                    <a:pt x="1281" y="469"/>
                    <a:pt x="1281" y="469"/>
                  </a:cubicBezTo>
                  <a:cubicBezTo>
                    <a:pt x="1280" y="467"/>
                    <a:pt x="1280" y="468"/>
                    <a:pt x="1279" y="467"/>
                  </a:cubicBezTo>
                  <a:cubicBezTo>
                    <a:pt x="1279" y="468"/>
                    <a:pt x="1279" y="468"/>
                    <a:pt x="1279" y="469"/>
                  </a:cubicBezTo>
                  <a:cubicBezTo>
                    <a:pt x="1277" y="469"/>
                    <a:pt x="1274" y="467"/>
                    <a:pt x="1272" y="469"/>
                  </a:cubicBezTo>
                  <a:cubicBezTo>
                    <a:pt x="1272" y="467"/>
                    <a:pt x="1270" y="467"/>
                    <a:pt x="1268" y="467"/>
                  </a:cubicBezTo>
                  <a:cubicBezTo>
                    <a:pt x="1271" y="470"/>
                    <a:pt x="1269" y="472"/>
                    <a:pt x="1267" y="474"/>
                  </a:cubicBezTo>
                  <a:cubicBezTo>
                    <a:pt x="1268" y="474"/>
                    <a:pt x="1270" y="473"/>
                    <a:pt x="1272" y="473"/>
                  </a:cubicBezTo>
                  <a:cubicBezTo>
                    <a:pt x="1271" y="476"/>
                    <a:pt x="1274" y="477"/>
                    <a:pt x="1271" y="481"/>
                  </a:cubicBezTo>
                  <a:cubicBezTo>
                    <a:pt x="1270" y="482"/>
                    <a:pt x="1265" y="483"/>
                    <a:pt x="1263" y="484"/>
                  </a:cubicBezTo>
                  <a:cubicBezTo>
                    <a:pt x="1263" y="485"/>
                    <a:pt x="1263" y="487"/>
                    <a:pt x="1263" y="486"/>
                  </a:cubicBezTo>
                  <a:cubicBezTo>
                    <a:pt x="1265" y="490"/>
                    <a:pt x="1268" y="485"/>
                    <a:pt x="1272" y="487"/>
                  </a:cubicBezTo>
                  <a:cubicBezTo>
                    <a:pt x="1271" y="487"/>
                    <a:pt x="1271" y="488"/>
                    <a:pt x="1270" y="488"/>
                  </a:cubicBezTo>
                  <a:cubicBezTo>
                    <a:pt x="1272" y="488"/>
                    <a:pt x="1276" y="490"/>
                    <a:pt x="1276" y="490"/>
                  </a:cubicBezTo>
                  <a:cubicBezTo>
                    <a:pt x="1279" y="489"/>
                    <a:pt x="1281" y="488"/>
                    <a:pt x="1284" y="487"/>
                  </a:cubicBezTo>
                  <a:cubicBezTo>
                    <a:pt x="1282" y="489"/>
                    <a:pt x="1281" y="491"/>
                    <a:pt x="1280" y="493"/>
                  </a:cubicBezTo>
                  <a:cubicBezTo>
                    <a:pt x="1275" y="492"/>
                    <a:pt x="1270" y="490"/>
                    <a:pt x="1269" y="496"/>
                  </a:cubicBezTo>
                  <a:cubicBezTo>
                    <a:pt x="1268" y="500"/>
                    <a:pt x="1262" y="502"/>
                    <a:pt x="1260" y="505"/>
                  </a:cubicBezTo>
                  <a:cubicBezTo>
                    <a:pt x="1264" y="508"/>
                    <a:pt x="1269" y="499"/>
                    <a:pt x="1275" y="504"/>
                  </a:cubicBezTo>
                  <a:cubicBezTo>
                    <a:pt x="1278" y="495"/>
                    <a:pt x="1280" y="502"/>
                    <a:pt x="1286" y="499"/>
                  </a:cubicBezTo>
                  <a:cubicBezTo>
                    <a:pt x="1288" y="498"/>
                    <a:pt x="1291" y="495"/>
                    <a:pt x="1293" y="495"/>
                  </a:cubicBezTo>
                  <a:cubicBezTo>
                    <a:pt x="1296" y="496"/>
                    <a:pt x="1297" y="498"/>
                    <a:pt x="1299" y="498"/>
                  </a:cubicBezTo>
                  <a:cubicBezTo>
                    <a:pt x="1305" y="496"/>
                    <a:pt x="1308" y="497"/>
                    <a:pt x="1313" y="494"/>
                  </a:cubicBezTo>
                  <a:cubicBezTo>
                    <a:pt x="1320" y="492"/>
                    <a:pt x="1310" y="489"/>
                    <a:pt x="1308" y="489"/>
                  </a:cubicBezTo>
                  <a:cubicBezTo>
                    <a:pt x="1313" y="485"/>
                    <a:pt x="1316" y="483"/>
                    <a:pt x="1317" y="476"/>
                  </a:cubicBezTo>
                  <a:cubicBezTo>
                    <a:pt x="1318" y="469"/>
                    <a:pt x="1306" y="474"/>
                    <a:pt x="1305" y="473"/>
                  </a:cubicBezTo>
                  <a:cubicBezTo>
                    <a:pt x="1309" y="469"/>
                    <a:pt x="1302" y="463"/>
                    <a:pt x="1299" y="463"/>
                  </a:cubicBezTo>
                  <a:cubicBezTo>
                    <a:pt x="1301" y="463"/>
                    <a:pt x="1303" y="463"/>
                    <a:pt x="1304" y="465"/>
                  </a:cubicBezTo>
                  <a:cubicBezTo>
                    <a:pt x="1303" y="456"/>
                    <a:pt x="1295" y="455"/>
                    <a:pt x="1293" y="448"/>
                  </a:cubicBezTo>
                  <a:cubicBezTo>
                    <a:pt x="1290" y="438"/>
                    <a:pt x="1286" y="437"/>
                    <a:pt x="1277" y="436"/>
                  </a:cubicBezTo>
                  <a:cubicBezTo>
                    <a:pt x="1279" y="434"/>
                    <a:pt x="1281" y="433"/>
                    <a:pt x="1283" y="434"/>
                  </a:cubicBezTo>
                  <a:cubicBezTo>
                    <a:pt x="1280" y="428"/>
                    <a:pt x="1292" y="422"/>
                    <a:pt x="1289" y="417"/>
                  </a:cubicBezTo>
                  <a:cubicBezTo>
                    <a:pt x="1287" y="414"/>
                    <a:pt x="1273" y="415"/>
                    <a:pt x="1271" y="419"/>
                  </a:cubicBezTo>
                  <a:cubicBezTo>
                    <a:pt x="1271" y="418"/>
                    <a:pt x="1271" y="418"/>
                    <a:pt x="1271" y="418"/>
                  </a:cubicBezTo>
                  <a:cubicBezTo>
                    <a:pt x="1272" y="417"/>
                    <a:pt x="1272" y="415"/>
                    <a:pt x="1273" y="415"/>
                  </a:cubicBezTo>
                  <a:cubicBezTo>
                    <a:pt x="1272" y="414"/>
                    <a:pt x="1271" y="414"/>
                    <a:pt x="1270" y="413"/>
                  </a:cubicBezTo>
                  <a:cubicBezTo>
                    <a:pt x="1271" y="414"/>
                    <a:pt x="1271" y="413"/>
                    <a:pt x="1272" y="414"/>
                  </a:cubicBezTo>
                  <a:cubicBezTo>
                    <a:pt x="1273" y="410"/>
                    <a:pt x="1279" y="409"/>
                    <a:pt x="1280" y="404"/>
                  </a:cubicBezTo>
                  <a:cubicBezTo>
                    <a:pt x="1277" y="403"/>
                    <a:pt x="1272" y="404"/>
                    <a:pt x="1269" y="406"/>
                  </a:cubicBezTo>
                  <a:cubicBezTo>
                    <a:pt x="1268" y="405"/>
                    <a:pt x="1269" y="405"/>
                    <a:pt x="1267" y="406"/>
                  </a:cubicBezTo>
                  <a:cubicBezTo>
                    <a:pt x="1266" y="403"/>
                    <a:pt x="1263" y="406"/>
                    <a:pt x="1265" y="409"/>
                  </a:cubicBezTo>
                  <a:cubicBezTo>
                    <a:pt x="1264" y="409"/>
                    <a:pt x="1263" y="409"/>
                    <a:pt x="1262" y="409"/>
                  </a:cubicBezTo>
                  <a:cubicBezTo>
                    <a:pt x="1262" y="410"/>
                    <a:pt x="1262" y="410"/>
                    <a:pt x="1261" y="411"/>
                  </a:cubicBezTo>
                  <a:cubicBezTo>
                    <a:pt x="1263" y="412"/>
                    <a:pt x="1263" y="413"/>
                    <a:pt x="1264" y="414"/>
                  </a:cubicBezTo>
                  <a:cubicBezTo>
                    <a:pt x="1263" y="413"/>
                    <a:pt x="1261" y="413"/>
                    <a:pt x="1259" y="414"/>
                  </a:cubicBezTo>
                  <a:cubicBezTo>
                    <a:pt x="1260" y="415"/>
                    <a:pt x="1260" y="417"/>
                    <a:pt x="1260" y="418"/>
                  </a:cubicBezTo>
                  <a:cubicBezTo>
                    <a:pt x="1260" y="418"/>
                    <a:pt x="1259" y="418"/>
                    <a:pt x="1258" y="417"/>
                  </a:cubicBezTo>
                  <a:cubicBezTo>
                    <a:pt x="1258" y="419"/>
                    <a:pt x="1259" y="419"/>
                    <a:pt x="1260" y="420"/>
                  </a:cubicBezTo>
                  <a:close/>
                  <a:moveTo>
                    <a:pt x="1270" y="455"/>
                  </a:moveTo>
                  <a:cubicBezTo>
                    <a:pt x="1268" y="456"/>
                    <a:pt x="1267" y="457"/>
                    <a:pt x="1267" y="459"/>
                  </a:cubicBezTo>
                  <a:cubicBezTo>
                    <a:pt x="1267" y="459"/>
                    <a:pt x="1268" y="460"/>
                    <a:pt x="1268" y="460"/>
                  </a:cubicBezTo>
                  <a:cubicBezTo>
                    <a:pt x="1270" y="458"/>
                    <a:pt x="1271" y="457"/>
                    <a:pt x="1270" y="455"/>
                  </a:cubicBezTo>
                  <a:close/>
                  <a:moveTo>
                    <a:pt x="1434" y="268"/>
                  </a:moveTo>
                  <a:cubicBezTo>
                    <a:pt x="1437" y="264"/>
                    <a:pt x="1440" y="261"/>
                    <a:pt x="1443" y="258"/>
                  </a:cubicBezTo>
                  <a:cubicBezTo>
                    <a:pt x="1440" y="260"/>
                    <a:pt x="1438" y="262"/>
                    <a:pt x="1436" y="263"/>
                  </a:cubicBezTo>
                  <a:cubicBezTo>
                    <a:pt x="1434" y="263"/>
                    <a:pt x="1433" y="265"/>
                    <a:pt x="1434" y="268"/>
                  </a:cubicBezTo>
                  <a:close/>
                  <a:moveTo>
                    <a:pt x="1449" y="249"/>
                  </a:moveTo>
                  <a:cubicBezTo>
                    <a:pt x="1448" y="251"/>
                    <a:pt x="1446" y="252"/>
                    <a:pt x="1444" y="254"/>
                  </a:cubicBezTo>
                  <a:cubicBezTo>
                    <a:pt x="1446" y="254"/>
                    <a:pt x="1448" y="254"/>
                    <a:pt x="1449" y="254"/>
                  </a:cubicBezTo>
                  <a:cubicBezTo>
                    <a:pt x="1451" y="252"/>
                    <a:pt x="1453" y="250"/>
                    <a:pt x="1449" y="249"/>
                  </a:cubicBezTo>
                  <a:close/>
                  <a:moveTo>
                    <a:pt x="1439" y="254"/>
                  </a:moveTo>
                  <a:cubicBezTo>
                    <a:pt x="1435" y="256"/>
                    <a:pt x="1435" y="255"/>
                    <a:pt x="1435" y="259"/>
                  </a:cubicBezTo>
                  <a:cubicBezTo>
                    <a:pt x="1434" y="265"/>
                    <a:pt x="1443" y="257"/>
                    <a:pt x="1445" y="256"/>
                  </a:cubicBezTo>
                  <a:cubicBezTo>
                    <a:pt x="1443" y="253"/>
                    <a:pt x="1441" y="254"/>
                    <a:pt x="1439" y="254"/>
                  </a:cubicBezTo>
                  <a:close/>
                  <a:moveTo>
                    <a:pt x="1457" y="247"/>
                  </a:moveTo>
                  <a:cubicBezTo>
                    <a:pt x="1454" y="246"/>
                    <a:pt x="1451" y="246"/>
                    <a:pt x="1450" y="249"/>
                  </a:cubicBezTo>
                  <a:cubicBezTo>
                    <a:pt x="1451" y="249"/>
                    <a:pt x="1452" y="250"/>
                    <a:pt x="1453" y="250"/>
                  </a:cubicBezTo>
                  <a:cubicBezTo>
                    <a:pt x="1454" y="250"/>
                    <a:pt x="1456" y="249"/>
                    <a:pt x="1457" y="247"/>
                  </a:cubicBezTo>
                  <a:close/>
                  <a:moveTo>
                    <a:pt x="1430" y="264"/>
                  </a:moveTo>
                  <a:cubicBezTo>
                    <a:pt x="1428" y="265"/>
                    <a:pt x="1429" y="268"/>
                    <a:pt x="1427" y="269"/>
                  </a:cubicBezTo>
                  <a:cubicBezTo>
                    <a:pt x="1427" y="267"/>
                    <a:pt x="1427" y="265"/>
                    <a:pt x="1428" y="263"/>
                  </a:cubicBezTo>
                  <a:cubicBezTo>
                    <a:pt x="1425" y="263"/>
                    <a:pt x="1424" y="265"/>
                    <a:pt x="1425" y="268"/>
                  </a:cubicBezTo>
                  <a:cubicBezTo>
                    <a:pt x="1424" y="268"/>
                    <a:pt x="1423" y="268"/>
                    <a:pt x="1423" y="268"/>
                  </a:cubicBezTo>
                  <a:cubicBezTo>
                    <a:pt x="1422" y="271"/>
                    <a:pt x="1423" y="270"/>
                    <a:pt x="1421" y="272"/>
                  </a:cubicBezTo>
                  <a:cubicBezTo>
                    <a:pt x="1424" y="272"/>
                    <a:pt x="1425" y="273"/>
                    <a:pt x="1427" y="271"/>
                  </a:cubicBezTo>
                  <a:cubicBezTo>
                    <a:pt x="1429" y="269"/>
                    <a:pt x="1430" y="268"/>
                    <a:pt x="1432" y="269"/>
                  </a:cubicBezTo>
                  <a:cubicBezTo>
                    <a:pt x="1433" y="267"/>
                    <a:pt x="1433" y="262"/>
                    <a:pt x="1430" y="264"/>
                  </a:cubicBezTo>
                  <a:close/>
                  <a:moveTo>
                    <a:pt x="1423" y="275"/>
                  </a:moveTo>
                  <a:cubicBezTo>
                    <a:pt x="1423" y="279"/>
                    <a:pt x="1421" y="280"/>
                    <a:pt x="1418" y="280"/>
                  </a:cubicBezTo>
                  <a:cubicBezTo>
                    <a:pt x="1419" y="281"/>
                    <a:pt x="1419" y="281"/>
                    <a:pt x="1420" y="282"/>
                  </a:cubicBezTo>
                  <a:cubicBezTo>
                    <a:pt x="1420" y="283"/>
                    <a:pt x="1419" y="284"/>
                    <a:pt x="1419" y="285"/>
                  </a:cubicBezTo>
                  <a:cubicBezTo>
                    <a:pt x="1422" y="281"/>
                    <a:pt x="1424" y="280"/>
                    <a:pt x="1423" y="275"/>
                  </a:cubicBezTo>
                  <a:close/>
                  <a:moveTo>
                    <a:pt x="1426" y="274"/>
                  </a:moveTo>
                  <a:cubicBezTo>
                    <a:pt x="1426" y="274"/>
                    <a:pt x="1425" y="274"/>
                    <a:pt x="1424" y="274"/>
                  </a:cubicBezTo>
                  <a:cubicBezTo>
                    <a:pt x="1424" y="275"/>
                    <a:pt x="1424" y="277"/>
                    <a:pt x="1424" y="278"/>
                  </a:cubicBezTo>
                  <a:cubicBezTo>
                    <a:pt x="1427" y="275"/>
                    <a:pt x="1429" y="273"/>
                    <a:pt x="1431" y="270"/>
                  </a:cubicBezTo>
                  <a:cubicBezTo>
                    <a:pt x="1429" y="270"/>
                    <a:pt x="1427" y="272"/>
                    <a:pt x="1426" y="274"/>
                  </a:cubicBezTo>
                  <a:close/>
                  <a:moveTo>
                    <a:pt x="1462" y="249"/>
                  </a:moveTo>
                  <a:cubicBezTo>
                    <a:pt x="1459" y="246"/>
                    <a:pt x="1453" y="250"/>
                    <a:pt x="1451" y="253"/>
                  </a:cubicBezTo>
                  <a:cubicBezTo>
                    <a:pt x="1452" y="253"/>
                    <a:pt x="1454" y="252"/>
                    <a:pt x="1456" y="252"/>
                  </a:cubicBezTo>
                  <a:cubicBezTo>
                    <a:pt x="1458" y="251"/>
                    <a:pt x="1460" y="250"/>
                    <a:pt x="1462" y="249"/>
                  </a:cubicBezTo>
                  <a:close/>
                  <a:moveTo>
                    <a:pt x="1465" y="244"/>
                  </a:moveTo>
                  <a:cubicBezTo>
                    <a:pt x="1464" y="244"/>
                    <a:pt x="1463" y="244"/>
                    <a:pt x="1462" y="244"/>
                  </a:cubicBezTo>
                  <a:cubicBezTo>
                    <a:pt x="1462" y="245"/>
                    <a:pt x="1462" y="246"/>
                    <a:pt x="1462" y="247"/>
                  </a:cubicBezTo>
                  <a:cubicBezTo>
                    <a:pt x="1465" y="248"/>
                    <a:pt x="1466" y="247"/>
                    <a:pt x="1465" y="244"/>
                  </a:cubicBezTo>
                  <a:close/>
                  <a:moveTo>
                    <a:pt x="1850" y="192"/>
                  </a:moveTo>
                  <a:cubicBezTo>
                    <a:pt x="1845" y="193"/>
                    <a:pt x="1847" y="195"/>
                    <a:pt x="1846" y="200"/>
                  </a:cubicBezTo>
                  <a:cubicBezTo>
                    <a:pt x="1850" y="199"/>
                    <a:pt x="1855" y="198"/>
                    <a:pt x="1859" y="198"/>
                  </a:cubicBezTo>
                  <a:cubicBezTo>
                    <a:pt x="1858" y="193"/>
                    <a:pt x="1854" y="192"/>
                    <a:pt x="1850" y="192"/>
                  </a:cubicBezTo>
                  <a:close/>
                  <a:moveTo>
                    <a:pt x="2309" y="678"/>
                  </a:moveTo>
                  <a:cubicBezTo>
                    <a:pt x="2309" y="680"/>
                    <a:pt x="2309" y="682"/>
                    <a:pt x="2310" y="684"/>
                  </a:cubicBezTo>
                  <a:cubicBezTo>
                    <a:pt x="2315" y="685"/>
                    <a:pt x="2311" y="679"/>
                    <a:pt x="2314" y="679"/>
                  </a:cubicBezTo>
                  <a:cubicBezTo>
                    <a:pt x="2319" y="680"/>
                    <a:pt x="2316" y="685"/>
                    <a:pt x="2315" y="687"/>
                  </a:cubicBezTo>
                  <a:cubicBezTo>
                    <a:pt x="2313" y="691"/>
                    <a:pt x="2313" y="702"/>
                    <a:pt x="2319" y="698"/>
                  </a:cubicBezTo>
                  <a:cubicBezTo>
                    <a:pt x="2324" y="694"/>
                    <a:pt x="2325" y="688"/>
                    <a:pt x="2328" y="682"/>
                  </a:cubicBezTo>
                  <a:cubicBezTo>
                    <a:pt x="2329" y="680"/>
                    <a:pt x="2326" y="677"/>
                    <a:pt x="2326" y="676"/>
                  </a:cubicBezTo>
                  <a:cubicBezTo>
                    <a:pt x="2324" y="673"/>
                    <a:pt x="2322" y="676"/>
                    <a:pt x="2320" y="673"/>
                  </a:cubicBezTo>
                  <a:cubicBezTo>
                    <a:pt x="2324" y="669"/>
                    <a:pt x="2328" y="675"/>
                    <a:pt x="2330" y="667"/>
                  </a:cubicBezTo>
                  <a:cubicBezTo>
                    <a:pt x="2332" y="671"/>
                    <a:pt x="2334" y="669"/>
                    <a:pt x="2336" y="668"/>
                  </a:cubicBezTo>
                  <a:cubicBezTo>
                    <a:pt x="2338" y="667"/>
                    <a:pt x="2342" y="666"/>
                    <a:pt x="2342" y="665"/>
                  </a:cubicBezTo>
                  <a:cubicBezTo>
                    <a:pt x="2345" y="662"/>
                    <a:pt x="2351" y="664"/>
                    <a:pt x="2355" y="665"/>
                  </a:cubicBezTo>
                  <a:cubicBezTo>
                    <a:pt x="2349" y="670"/>
                    <a:pt x="2352" y="673"/>
                    <a:pt x="2357" y="677"/>
                  </a:cubicBezTo>
                  <a:cubicBezTo>
                    <a:pt x="2359" y="674"/>
                    <a:pt x="2361" y="668"/>
                    <a:pt x="2366" y="669"/>
                  </a:cubicBezTo>
                  <a:cubicBezTo>
                    <a:pt x="2363" y="666"/>
                    <a:pt x="2362" y="664"/>
                    <a:pt x="2365" y="661"/>
                  </a:cubicBezTo>
                  <a:cubicBezTo>
                    <a:pt x="2369" y="667"/>
                    <a:pt x="2376" y="665"/>
                    <a:pt x="2380" y="660"/>
                  </a:cubicBezTo>
                  <a:cubicBezTo>
                    <a:pt x="2381" y="661"/>
                    <a:pt x="2382" y="663"/>
                    <a:pt x="2382" y="665"/>
                  </a:cubicBezTo>
                  <a:cubicBezTo>
                    <a:pt x="2384" y="662"/>
                    <a:pt x="2386" y="659"/>
                    <a:pt x="2389" y="656"/>
                  </a:cubicBezTo>
                  <a:cubicBezTo>
                    <a:pt x="2388" y="658"/>
                    <a:pt x="2388" y="660"/>
                    <a:pt x="2388" y="662"/>
                  </a:cubicBezTo>
                  <a:cubicBezTo>
                    <a:pt x="2391" y="660"/>
                    <a:pt x="2392" y="657"/>
                    <a:pt x="2395" y="655"/>
                  </a:cubicBezTo>
                  <a:cubicBezTo>
                    <a:pt x="2396" y="655"/>
                    <a:pt x="2395" y="647"/>
                    <a:pt x="2395" y="645"/>
                  </a:cubicBezTo>
                  <a:cubicBezTo>
                    <a:pt x="2396" y="641"/>
                    <a:pt x="2398" y="641"/>
                    <a:pt x="2398" y="636"/>
                  </a:cubicBezTo>
                  <a:cubicBezTo>
                    <a:pt x="2398" y="632"/>
                    <a:pt x="2397" y="627"/>
                    <a:pt x="2402" y="629"/>
                  </a:cubicBezTo>
                  <a:cubicBezTo>
                    <a:pt x="2402" y="626"/>
                    <a:pt x="2401" y="624"/>
                    <a:pt x="2403" y="622"/>
                  </a:cubicBezTo>
                  <a:cubicBezTo>
                    <a:pt x="2406" y="620"/>
                    <a:pt x="2405" y="616"/>
                    <a:pt x="2405" y="613"/>
                  </a:cubicBezTo>
                  <a:cubicBezTo>
                    <a:pt x="2405" y="610"/>
                    <a:pt x="2403" y="607"/>
                    <a:pt x="2402" y="605"/>
                  </a:cubicBezTo>
                  <a:cubicBezTo>
                    <a:pt x="2400" y="602"/>
                    <a:pt x="2402" y="600"/>
                    <a:pt x="2402" y="597"/>
                  </a:cubicBezTo>
                  <a:cubicBezTo>
                    <a:pt x="2398" y="595"/>
                    <a:pt x="2396" y="598"/>
                    <a:pt x="2397" y="603"/>
                  </a:cubicBezTo>
                  <a:cubicBezTo>
                    <a:pt x="2394" y="594"/>
                    <a:pt x="2389" y="606"/>
                    <a:pt x="2388" y="609"/>
                  </a:cubicBezTo>
                  <a:cubicBezTo>
                    <a:pt x="2387" y="612"/>
                    <a:pt x="2390" y="613"/>
                    <a:pt x="2390" y="615"/>
                  </a:cubicBezTo>
                  <a:cubicBezTo>
                    <a:pt x="2389" y="619"/>
                    <a:pt x="2388" y="622"/>
                    <a:pt x="2386" y="626"/>
                  </a:cubicBezTo>
                  <a:cubicBezTo>
                    <a:pt x="2385" y="631"/>
                    <a:pt x="2381" y="636"/>
                    <a:pt x="2377" y="639"/>
                  </a:cubicBezTo>
                  <a:cubicBezTo>
                    <a:pt x="2374" y="640"/>
                    <a:pt x="2372" y="642"/>
                    <a:pt x="2368" y="642"/>
                  </a:cubicBezTo>
                  <a:cubicBezTo>
                    <a:pt x="2366" y="642"/>
                    <a:pt x="2369" y="637"/>
                    <a:pt x="2370" y="636"/>
                  </a:cubicBezTo>
                  <a:cubicBezTo>
                    <a:pt x="2366" y="637"/>
                    <a:pt x="2364" y="637"/>
                    <a:pt x="2364" y="642"/>
                  </a:cubicBezTo>
                  <a:cubicBezTo>
                    <a:pt x="2364" y="644"/>
                    <a:pt x="2360" y="647"/>
                    <a:pt x="2359" y="649"/>
                  </a:cubicBezTo>
                  <a:cubicBezTo>
                    <a:pt x="2357" y="652"/>
                    <a:pt x="2360" y="654"/>
                    <a:pt x="2357" y="655"/>
                  </a:cubicBezTo>
                  <a:cubicBezTo>
                    <a:pt x="2352" y="657"/>
                    <a:pt x="2354" y="653"/>
                    <a:pt x="2351" y="654"/>
                  </a:cubicBezTo>
                  <a:cubicBezTo>
                    <a:pt x="2346" y="654"/>
                    <a:pt x="2336" y="653"/>
                    <a:pt x="2333" y="658"/>
                  </a:cubicBezTo>
                  <a:cubicBezTo>
                    <a:pt x="2330" y="663"/>
                    <a:pt x="2325" y="666"/>
                    <a:pt x="2319" y="666"/>
                  </a:cubicBezTo>
                  <a:cubicBezTo>
                    <a:pt x="2321" y="673"/>
                    <a:pt x="2313" y="675"/>
                    <a:pt x="2309" y="678"/>
                  </a:cubicBezTo>
                  <a:close/>
                  <a:moveTo>
                    <a:pt x="2301" y="950"/>
                  </a:moveTo>
                  <a:cubicBezTo>
                    <a:pt x="2299" y="952"/>
                    <a:pt x="2295" y="955"/>
                    <a:pt x="2294" y="958"/>
                  </a:cubicBezTo>
                  <a:cubicBezTo>
                    <a:pt x="2291" y="962"/>
                    <a:pt x="2293" y="962"/>
                    <a:pt x="2293" y="966"/>
                  </a:cubicBezTo>
                  <a:cubicBezTo>
                    <a:pt x="2294" y="969"/>
                    <a:pt x="2294" y="972"/>
                    <a:pt x="2294" y="975"/>
                  </a:cubicBezTo>
                  <a:cubicBezTo>
                    <a:pt x="2294" y="977"/>
                    <a:pt x="2298" y="980"/>
                    <a:pt x="2300" y="981"/>
                  </a:cubicBezTo>
                  <a:cubicBezTo>
                    <a:pt x="2299" y="977"/>
                    <a:pt x="2298" y="969"/>
                    <a:pt x="2304" y="971"/>
                  </a:cubicBezTo>
                  <a:cubicBezTo>
                    <a:pt x="2303" y="971"/>
                    <a:pt x="2297" y="966"/>
                    <a:pt x="2300" y="965"/>
                  </a:cubicBezTo>
                  <a:cubicBezTo>
                    <a:pt x="2303" y="964"/>
                    <a:pt x="2304" y="960"/>
                    <a:pt x="2300" y="959"/>
                  </a:cubicBezTo>
                  <a:cubicBezTo>
                    <a:pt x="2300" y="958"/>
                    <a:pt x="2301" y="956"/>
                    <a:pt x="2302" y="955"/>
                  </a:cubicBezTo>
                  <a:cubicBezTo>
                    <a:pt x="2302" y="954"/>
                    <a:pt x="2301" y="952"/>
                    <a:pt x="2301" y="950"/>
                  </a:cubicBezTo>
                  <a:close/>
                  <a:moveTo>
                    <a:pt x="2475" y="1179"/>
                  </a:moveTo>
                  <a:cubicBezTo>
                    <a:pt x="2470" y="1175"/>
                    <a:pt x="2476" y="1170"/>
                    <a:pt x="2469" y="1167"/>
                  </a:cubicBezTo>
                  <a:cubicBezTo>
                    <a:pt x="2468" y="1167"/>
                    <a:pt x="2465" y="1172"/>
                    <a:pt x="2464" y="1169"/>
                  </a:cubicBezTo>
                  <a:cubicBezTo>
                    <a:pt x="2463" y="1166"/>
                    <a:pt x="2462" y="1162"/>
                    <a:pt x="2461" y="1159"/>
                  </a:cubicBezTo>
                  <a:cubicBezTo>
                    <a:pt x="2459" y="1153"/>
                    <a:pt x="2459" y="1150"/>
                    <a:pt x="2454" y="1147"/>
                  </a:cubicBezTo>
                  <a:cubicBezTo>
                    <a:pt x="2452" y="1145"/>
                    <a:pt x="2438" y="1139"/>
                    <a:pt x="2438" y="1137"/>
                  </a:cubicBezTo>
                  <a:cubicBezTo>
                    <a:pt x="2438" y="1131"/>
                    <a:pt x="2439" y="1124"/>
                    <a:pt x="2436" y="1120"/>
                  </a:cubicBezTo>
                  <a:cubicBezTo>
                    <a:pt x="2430" y="1114"/>
                    <a:pt x="2431" y="1111"/>
                    <a:pt x="2430" y="1103"/>
                  </a:cubicBezTo>
                  <a:cubicBezTo>
                    <a:pt x="2430" y="1098"/>
                    <a:pt x="2423" y="1095"/>
                    <a:pt x="2420" y="1098"/>
                  </a:cubicBezTo>
                  <a:cubicBezTo>
                    <a:pt x="2418" y="1085"/>
                    <a:pt x="2414" y="1076"/>
                    <a:pt x="2410" y="1065"/>
                  </a:cubicBezTo>
                  <a:cubicBezTo>
                    <a:pt x="2404" y="1066"/>
                    <a:pt x="2403" y="1077"/>
                    <a:pt x="2402" y="1082"/>
                  </a:cubicBezTo>
                  <a:cubicBezTo>
                    <a:pt x="2400" y="1088"/>
                    <a:pt x="2402" y="1094"/>
                    <a:pt x="2402" y="1100"/>
                  </a:cubicBezTo>
                  <a:cubicBezTo>
                    <a:pt x="2402" y="1107"/>
                    <a:pt x="2398" y="1130"/>
                    <a:pt x="2388" y="1126"/>
                  </a:cubicBezTo>
                  <a:cubicBezTo>
                    <a:pt x="2385" y="1125"/>
                    <a:pt x="2382" y="1119"/>
                    <a:pt x="2378" y="1117"/>
                  </a:cubicBezTo>
                  <a:cubicBezTo>
                    <a:pt x="2372" y="1113"/>
                    <a:pt x="2365" y="1109"/>
                    <a:pt x="2359" y="1105"/>
                  </a:cubicBezTo>
                  <a:cubicBezTo>
                    <a:pt x="2353" y="1102"/>
                    <a:pt x="2356" y="1100"/>
                    <a:pt x="2357" y="1092"/>
                  </a:cubicBezTo>
                  <a:cubicBezTo>
                    <a:pt x="2359" y="1086"/>
                    <a:pt x="2362" y="1083"/>
                    <a:pt x="2366" y="1079"/>
                  </a:cubicBezTo>
                  <a:cubicBezTo>
                    <a:pt x="2360" y="1073"/>
                    <a:pt x="2358" y="1073"/>
                    <a:pt x="2350" y="1072"/>
                  </a:cubicBezTo>
                  <a:cubicBezTo>
                    <a:pt x="2344" y="1071"/>
                    <a:pt x="2337" y="1070"/>
                    <a:pt x="2331" y="1070"/>
                  </a:cubicBezTo>
                  <a:cubicBezTo>
                    <a:pt x="2331" y="1073"/>
                    <a:pt x="2332" y="1076"/>
                    <a:pt x="2332" y="1079"/>
                  </a:cubicBezTo>
                  <a:cubicBezTo>
                    <a:pt x="2325" y="1078"/>
                    <a:pt x="2319" y="1074"/>
                    <a:pt x="2314" y="1081"/>
                  </a:cubicBezTo>
                  <a:cubicBezTo>
                    <a:pt x="2310" y="1087"/>
                    <a:pt x="2309" y="1093"/>
                    <a:pt x="2307" y="1101"/>
                  </a:cubicBezTo>
                  <a:cubicBezTo>
                    <a:pt x="2301" y="1098"/>
                    <a:pt x="2295" y="1095"/>
                    <a:pt x="2289" y="1092"/>
                  </a:cubicBezTo>
                  <a:cubicBezTo>
                    <a:pt x="2287" y="1090"/>
                    <a:pt x="2279" y="1099"/>
                    <a:pt x="2277" y="1100"/>
                  </a:cubicBezTo>
                  <a:cubicBezTo>
                    <a:pt x="2268" y="1109"/>
                    <a:pt x="2254" y="1116"/>
                    <a:pt x="2250" y="1129"/>
                  </a:cubicBezTo>
                  <a:cubicBezTo>
                    <a:pt x="2247" y="1135"/>
                    <a:pt x="2247" y="1141"/>
                    <a:pt x="2241" y="1142"/>
                  </a:cubicBezTo>
                  <a:cubicBezTo>
                    <a:pt x="2232" y="1144"/>
                    <a:pt x="2224" y="1146"/>
                    <a:pt x="2216" y="1148"/>
                  </a:cubicBezTo>
                  <a:cubicBezTo>
                    <a:pt x="2210" y="1149"/>
                    <a:pt x="2207" y="1152"/>
                    <a:pt x="2202" y="1155"/>
                  </a:cubicBezTo>
                  <a:cubicBezTo>
                    <a:pt x="2196" y="1160"/>
                    <a:pt x="2194" y="1161"/>
                    <a:pt x="2192" y="1169"/>
                  </a:cubicBezTo>
                  <a:cubicBezTo>
                    <a:pt x="2190" y="1167"/>
                    <a:pt x="2189" y="1164"/>
                    <a:pt x="2188" y="1161"/>
                  </a:cubicBezTo>
                  <a:cubicBezTo>
                    <a:pt x="2184" y="1172"/>
                    <a:pt x="2182" y="1180"/>
                    <a:pt x="2186" y="1191"/>
                  </a:cubicBezTo>
                  <a:cubicBezTo>
                    <a:pt x="2188" y="1197"/>
                    <a:pt x="2188" y="1198"/>
                    <a:pt x="2185" y="1204"/>
                  </a:cubicBezTo>
                  <a:cubicBezTo>
                    <a:pt x="2184" y="1209"/>
                    <a:pt x="2187" y="1212"/>
                    <a:pt x="2189" y="1216"/>
                  </a:cubicBezTo>
                  <a:cubicBezTo>
                    <a:pt x="2194" y="1227"/>
                    <a:pt x="2197" y="1237"/>
                    <a:pt x="2199" y="1248"/>
                  </a:cubicBezTo>
                  <a:cubicBezTo>
                    <a:pt x="2199" y="1252"/>
                    <a:pt x="2203" y="1264"/>
                    <a:pt x="2201" y="1267"/>
                  </a:cubicBezTo>
                  <a:cubicBezTo>
                    <a:pt x="2201" y="1269"/>
                    <a:pt x="2191" y="1274"/>
                    <a:pt x="2196" y="1278"/>
                  </a:cubicBezTo>
                  <a:cubicBezTo>
                    <a:pt x="2200" y="1280"/>
                    <a:pt x="2204" y="1286"/>
                    <a:pt x="2209" y="1286"/>
                  </a:cubicBezTo>
                  <a:cubicBezTo>
                    <a:pt x="2213" y="1286"/>
                    <a:pt x="2219" y="1287"/>
                    <a:pt x="2223" y="1284"/>
                  </a:cubicBezTo>
                  <a:cubicBezTo>
                    <a:pt x="2228" y="1279"/>
                    <a:pt x="2230" y="1277"/>
                    <a:pt x="2236" y="1276"/>
                  </a:cubicBezTo>
                  <a:cubicBezTo>
                    <a:pt x="2241" y="1275"/>
                    <a:pt x="2246" y="1275"/>
                    <a:pt x="2251" y="1275"/>
                  </a:cubicBezTo>
                  <a:cubicBezTo>
                    <a:pt x="2255" y="1274"/>
                    <a:pt x="2258" y="1274"/>
                    <a:pt x="2262" y="1274"/>
                  </a:cubicBezTo>
                  <a:cubicBezTo>
                    <a:pt x="2263" y="1274"/>
                    <a:pt x="2265" y="1269"/>
                    <a:pt x="2266" y="1268"/>
                  </a:cubicBezTo>
                  <a:cubicBezTo>
                    <a:pt x="2268" y="1264"/>
                    <a:pt x="2275" y="1262"/>
                    <a:pt x="2279" y="1260"/>
                  </a:cubicBezTo>
                  <a:cubicBezTo>
                    <a:pt x="2283" y="1258"/>
                    <a:pt x="2289" y="1261"/>
                    <a:pt x="2292" y="1259"/>
                  </a:cubicBezTo>
                  <a:cubicBezTo>
                    <a:pt x="2295" y="1257"/>
                    <a:pt x="2301" y="1252"/>
                    <a:pt x="2304" y="1252"/>
                  </a:cubicBezTo>
                  <a:cubicBezTo>
                    <a:pt x="2316" y="1254"/>
                    <a:pt x="2326" y="1255"/>
                    <a:pt x="2337" y="1259"/>
                  </a:cubicBezTo>
                  <a:cubicBezTo>
                    <a:pt x="2344" y="1262"/>
                    <a:pt x="2345" y="1263"/>
                    <a:pt x="2349" y="1270"/>
                  </a:cubicBezTo>
                  <a:cubicBezTo>
                    <a:pt x="2351" y="1275"/>
                    <a:pt x="2354" y="1279"/>
                    <a:pt x="2357" y="1283"/>
                  </a:cubicBezTo>
                  <a:cubicBezTo>
                    <a:pt x="2363" y="1276"/>
                    <a:pt x="2368" y="1270"/>
                    <a:pt x="2373" y="1262"/>
                  </a:cubicBezTo>
                  <a:cubicBezTo>
                    <a:pt x="2376" y="1271"/>
                    <a:pt x="2370" y="1278"/>
                    <a:pt x="2366" y="1285"/>
                  </a:cubicBezTo>
                  <a:cubicBezTo>
                    <a:pt x="2373" y="1287"/>
                    <a:pt x="2373" y="1282"/>
                    <a:pt x="2376" y="1275"/>
                  </a:cubicBezTo>
                  <a:cubicBezTo>
                    <a:pt x="2377" y="1280"/>
                    <a:pt x="2375" y="1291"/>
                    <a:pt x="2380" y="1291"/>
                  </a:cubicBezTo>
                  <a:cubicBezTo>
                    <a:pt x="2384" y="1291"/>
                    <a:pt x="2387" y="1299"/>
                    <a:pt x="2388" y="1303"/>
                  </a:cubicBezTo>
                  <a:cubicBezTo>
                    <a:pt x="2390" y="1315"/>
                    <a:pt x="2399" y="1319"/>
                    <a:pt x="2410" y="1320"/>
                  </a:cubicBezTo>
                  <a:cubicBezTo>
                    <a:pt x="2417" y="1322"/>
                    <a:pt x="2418" y="1322"/>
                    <a:pt x="2423" y="1318"/>
                  </a:cubicBezTo>
                  <a:cubicBezTo>
                    <a:pt x="2429" y="1313"/>
                    <a:pt x="2429" y="1315"/>
                    <a:pt x="2434" y="1321"/>
                  </a:cubicBezTo>
                  <a:cubicBezTo>
                    <a:pt x="2436" y="1324"/>
                    <a:pt x="2443" y="1322"/>
                    <a:pt x="2445" y="1319"/>
                  </a:cubicBezTo>
                  <a:cubicBezTo>
                    <a:pt x="2450" y="1314"/>
                    <a:pt x="2451" y="1313"/>
                    <a:pt x="2459" y="1313"/>
                  </a:cubicBezTo>
                  <a:cubicBezTo>
                    <a:pt x="2471" y="1313"/>
                    <a:pt x="2470" y="1296"/>
                    <a:pt x="2472" y="1285"/>
                  </a:cubicBezTo>
                  <a:cubicBezTo>
                    <a:pt x="2473" y="1276"/>
                    <a:pt x="2483" y="1270"/>
                    <a:pt x="2486" y="1261"/>
                  </a:cubicBezTo>
                  <a:cubicBezTo>
                    <a:pt x="2488" y="1250"/>
                    <a:pt x="2494" y="1237"/>
                    <a:pt x="2494" y="1226"/>
                  </a:cubicBezTo>
                  <a:cubicBezTo>
                    <a:pt x="2494" y="1215"/>
                    <a:pt x="2491" y="1203"/>
                    <a:pt x="2489" y="1193"/>
                  </a:cubicBezTo>
                  <a:cubicBezTo>
                    <a:pt x="2484" y="1188"/>
                    <a:pt x="2479" y="1184"/>
                    <a:pt x="2475" y="1179"/>
                  </a:cubicBezTo>
                  <a:close/>
                  <a:moveTo>
                    <a:pt x="2281" y="1001"/>
                  </a:moveTo>
                  <a:cubicBezTo>
                    <a:pt x="2278" y="1008"/>
                    <a:pt x="2290" y="1005"/>
                    <a:pt x="2291" y="1004"/>
                  </a:cubicBezTo>
                  <a:cubicBezTo>
                    <a:pt x="2291" y="1000"/>
                    <a:pt x="2282" y="996"/>
                    <a:pt x="2281" y="1001"/>
                  </a:cubicBezTo>
                  <a:close/>
                  <a:moveTo>
                    <a:pt x="2321" y="1070"/>
                  </a:moveTo>
                  <a:cubicBezTo>
                    <a:pt x="2317" y="1072"/>
                    <a:pt x="2313" y="1067"/>
                    <a:pt x="2312" y="1074"/>
                  </a:cubicBezTo>
                  <a:cubicBezTo>
                    <a:pt x="2316" y="1074"/>
                    <a:pt x="2319" y="1076"/>
                    <a:pt x="2322" y="1074"/>
                  </a:cubicBezTo>
                  <a:cubicBezTo>
                    <a:pt x="2324" y="1073"/>
                    <a:pt x="2325" y="1069"/>
                    <a:pt x="2321" y="1070"/>
                  </a:cubicBezTo>
                  <a:close/>
                  <a:moveTo>
                    <a:pt x="2490" y="1015"/>
                  </a:moveTo>
                  <a:cubicBezTo>
                    <a:pt x="2492" y="1010"/>
                    <a:pt x="2492" y="1010"/>
                    <a:pt x="2490" y="1006"/>
                  </a:cubicBezTo>
                  <a:cubicBezTo>
                    <a:pt x="2490" y="1006"/>
                    <a:pt x="2488" y="1007"/>
                    <a:pt x="2488" y="1006"/>
                  </a:cubicBezTo>
                  <a:cubicBezTo>
                    <a:pt x="2487" y="1005"/>
                    <a:pt x="2486" y="1003"/>
                    <a:pt x="2486" y="1003"/>
                  </a:cubicBezTo>
                  <a:cubicBezTo>
                    <a:pt x="2482" y="1000"/>
                    <a:pt x="2477" y="997"/>
                    <a:pt x="2473" y="995"/>
                  </a:cubicBezTo>
                  <a:cubicBezTo>
                    <a:pt x="2472" y="1000"/>
                    <a:pt x="2490" y="1002"/>
                    <a:pt x="2488" y="1011"/>
                  </a:cubicBezTo>
                  <a:cubicBezTo>
                    <a:pt x="2488" y="1012"/>
                    <a:pt x="2489" y="1013"/>
                    <a:pt x="2490" y="1015"/>
                  </a:cubicBezTo>
                  <a:close/>
                  <a:moveTo>
                    <a:pt x="2451" y="1341"/>
                  </a:moveTo>
                  <a:cubicBezTo>
                    <a:pt x="2448" y="1342"/>
                    <a:pt x="2441" y="1347"/>
                    <a:pt x="2439" y="1346"/>
                  </a:cubicBezTo>
                  <a:cubicBezTo>
                    <a:pt x="2435" y="1344"/>
                    <a:pt x="2430" y="1342"/>
                    <a:pt x="2426" y="1340"/>
                  </a:cubicBezTo>
                  <a:cubicBezTo>
                    <a:pt x="2425" y="1347"/>
                    <a:pt x="2426" y="1355"/>
                    <a:pt x="2429" y="1361"/>
                  </a:cubicBezTo>
                  <a:cubicBezTo>
                    <a:pt x="2432" y="1368"/>
                    <a:pt x="2436" y="1370"/>
                    <a:pt x="2443" y="1371"/>
                  </a:cubicBezTo>
                  <a:cubicBezTo>
                    <a:pt x="2451" y="1373"/>
                    <a:pt x="2459" y="1344"/>
                    <a:pt x="2451" y="1341"/>
                  </a:cubicBezTo>
                  <a:close/>
                  <a:moveTo>
                    <a:pt x="2463" y="1020"/>
                  </a:moveTo>
                  <a:cubicBezTo>
                    <a:pt x="2460" y="1021"/>
                    <a:pt x="2457" y="1020"/>
                    <a:pt x="2454" y="1021"/>
                  </a:cubicBezTo>
                  <a:cubicBezTo>
                    <a:pt x="2456" y="1026"/>
                    <a:pt x="2465" y="1028"/>
                    <a:pt x="2470" y="1027"/>
                  </a:cubicBezTo>
                  <a:cubicBezTo>
                    <a:pt x="2473" y="1026"/>
                    <a:pt x="2478" y="1025"/>
                    <a:pt x="2479" y="1021"/>
                  </a:cubicBezTo>
                  <a:cubicBezTo>
                    <a:pt x="2480" y="1020"/>
                    <a:pt x="2487" y="1021"/>
                    <a:pt x="2482" y="1016"/>
                  </a:cubicBezTo>
                  <a:cubicBezTo>
                    <a:pt x="2488" y="1015"/>
                    <a:pt x="2486" y="1010"/>
                    <a:pt x="2482" y="1008"/>
                  </a:cubicBezTo>
                  <a:cubicBezTo>
                    <a:pt x="2478" y="1005"/>
                    <a:pt x="2479" y="1013"/>
                    <a:pt x="2479" y="1015"/>
                  </a:cubicBezTo>
                  <a:cubicBezTo>
                    <a:pt x="2479" y="1015"/>
                    <a:pt x="2465" y="1025"/>
                    <a:pt x="2468" y="1017"/>
                  </a:cubicBezTo>
                  <a:cubicBezTo>
                    <a:pt x="2468" y="1016"/>
                    <a:pt x="2466" y="1020"/>
                    <a:pt x="2463" y="1020"/>
                  </a:cubicBezTo>
                  <a:close/>
                  <a:moveTo>
                    <a:pt x="2434" y="1020"/>
                  </a:moveTo>
                  <a:cubicBezTo>
                    <a:pt x="2432" y="1017"/>
                    <a:pt x="2434" y="1013"/>
                    <a:pt x="2430" y="1010"/>
                  </a:cubicBezTo>
                  <a:cubicBezTo>
                    <a:pt x="2427" y="1008"/>
                    <a:pt x="2423" y="1006"/>
                    <a:pt x="2420" y="1004"/>
                  </a:cubicBezTo>
                  <a:cubicBezTo>
                    <a:pt x="2415" y="1001"/>
                    <a:pt x="2408" y="999"/>
                    <a:pt x="2402" y="997"/>
                  </a:cubicBezTo>
                  <a:cubicBezTo>
                    <a:pt x="2393" y="994"/>
                    <a:pt x="2384" y="990"/>
                    <a:pt x="2376" y="987"/>
                  </a:cubicBezTo>
                  <a:cubicBezTo>
                    <a:pt x="2371" y="985"/>
                    <a:pt x="2364" y="989"/>
                    <a:pt x="2361" y="992"/>
                  </a:cubicBezTo>
                  <a:cubicBezTo>
                    <a:pt x="2360" y="994"/>
                    <a:pt x="2356" y="1002"/>
                    <a:pt x="2354" y="1001"/>
                  </a:cubicBezTo>
                  <a:cubicBezTo>
                    <a:pt x="2351" y="999"/>
                    <a:pt x="2349" y="999"/>
                    <a:pt x="2347" y="995"/>
                  </a:cubicBezTo>
                  <a:cubicBezTo>
                    <a:pt x="2345" y="990"/>
                    <a:pt x="2344" y="987"/>
                    <a:pt x="2344" y="982"/>
                  </a:cubicBezTo>
                  <a:cubicBezTo>
                    <a:pt x="2343" y="977"/>
                    <a:pt x="2342" y="978"/>
                    <a:pt x="2337" y="977"/>
                  </a:cubicBezTo>
                  <a:cubicBezTo>
                    <a:pt x="2330" y="975"/>
                    <a:pt x="2323" y="977"/>
                    <a:pt x="2319" y="984"/>
                  </a:cubicBezTo>
                  <a:cubicBezTo>
                    <a:pt x="2322" y="985"/>
                    <a:pt x="2324" y="985"/>
                    <a:pt x="2327" y="986"/>
                  </a:cubicBezTo>
                  <a:cubicBezTo>
                    <a:pt x="2328" y="986"/>
                    <a:pt x="2327" y="990"/>
                    <a:pt x="2328" y="991"/>
                  </a:cubicBezTo>
                  <a:cubicBezTo>
                    <a:pt x="2332" y="993"/>
                    <a:pt x="2338" y="992"/>
                    <a:pt x="2342" y="991"/>
                  </a:cubicBezTo>
                  <a:cubicBezTo>
                    <a:pt x="2342" y="992"/>
                    <a:pt x="2342" y="994"/>
                    <a:pt x="2342" y="995"/>
                  </a:cubicBezTo>
                  <a:cubicBezTo>
                    <a:pt x="2336" y="993"/>
                    <a:pt x="2333" y="994"/>
                    <a:pt x="2327" y="996"/>
                  </a:cubicBezTo>
                  <a:cubicBezTo>
                    <a:pt x="2330" y="1000"/>
                    <a:pt x="2332" y="1004"/>
                    <a:pt x="2334" y="1008"/>
                  </a:cubicBezTo>
                  <a:cubicBezTo>
                    <a:pt x="2337" y="1005"/>
                    <a:pt x="2339" y="1003"/>
                    <a:pt x="2341" y="1000"/>
                  </a:cubicBezTo>
                  <a:cubicBezTo>
                    <a:pt x="2342" y="1006"/>
                    <a:pt x="2342" y="1006"/>
                    <a:pt x="2347" y="1008"/>
                  </a:cubicBezTo>
                  <a:cubicBezTo>
                    <a:pt x="2353" y="1011"/>
                    <a:pt x="2359" y="1014"/>
                    <a:pt x="2366" y="1016"/>
                  </a:cubicBezTo>
                  <a:cubicBezTo>
                    <a:pt x="2368" y="1017"/>
                    <a:pt x="2374" y="1018"/>
                    <a:pt x="2376" y="1021"/>
                  </a:cubicBezTo>
                  <a:cubicBezTo>
                    <a:pt x="2378" y="1026"/>
                    <a:pt x="2380" y="1031"/>
                    <a:pt x="2382" y="1036"/>
                  </a:cubicBezTo>
                  <a:cubicBezTo>
                    <a:pt x="2375" y="1038"/>
                    <a:pt x="2374" y="1037"/>
                    <a:pt x="2373" y="1045"/>
                  </a:cubicBezTo>
                  <a:cubicBezTo>
                    <a:pt x="2378" y="1045"/>
                    <a:pt x="2384" y="1044"/>
                    <a:pt x="2389" y="1044"/>
                  </a:cubicBezTo>
                  <a:cubicBezTo>
                    <a:pt x="2392" y="1044"/>
                    <a:pt x="2394" y="1052"/>
                    <a:pt x="2398" y="1052"/>
                  </a:cubicBezTo>
                  <a:cubicBezTo>
                    <a:pt x="2404" y="1053"/>
                    <a:pt x="2409" y="1054"/>
                    <a:pt x="2414" y="1051"/>
                  </a:cubicBezTo>
                  <a:cubicBezTo>
                    <a:pt x="2417" y="1049"/>
                    <a:pt x="2418" y="1040"/>
                    <a:pt x="2421" y="1041"/>
                  </a:cubicBezTo>
                  <a:cubicBezTo>
                    <a:pt x="2424" y="1041"/>
                    <a:pt x="2433" y="1041"/>
                    <a:pt x="2435" y="1043"/>
                  </a:cubicBezTo>
                  <a:cubicBezTo>
                    <a:pt x="2440" y="1048"/>
                    <a:pt x="2444" y="1052"/>
                    <a:pt x="2448" y="1057"/>
                  </a:cubicBezTo>
                  <a:cubicBezTo>
                    <a:pt x="2452" y="1060"/>
                    <a:pt x="2457" y="1060"/>
                    <a:pt x="2461" y="1061"/>
                  </a:cubicBezTo>
                  <a:cubicBezTo>
                    <a:pt x="2465" y="1061"/>
                    <a:pt x="2470" y="1065"/>
                    <a:pt x="2472" y="1064"/>
                  </a:cubicBezTo>
                  <a:cubicBezTo>
                    <a:pt x="2470" y="1062"/>
                    <a:pt x="2464" y="1058"/>
                    <a:pt x="2467" y="1055"/>
                  </a:cubicBezTo>
                  <a:cubicBezTo>
                    <a:pt x="2464" y="1055"/>
                    <a:pt x="2460" y="1055"/>
                    <a:pt x="2462" y="1051"/>
                  </a:cubicBezTo>
                  <a:cubicBezTo>
                    <a:pt x="2455" y="1050"/>
                    <a:pt x="2455" y="1049"/>
                    <a:pt x="2452" y="1042"/>
                  </a:cubicBezTo>
                  <a:cubicBezTo>
                    <a:pt x="2451" y="1040"/>
                    <a:pt x="2448" y="1039"/>
                    <a:pt x="2446" y="1038"/>
                  </a:cubicBezTo>
                  <a:cubicBezTo>
                    <a:pt x="2445" y="1037"/>
                    <a:pt x="2444" y="1033"/>
                    <a:pt x="2443" y="1031"/>
                  </a:cubicBezTo>
                  <a:cubicBezTo>
                    <a:pt x="2446" y="1031"/>
                    <a:pt x="2448" y="1031"/>
                    <a:pt x="2450" y="1030"/>
                  </a:cubicBezTo>
                  <a:cubicBezTo>
                    <a:pt x="2451" y="1021"/>
                    <a:pt x="2438" y="1024"/>
                    <a:pt x="2434" y="1020"/>
                  </a:cubicBezTo>
                  <a:close/>
                  <a:moveTo>
                    <a:pt x="2406" y="496"/>
                  </a:moveTo>
                  <a:cubicBezTo>
                    <a:pt x="2406" y="501"/>
                    <a:pt x="2407" y="506"/>
                    <a:pt x="2405" y="511"/>
                  </a:cubicBezTo>
                  <a:cubicBezTo>
                    <a:pt x="2402" y="517"/>
                    <a:pt x="2404" y="518"/>
                    <a:pt x="2405" y="524"/>
                  </a:cubicBezTo>
                  <a:cubicBezTo>
                    <a:pt x="2406" y="528"/>
                    <a:pt x="2406" y="528"/>
                    <a:pt x="2404" y="531"/>
                  </a:cubicBezTo>
                  <a:cubicBezTo>
                    <a:pt x="2403" y="533"/>
                    <a:pt x="2404" y="536"/>
                    <a:pt x="2404" y="538"/>
                  </a:cubicBezTo>
                  <a:cubicBezTo>
                    <a:pt x="2404" y="544"/>
                    <a:pt x="2403" y="545"/>
                    <a:pt x="2406" y="551"/>
                  </a:cubicBezTo>
                  <a:cubicBezTo>
                    <a:pt x="2406" y="548"/>
                    <a:pt x="2406" y="543"/>
                    <a:pt x="2410" y="542"/>
                  </a:cubicBezTo>
                  <a:cubicBezTo>
                    <a:pt x="2414" y="541"/>
                    <a:pt x="2416" y="546"/>
                    <a:pt x="2416" y="550"/>
                  </a:cubicBezTo>
                  <a:cubicBezTo>
                    <a:pt x="2420" y="546"/>
                    <a:pt x="2415" y="540"/>
                    <a:pt x="2413" y="536"/>
                  </a:cubicBezTo>
                  <a:cubicBezTo>
                    <a:pt x="2410" y="531"/>
                    <a:pt x="2409" y="530"/>
                    <a:pt x="2410" y="525"/>
                  </a:cubicBezTo>
                  <a:cubicBezTo>
                    <a:pt x="2413" y="518"/>
                    <a:pt x="2412" y="516"/>
                    <a:pt x="2419" y="514"/>
                  </a:cubicBezTo>
                  <a:cubicBezTo>
                    <a:pt x="2423" y="513"/>
                    <a:pt x="2423" y="521"/>
                    <a:pt x="2427" y="521"/>
                  </a:cubicBezTo>
                  <a:cubicBezTo>
                    <a:pt x="2424" y="515"/>
                    <a:pt x="2422" y="509"/>
                    <a:pt x="2420" y="502"/>
                  </a:cubicBezTo>
                  <a:cubicBezTo>
                    <a:pt x="2419" y="498"/>
                    <a:pt x="2418" y="495"/>
                    <a:pt x="2418" y="491"/>
                  </a:cubicBezTo>
                  <a:cubicBezTo>
                    <a:pt x="2417" y="489"/>
                    <a:pt x="2414" y="487"/>
                    <a:pt x="2414" y="485"/>
                  </a:cubicBezTo>
                  <a:cubicBezTo>
                    <a:pt x="2413" y="477"/>
                    <a:pt x="2419" y="473"/>
                    <a:pt x="2415" y="466"/>
                  </a:cubicBezTo>
                  <a:cubicBezTo>
                    <a:pt x="2413" y="462"/>
                    <a:pt x="2415" y="451"/>
                    <a:pt x="2408" y="457"/>
                  </a:cubicBezTo>
                  <a:cubicBezTo>
                    <a:pt x="2411" y="459"/>
                    <a:pt x="2412" y="464"/>
                    <a:pt x="2409" y="466"/>
                  </a:cubicBezTo>
                  <a:cubicBezTo>
                    <a:pt x="2408" y="467"/>
                    <a:pt x="2408" y="465"/>
                    <a:pt x="2406" y="467"/>
                  </a:cubicBezTo>
                  <a:cubicBezTo>
                    <a:pt x="2403" y="469"/>
                    <a:pt x="2404" y="469"/>
                    <a:pt x="2405" y="472"/>
                  </a:cubicBezTo>
                  <a:cubicBezTo>
                    <a:pt x="2406" y="476"/>
                    <a:pt x="2404" y="482"/>
                    <a:pt x="2403" y="486"/>
                  </a:cubicBezTo>
                  <a:cubicBezTo>
                    <a:pt x="2402" y="489"/>
                    <a:pt x="2410" y="492"/>
                    <a:pt x="2406" y="496"/>
                  </a:cubicBezTo>
                  <a:close/>
                  <a:moveTo>
                    <a:pt x="2266" y="891"/>
                  </a:moveTo>
                  <a:cubicBezTo>
                    <a:pt x="2270" y="892"/>
                    <a:pt x="2272" y="886"/>
                    <a:pt x="2267" y="886"/>
                  </a:cubicBezTo>
                  <a:cubicBezTo>
                    <a:pt x="2266" y="887"/>
                    <a:pt x="2262" y="890"/>
                    <a:pt x="2266" y="891"/>
                  </a:cubicBezTo>
                  <a:close/>
                  <a:moveTo>
                    <a:pt x="2260" y="892"/>
                  </a:moveTo>
                  <a:cubicBezTo>
                    <a:pt x="2261" y="889"/>
                    <a:pt x="2263" y="886"/>
                    <a:pt x="2265" y="884"/>
                  </a:cubicBezTo>
                  <a:cubicBezTo>
                    <a:pt x="2267" y="883"/>
                    <a:pt x="2266" y="878"/>
                    <a:pt x="2267" y="876"/>
                  </a:cubicBezTo>
                  <a:cubicBezTo>
                    <a:pt x="2266" y="876"/>
                    <a:pt x="2266" y="876"/>
                    <a:pt x="2265" y="876"/>
                  </a:cubicBezTo>
                  <a:cubicBezTo>
                    <a:pt x="2264" y="881"/>
                    <a:pt x="2260" y="887"/>
                    <a:pt x="2260" y="892"/>
                  </a:cubicBezTo>
                  <a:close/>
                  <a:moveTo>
                    <a:pt x="2273" y="875"/>
                  </a:moveTo>
                  <a:cubicBezTo>
                    <a:pt x="2271" y="876"/>
                    <a:pt x="2269" y="876"/>
                    <a:pt x="2268" y="874"/>
                  </a:cubicBezTo>
                  <a:cubicBezTo>
                    <a:pt x="2268" y="876"/>
                    <a:pt x="2268" y="878"/>
                    <a:pt x="2269" y="880"/>
                  </a:cubicBezTo>
                  <a:cubicBezTo>
                    <a:pt x="2272" y="877"/>
                    <a:pt x="2270" y="885"/>
                    <a:pt x="2273" y="887"/>
                  </a:cubicBezTo>
                  <a:cubicBezTo>
                    <a:pt x="2273" y="886"/>
                    <a:pt x="2273" y="885"/>
                    <a:pt x="2273" y="884"/>
                  </a:cubicBezTo>
                  <a:cubicBezTo>
                    <a:pt x="2274" y="885"/>
                    <a:pt x="2274" y="886"/>
                    <a:pt x="2275" y="887"/>
                  </a:cubicBezTo>
                  <a:cubicBezTo>
                    <a:pt x="2277" y="884"/>
                    <a:pt x="2273" y="879"/>
                    <a:pt x="2273" y="875"/>
                  </a:cubicBezTo>
                  <a:close/>
                  <a:moveTo>
                    <a:pt x="2262" y="868"/>
                  </a:moveTo>
                  <a:cubicBezTo>
                    <a:pt x="2263" y="870"/>
                    <a:pt x="2264" y="872"/>
                    <a:pt x="2266" y="873"/>
                  </a:cubicBezTo>
                  <a:cubicBezTo>
                    <a:pt x="2266" y="872"/>
                    <a:pt x="2266" y="869"/>
                    <a:pt x="2266" y="868"/>
                  </a:cubicBezTo>
                  <a:cubicBezTo>
                    <a:pt x="2263" y="868"/>
                    <a:pt x="2264" y="864"/>
                    <a:pt x="2259" y="865"/>
                  </a:cubicBezTo>
                  <a:cubicBezTo>
                    <a:pt x="2261" y="867"/>
                    <a:pt x="2260" y="869"/>
                    <a:pt x="2258" y="871"/>
                  </a:cubicBezTo>
                  <a:cubicBezTo>
                    <a:pt x="2259" y="870"/>
                    <a:pt x="2261" y="869"/>
                    <a:pt x="2262" y="868"/>
                  </a:cubicBezTo>
                  <a:close/>
                  <a:moveTo>
                    <a:pt x="2268" y="865"/>
                  </a:moveTo>
                  <a:cubicBezTo>
                    <a:pt x="2268" y="868"/>
                    <a:pt x="2270" y="869"/>
                    <a:pt x="2272" y="871"/>
                  </a:cubicBezTo>
                  <a:cubicBezTo>
                    <a:pt x="2274" y="873"/>
                    <a:pt x="2272" y="873"/>
                    <a:pt x="2273" y="875"/>
                  </a:cubicBezTo>
                  <a:cubicBezTo>
                    <a:pt x="2279" y="882"/>
                    <a:pt x="2278" y="873"/>
                    <a:pt x="2277" y="869"/>
                  </a:cubicBezTo>
                  <a:cubicBezTo>
                    <a:pt x="2276" y="864"/>
                    <a:pt x="2271" y="865"/>
                    <a:pt x="2268" y="865"/>
                  </a:cubicBezTo>
                  <a:close/>
                  <a:moveTo>
                    <a:pt x="2249" y="872"/>
                  </a:moveTo>
                  <a:cubicBezTo>
                    <a:pt x="2250" y="881"/>
                    <a:pt x="2248" y="887"/>
                    <a:pt x="2258" y="883"/>
                  </a:cubicBezTo>
                  <a:cubicBezTo>
                    <a:pt x="2255" y="886"/>
                    <a:pt x="2250" y="891"/>
                    <a:pt x="2255" y="893"/>
                  </a:cubicBezTo>
                  <a:cubicBezTo>
                    <a:pt x="2257" y="894"/>
                    <a:pt x="2256" y="897"/>
                    <a:pt x="2259" y="896"/>
                  </a:cubicBezTo>
                  <a:cubicBezTo>
                    <a:pt x="2261" y="896"/>
                    <a:pt x="2260" y="892"/>
                    <a:pt x="2260" y="890"/>
                  </a:cubicBezTo>
                  <a:cubicBezTo>
                    <a:pt x="2260" y="887"/>
                    <a:pt x="2263" y="881"/>
                    <a:pt x="2262" y="879"/>
                  </a:cubicBezTo>
                  <a:cubicBezTo>
                    <a:pt x="2259" y="874"/>
                    <a:pt x="2258" y="874"/>
                    <a:pt x="2253" y="872"/>
                  </a:cubicBezTo>
                  <a:cubicBezTo>
                    <a:pt x="2252" y="871"/>
                    <a:pt x="2250" y="872"/>
                    <a:pt x="2249" y="872"/>
                  </a:cubicBezTo>
                  <a:close/>
                  <a:moveTo>
                    <a:pt x="2229" y="984"/>
                  </a:moveTo>
                  <a:cubicBezTo>
                    <a:pt x="2228" y="987"/>
                    <a:pt x="2229" y="989"/>
                    <a:pt x="2227" y="993"/>
                  </a:cubicBezTo>
                  <a:cubicBezTo>
                    <a:pt x="2225" y="998"/>
                    <a:pt x="2223" y="998"/>
                    <a:pt x="2226" y="1003"/>
                  </a:cubicBezTo>
                  <a:cubicBezTo>
                    <a:pt x="2228" y="1005"/>
                    <a:pt x="2232" y="1002"/>
                    <a:pt x="2231" y="1008"/>
                  </a:cubicBezTo>
                  <a:cubicBezTo>
                    <a:pt x="2231" y="1010"/>
                    <a:pt x="2228" y="1019"/>
                    <a:pt x="2229" y="1021"/>
                  </a:cubicBezTo>
                  <a:cubicBezTo>
                    <a:pt x="2231" y="1023"/>
                    <a:pt x="2237" y="1023"/>
                    <a:pt x="2238" y="1021"/>
                  </a:cubicBezTo>
                  <a:cubicBezTo>
                    <a:pt x="2238" y="1020"/>
                    <a:pt x="2237" y="1017"/>
                    <a:pt x="2237" y="1016"/>
                  </a:cubicBezTo>
                  <a:cubicBezTo>
                    <a:pt x="2237" y="1015"/>
                    <a:pt x="2238" y="1013"/>
                    <a:pt x="2238" y="1012"/>
                  </a:cubicBezTo>
                  <a:cubicBezTo>
                    <a:pt x="2239" y="1009"/>
                    <a:pt x="2238" y="1005"/>
                    <a:pt x="2238" y="1002"/>
                  </a:cubicBezTo>
                  <a:cubicBezTo>
                    <a:pt x="2239" y="999"/>
                    <a:pt x="2234" y="997"/>
                    <a:pt x="2241" y="996"/>
                  </a:cubicBezTo>
                  <a:cubicBezTo>
                    <a:pt x="2244" y="995"/>
                    <a:pt x="2241" y="1002"/>
                    <a:pt x="2242" y="1004"/>
                  </a:cubicBezTo>
                  <a:cubicBezTo>
                    <a:pt x="2243" y="1007"/>
                    <a:pt x="2247" y="1007"/>
                    <a:pt x="2246" y="1010"/>
                  </a:cubicBezTo>
                  <a:cubicBezTo>
                    <a:pt x="2245" y="1014"/>
                    <a:pt x="2248" y="1015"/>
                    <a:pt x="2251" y="1014"/>
                  </a:cubicBezTo>
                  <a:cubicBezTo>
                    <a:pt x="2249" y="1015"/>
                    <a:pt x="2257" y="1008"/>
                    <a:pt x="2256" y="1010"/>
                  </a:cubicBezTo>
                  <a:cubicBezTo>
                    <a:pt x="2259" y="1005"/>
                    <a:pt x="2253" y="1008"/>
                    <a:pt x="2252" y="1004"/>
                  </a:cubicBezTo>
                  <a:cubicBezTo>
                    <a:pt x="2251" y="1003"/>
                    <a:pt x="2254" y="1001"/>
                    <a:pt x="2253" y="1000"/>
                  </a:cubicBezTo>
                  <a:cubicBezTo>
                    <a:pt x="2252" y="998"/>
                    <a:pt x="2251" y="996"/>
                    <a:pt x="2250" y="994"/>
                  </a:cubicBezTo>
                  <a:cubicBezTo>
                    <a:pt x="2249" y="991"/>
                    <a:pt x="2247" y="992"/>
                    <a:pt x="2245" y="989"/>
                  </a:cubicBezTo>
                  <a:cubicBezTo>
                    <a:pt x="2252" y="992"/>
                    <a:pt x="2255" y="978"/>
                    <a:pt x="2261" y="982"/>
                  </a:cubicBezTo>
                  <a:cubicBezTo>
                    <a:pt x="2263" y="976"/>
                    <a:pt x="2257" y="979"/>
                    <a:pt x="2255" y="979"/>
                  </a:cubicBezTo>
                  <a:cubicBezTo>
                    <a:pt x="2252" y="979"/>
                    <a:pt x="2252" y="981"/>
                    <a:pt x="2250" y="981"/>
                  </a:cubicBezTo>
                  <a:cubicBezTo>
                    <a:pt x="2247" y="982"/>
                    <a:pt x="2248" y="979"/>
                    <a:pt x="2246" y="982"/>
                  </a:cubicBezTo>
                  <a:cubicBezTo>
                    <a:pt x="2239" y="989"/>
                    <a:pt x="2232" y="976"/>
                    <a:pt x="2237" y="970"/>
                  </a:cubicBezTo>
                  <a:cubicBezTo>
                    <a:pt x="2240" y="967"/>
                    <a:pt x="2243" y="970"/>
                    <a:pt x="2246" y="970"/>
                  </a:cubicBezTo>
                  <a:cubicBezTo>
                    <a:pt x="2250" y="970"/>
                    <a:pt x="2255" y="968"/>
                    <a:pt x="2259" y="970"/>
                  </a:cubicBezTo>
                  <a:cubicBezTo>
                    <a:pt x="2267" y="975"/>
                    <a:pt x="2272" y="965"/>
                    <a:pt x="2275" y="958"/>
                  </a:cubicBezTo>
                  <a:cubicBezTo>
                    <a:pt x="2271" y="958"/>
                    <a:pt x="2268" y="964"/>
                    <a:pt x="2265" y="966"/>
                  </a:cubicBezTo>
                  <a:cubicBezTo>
                    <a:pt x="2263" y="967"/>
                    <a:pt x="2260" y="965"/>
                    <a:pt x="2258" y="965"/>
                  </a:cubicBezTo>
                  <a:cubicBezTo>
                    <a:pt x="2256" y="965"/>
                    <a:pt x="2257" y="966"/>
                    <a:pt x="2254" y="965"/>
                  </a:cubicBezTo>
                  <a:cubicBezTo>
                    <a:pt x="2250" y="964"/>
                    <a:pt x="2244" y="960"/>
                    <a:pt x="2240" y="962"/>
                  </a:cubicBezTo>
                  <a:cubicBezTo>
                    <a:pt x="2236" y="965"/>
                    <a:pt x="2235" y="968"/>
                    <a:pt x="2232" y="973"/>
                  </a:cubicBezTo>
                  <a:cubicBezTo>
                    <a:pt x="2235" y="978"/>
                    <a:pt x="2230" y="980"/>
                    <a:pt x="2229" y="984"/>
                  </a:cubicBezTo>
                  <a:close/>
                  <a:moveTo>
                    <a:pt x="2237" y="857"/>
                  </a:moveTo>
                  <a:cubicBezTo>
                    <a:pt x="2239" y="861"/>
                    <a:pt x="2242" y="865"/>
                    <a:pt x="2244" y="869"/>
                  </a:cubicBezTo>
                  <a:cubicBezTo>
                    <a:pt x="2248" y="864"/>
                    <a:pt x="2248" y="861"/>
                    <a:pt x="2243" y="857"/>
                  </a:cubicBezTo>
                  <a:cubicBezTo>
                    <a:pt x="2241" y="857"/>
                    <a:pt x="2239" y="857"/>
                    <a:pt x="2237" y="857"/>
                  </a:cubicBezTo>
                  <a:close/>
                  <a:moveTo>
                    <a:pt x="2194" y="1043"/>
                  </a:moveTo>
                  <a:cubicBezTo>
                    <a:pt x="2194" y="1047"/>
                    <a:pt x="2197" y="1051"/>
                    <a:pt x="2200" y="1047"/>
                  </a:cubicBezTo>
                  <a:cubicBezTo>
                    <a:pt x="2203" y="1043"/>
                    <a:pt x="2196" y="1042"/>
                    <a:pt x="2194" y="1043"/>
                  </a:cubicBezTo>
                  <a:close/>
                  <a:moveTo>
                    <a:pt x="2393" y="576"/>
                  </a:moveTo>
                  <a:cubicBezTo>
                    <a:pt x="2393" y="578"/>
                    <a:pt x="2393" y="582"/>
                    <a:pt x="2392" y="582"/>
                  </a:cubicBezTo>
                  <a:cubicBezTo>
                    <a:pt x="2389" y="584"/>
                    <a:pt x="2388" y="584"/>
                    <a:pt x="2388" y="587"/>
                  </a:cubicBezTo>
                  <a:cubicBezTo>
                    <a:pt x="2387" y="588"/>
                    <a:pt x="2390" y="597"/>
                    <a:pt x="2391" y="597"/>
                  </a:cubicBezTo>
                  <a:cubicBezTo>
                    <a:pt x="2392" y="598"/>
                    <a:pt x="2394" y="594"/>
                    <a:pt x="2395" y="594"/>
                  </a:cubicBezTo>
                  <a:cubicBezTo>
                    <a:pt x="2396" y="594"/>
                    <a:pt x="2399" y="595"/>
                    <a:pt x="2398" y="592"/>
                  </a:cubicBezTo>
                  <a:cubicBezTo>
                    <a:pt x="2396" y="590"/>
                    <a:pt x="2391" y="591"/>
                    <a:pt x="2392" y="586"/>
                  </a:cubicBezTo>
                  <a:cubicBezTo>
                    <a:pt x="2394" y="586"/>
                    <a:pt x="2397" y="588"/>
                    <a:pt x="2398" y="587"/>
                  </a:cubicBezTo>
                  <a:cubicBezTo>
                    <a:pt x="2400" y="587"/>
                    <a:pt x="2403" y="585"/>
                    <a:pt x="2404" y="586"/>
                  </a:cubicBezTo>
                  <a:cubicBezTo>
                    <a:pt x="2406" y="588"/>
                    <a:pt x="2413" y="593"/>
                    <a:pt x="2415" y="592"/>
                  </a:cubicBezTo>
                  <a:cubicBezTo>
                    <a:pt x="2415" y="592"/>
                    <a:pt x="2417" y="586"/>
                    <a:pt x="2417" y="585"/>
                  </a:cubicBezTo>
                  <a:cubicBezTo>
                    <a:pt x="2418" y="584"/>
                    <a:pt x="2422" y="582"/>
                    <a:pt x="2423" y="582"/>
                  </a:cubicBezTo>
                  <a:cubicBezTo>
                    <a:pt x="2428" y="582"/>
                    <a:pt x="2431" y="581"/>
                    <a:pt x="2434" y="578"/>
                  </a:cubicBezTo>
                  <a:cubicBezTo>
                    <a:pt x="2426" y="578"/>
                    <a:pt x="2432" y="571"/>
                    <a:pt x="2431" y="567"/>
                  </a:cubicBezTo>
                  <a:cubicBezTo>
                    <a:pt x="2425" y="573"/>
                    <a:pt x="2425" y="572"/>
                    <a:pt x="2418" y="568"/>
                  </a:cubicBezTo>
                  <a:cubicBezTo>
                    <a:pt x="2412" y="565"/>
                    <a:pt x="2410" y="560"/>
                    <a:pt x="2406" y="555"/>
                  </a:cubicBezTo>
                  <a:cubicBezTo>
                    <a:pt x="2402" y="549"/>
                    <a:pt x="2404" y="563"/>
                    <a:pt x="2404" y="565"/>
                  </a:cubicBezTo>
                  <a:cubicBezTo>
                    <a:pt x="2405" y="567"/>
                    <a:pt x="2401" y="570"/>
                    <a:pt x="2401" y="572"/>
                  </a:cubicBezTo>
                  <a:cubicBezTo>
                    <a:pt x="2401" y="575"/>
                    <a:pt x="2402" y="576"/>
                    <a:pt x="2400" y="578"/>
                  </a:cubicBezTo>
                  <a:cubicBezTo>
                    <a:pt x="2398" y="578"/>
                    <a:pt x="2396" y="577"/>
                    <a:pt x="2393" y="576"/>
                  </a:cubicBezTo>
                  <a:close/>
                  <a:moveTo>
                    <a:pt x="1380" y="442"/>
                  </a:moveTo>
                  <a:cubicBezTo>
                    <a:pt x="1380" y="444"/>
                    <a:pt x="1383" y="449"/>
                    <a:pt x="1385" y="448"/>
                  </a:cubicBezTo>
                  <a:cubicBezTo>
                    <a:pt x="1388" y="448"/>
                    <a:pt x="1388" y="444"/>
                    <a:pt x="1385" y="443"/>
                  </a:cubicBezTo>
                  <a:cubicBezTo>
                    <a:pt x="1384" y="440"/>
                    <a:pt x="1382" y="441"/>
                    <a:pt x="1380" y="442"/>
                  </a:cubicBezTo>
                  <a:close/>
                  <a:moveTo>
                    <a:pt x="1572" y="654"/>
                  </a:moveTo>
                  <a:cubicBezTo>
                    <a:pt x="1570" y="656"/>
                    <a:pt x="1566" y="658"/>
                    <a:pt x="1563" y="658"/>
                  </a:cubicBezTo>
                  <a:cubicBezTo>
                    <a:pt x="1561" y="658"/>
                    <a:pt x="1555" y="657"/>
                    <a:pt x="1554" y="659"/>
                  </a:cubicBezTo>
                  <a:cubicBezTo>
                    <a:pt x="1550" y="667"/>
                    <a:pt x="1567" y="662"/>
                    <a:pt x="1568" y="662"/>
                  </a:cubicBezTo>
                  <a:cubicBezTo>
                    <a:pt x="1566" y="658"/>
                    <a:pt x="1570" y="657"/>
                    <a:pt x="1572" y="654"/>
                  </a:cubicBezTo>
                  <a:close/>
                  <a:moveTo>
                    <a:pt x="1508" y="661"/>
                  </a:moveTo>
                  <a:cubicBezTo>
                    <a:pt x="1508" y="658"/>
                    <a:pt x="1502" y="657"/>
                    <a:pt x="1500" y="657"/>
                  </a:cubicBezTo>
                  <a:cubicBezTo>
                    <a:pt x="1494" y="658"/>
                    <a:pt x="1493" y="657"/>
                    <a:pt x="1488" y="654"/>
                  </a:cubicBezTo>
                  <a:cubicBezTo>
                    <a:pt x="1488" y="655"/>
                    <a:pt x="1487" y="657"/>
                    <a:pt x="1486" y="658"/>
                  </a:cubicBezTo>
                  <a:cubicBezTo>
                    <a:pt x="1494" y="661"/>
                    <a:pt x="1500" y="661"/>
                    <a:pt x="1508" y="661"/>
                  </a:cubicBezTo>
                  <a:close/>
                  <a:moveTo>
                    <a:pt x="1390" y="441"/>
                  </a:moveTo>
                  <a:cubicBezTo>
                    <a:pt x="1389" y="443"/>
                    <a:pt x="1390" y="447"/>
                    <a:pt x="1393" y="447"/>
                  </a:cubicBezTo>
                  <a:cubicBezTo>
                    <a:pt x="1396" y="447"/>
                    <a:pt x="1395" y="449"/>
                    <a:pt x="1396" y="453"/>
                  </a:cubicBezTo>
                  <a:cubicBezTo>
                    <a:pt x="1397" y="449"/>
                    <a:pt x="1396" y="445"/>
                    <a:pt x="1401" y="445"/>
                  </a:cubicBezTo>
                  <a:cubicBezTo>
                    <a:pt x="1400" y="444"/>
                    <a:pt x="1399" y="443"/>
                    <a:pt x="1398" y="442"/>
                  </a:cubicBezTo>
                  <a:cubicBezTo>
                    <a:pt x="1409" y="440"/>
                    <a:pt x="1391" y="430"/>
                    <a:pt x="1397" y="440"/>
                  </a:cubicBezTo>
                  <a:cubicBezTo>
                    <a:pt x="1394" y="440"/>
                    <a:pt x="1393" y="439"/>
                    <a:pt x="1395" y="437"/>
                  </a:cubicBezTo>
                  <a:cubicBezTo>
                    <a:pt x="1394" y="437"/>
                    <a:pt x="1393" y="437"/>
                    <a:pt x="1392" y="437"/>
                  </a:cubicBezTo>
                  <a:cubicBezTo>
                    <a:pt x="1393" y="439"/>
                    <a:pt x="1392" y="440"/>
                    <a:pt x="1390" y="441"/>
                  </a:cubicBezTo>
                  <a:close/>
                  <a:moveTo>
                    <a:pt x="1485" y="406"/>
                  </a:moveTo>
                  <a:cubicBezTo>
                    <a:pt x="1480" y="404"/>
                    <a:pt x="1478" y="405"/>
                    <a:pt x="1473" y="406"/>
                  </a:cubicBezTo>
                  <a:cubicBezTo>
                    <a:pt x="1474" y="408"/>
                    <a:pt x="1476" y="410"/>
                    <a:pt x="1474" y="413"/>
                  </a:cubicBezTo>
                  <a:cubicBezTo>
                    <a:pt x="1477" y="409"/>
                    <a:pt x="1482" y="408"/>
                    <a:pt x="1485" y="406"/>
                  </a:cubicBezTo>
                  <a:close/>
                  <a:moveTo>
                    <a:pt x="1370" y="608"/>
                  </a:moveTo>
                  <a:cubicBezTo>
                    <a:pt x="1371" y="610"/>
                    <a:pt x="1369" y="612"/>
                    <a:pt x="1368" y="613"/>
                  </a:cubicBezTo>
                  <a:cubicBezTo>
                    <a:pt x="1368" y="614"/>
                    <a:pt x="1370" y="615"/>
                    <a:pt x="1370" y="615"/>
                  </a:cubicBezTo>
                  <a:cubicBezTo>
                    <a:pt x="1370" y="619"/>
                    <a:pt x="1366" y="619"/>
                    <a:pt x="1369" y="622"/>
                  </a:cubicBezTo>
                  <a:cubicBezTo>
                    <a:pt x="1372" y="624"/>
                    <a:pt x="1374" y="625"/>
                    <a:pt x="1374" y="621"/>
                  </a:cubicBezTo>
                  <a:cubicBezTo>
                    <a:pt x="1375" y="619"/>
                    <a:pt x="1378" y="621"/>
                    <a:pt x="1378" y="617"/>
                  </a:cubicBezTo>
                  <a:cubicBezTo>
                    <a:pt x="1379" y="613"/>
                    <a:pt x="1379" y="609"/>
                    <a:pt x="1380" y="605"/>
                  </a:cubicBezTo>
                  <a:cubicBezTo>
                    <a:pt x="1381" y="597"/>
                    <a:pt x="1372" y="602"/>
                    <a:pt x="1369" y="603"/>
                  </a:cubicBezTo>
                  <a:cubicBezTo>
                    <a:pt x="1369" y="603"/>
                    <a:pt x="1368" y="603"/>
                    <a:pt x="1367" y="602"/>
                  </a:cubicBezTo>
                  <a:cubicBezTo>
                    <a:pt x="1365" y="607"/>
                    <a:pt x="1370" y="605"/>
                    <a:pt x="1370" y="608"/>
                  </a:cubicBezTo>
                  <a:close/>
                  <a:moveTo>
                    <a:pt x="2773" y="338"/>
                  </a:moveTo>
                  <a:cubicBezTo>
                    <a:pt x="2771" y="338"/>
                    <a:pt x="2764" y="336"/>
                    <a:pt x="2763" y="337"/>
                  </a:cubicBezTo>
                  <a:cubicBezTo>
                    <a:pt x="2761" y="339"/>
                    <a:pt x="2763" y="343"/>
                    <a:pt x="2764" y="344"/>
                  </a:cubicBezTo>
                  <a:cubicBezTo>
                    <a:pt x="2768" y="347"/>
                    <a:pt x="2774" y="342"/>
                    <a:pt x="2777" y="345"/>
                  </a:cubicBezTo>
                  <a:cubicBezTo>
                    <a:pt x="2780" y="350"/>
                    <a:pt x="2785" y="351"/>
                    <a:pt x="2788" y="344"/>
                  </a:cubicBezTo>
                  <a:cubicBezTo>
                    <a:pt x="2783" y="342"/>
                    <a:pt x="2778" y="338"/>
                    <a:pt x="2773" y="338"/>
                  </a:cubicBezTo>
                  <a:close/>
                  <a:moveTo>
                    <a:pt x="1444" y="425"/>
                  </a:moveTo>
                  <a:cubicBezTo>
                    <a:pt x="1446" y="423"/>
                    <a:pt x="1448" y="421"/>
                    <a:pt x="1451" y="420"/>
                  </a:cubicBezTo>
                  <a:cubicBezTo>
                    <a:pt x="1448" y="417"/>
                    <a:pt x="1450" y="416"/>
                    <a:pt x="1452" y="413"/>
                  </a:cubicBezTo>
                  <a:cubicBezTo>
                    <a:pt x="1444" y="411"/>
                    <a:pt x="1444" y="419"/>
                    <a:pt x="1444" y="425"/>
                  </a:cubicBezTo>
                  <a:close/>
                  <a:moveTo>
                    <a:pt x="1460" y="387"/>
                  </a:moveTo>
                  <a:cubicBezTo>
                    <a:pt x="1460" y="386"/>
                    <a:pt x="1460" y="385"/>
                    <a:pt x="1460" y="384"/>
                  </a:cubicBezTo>
                  <a:cubicBezTo>
                    <a:pt x="1460" y="384"/>
                    <a:pt x="1461" y="384"/>
                    <a:pt x="1461" y="384"/>
                  </a:cubicBezTo>
                  <a:cubicBezTo>
                    <a:pt x="1460" y="379"/>
                    <a:pt x="1454" y="383"/>
                    <a:pt x="1460" y="387"/>
                  </a:cubicBezTo>
                  <a:close/>
                  <a:moveTo>
                    <a:pt x="1370" y="589"/>
                  </a:moveTo>
                  <a:cubicBezTo>
                    <a:pt x="1367" y="592"/>
                    <a:pt x="1372" y="597"/>
                    <a:pt x="1375" y="597"/>
                  </a:cubicBezTo>
                  <a:cubicBezTo>
                    <a:pt x="1377" y="590"/>
                    <a:pt x="1377" y="588"/>
                    <a:pt x="1377" y="581"/>
                  </a:cubicBezTo>
                  <a:cubicBezTo>
                    <a:pt x="1374" y="582"/>
                    <a:pt x="1376" y="583"/>
                    <a:pt x="1375" y="585"/>
                  </a:cubicBezTo>
                  <a:cubicBezTo>
                    <a:pt x="1374" y="587"/>
                    <a:pt x="1372" y="588"/>
                    <a:pt x="1370" y="589"/>
                  </a:cubicBezTo>
                  <a:close/>
                  <a:moveTo>
                    <a:pt x="2508" y="1024"/>
                  </a:moveTo>
                  <a:cubicBezTo>
                    <a:pt x="2506" y="1023"/>
                    <a:pt x="2506" y="1020"/>
                    <a:pt x="2503" y="1019"/>
                  </a:cubicBezTo>
                  <a:cubicBezTo>
                    <a:pt x="2503" y="1021"/>
                    <a:pt x="2503" y="1023"/>
                    <a:pt x="2505" y="1025"/>
                  </a:cubicBezTo>
                  <a:cubicBezTo>
                    <a:pt x="2506" y="1026"/>
                    <a:pt x="2505" y="1028"/>
                    <a:pt x="2506" y="1029"/>
                  </a:cubicBezTo>
                  <a:cubicBezTo>
                    <a:pt x="2508" y="1031"/>
                    <a:pt x="2515" y="1034"/>
                    <a:pt x="2513" y="1028"/>
                  </a:cubicBezTo>
                  <a:cubicBezTo>
                    <a:pt x="2512" y="1027"/>
                    <a:pt x="2510" y="1025"/>
                    <a:pt x="2508" y="1024"/>
                  </a:cubicBezTo>
                  <a:close/>
                  <a:moveTo>
                    <a:pt x="2341" y="676"/>
                  </a:moveTo>
                  <a:cubicBezTo>
                    <a:pt x="2342" y="675"/>
                    <a:pt x="2344" y="679"/>
                    <a:pt x="2345" y="678"/>
                  </a:cubicBezTo>
                  <a:cubicBezTo>
                    <a:pt x="2346" y="677"/>
                    <a:pt x="2349" y="674"/>
                    <a:pt x="2349" y="673"/>
                  </a:cubicBezTo>
                  <a:cubicBezTo>
                    <a:pt x="2349" y="663"/>
                    <a:pt x="2337" y="671"/>
                    <a:pt x="2335" y="670"/>
                  </a:cubicBezTo>
                  <a:cubicBezTo>
                    <a:pt x="2332" y="676"/>
                    <a:pt x="2330" y="675"/>
                    <a:pt x="2332" y="682"/>
                  </a:cubicBezTo>
                  <a:cubicBezTo>
                    <a:pt x="2337" y="685"/>
                    <a:pt x="2338" y="678"/>
                    <a:pt x="2341" y="676"/>
                  </a:cubicBezTo>
                  <a:close/>
                  <a:moveTo>
                    <a:pt x="2296" y="1000"/>
                  </a:moveTo>
                  <a:cubicBezTo>
                    <a:pt x="2292" y="1005"/>
                    <a:pt x="2299" y="1005"/>
                    <a:pt x="2301" y="1005"/>
                  </a:cubicBezTo>
                  <a:cubicBezTo>
                    <a:pt x="2302" y="1004"/>
                    <a:pt x="2302" y="1001"/>
                    <a:pt x="2303" y="1002"/>
                  </a:cubicBezTo>
                  <a:cubicBezTo>
                    <a:pt x="2305" y="1002"/>
                    <a:pt x="2307" y="1004"/>
                    <a:pt x="2309" y="1003"/>
                  </a:cubicBezTo>
                  <a:cubicBezTo>
                    <a:pt x="2313" y="1002"/>
                    <a:pt x="2315" y="1004"/>
                    <a:pt x="2319" y="1007"/>
                  </a:cubicBezTo>
                  <a:cubicBezTo>
                    <a:pt x="2320" y="998"/>
                    <a:pt x="2312" y="998"/>
                    <a:pt x="2307" y="996"/>
                  </a:cubicBezTo>
                  <a:cubicBezTo>
                    <a:pt x="2302" y="997"/>
                    <a:pt x="2298" y="997"/>
                    <a:pt x="2296" y="1000"/>
                  </a:cubicBezTo>
                  <a:close/>
                  <a:moveTo>
                    <a:pt x="2647" y="1348"/>
                  </a:moveTo>
                  <a:cubicBezTo>
                    <a:pt x="2647" y="1345"/>
                    <a:pt x="2646" y="1342"/>
                    <a:pt x="2645" y="1340"/>
                  </a:cubicBezTo>
                  <a:cubicBezTo>
                    <a:pt x="2641" y="1342"/>
                    <a:pt x="2640" y="1342"/>
                    <a:pt x="2639" y="1346"/>
                  </a:cubicBezTo>
                  <a:cubicBezTo>
                    <a:pt x="2638" y="1350"/>
                    <a:pt x="2636" y="1348"/>
                    <a:pt x="2634" y="1352"/>
                  </a:cubicBezTo>
                  <a:cubicBezTo>
                    <a:pt x="2632" y="1354"/>
                    <a:pt x="2633" y="1358"/>
                    <a:pt x="2631" y="1360"/>
                  </a:cubicBezTo>
                  <a:cubicBezTo>
                    <a:pt x="2629" y="1363"/>
                    <a:pt x="2626" y="1365"/>
                    <a:pt x="2624" y="1367"/>
                  </a:cubicBezTo>
                  <a:cubicBezTo>
                    <a:pt x="2622" y="1369"/>
                    <a:pt x="2620" y="1371"/>
                    <a:pt x="2617" y="1372"/>
                  </a:cubicBezTo>
                  <a:cubicBezTo>
                    <a:pt x="2615" y="1373"/>
                    <a:pt x="2610" y="1374"/>
                    <a:pt x="2609" y="1376"/>
                  </a:cubicBezTo>
                  <a:cubicBezTo>
                    <a:pt x="2605" y="1382"/>
                    <a:pt x="2600" y="1388"/>
                    <a:pt x="2596" y="1394"/>
                  </a:cubicBezTo>
                  <a:cubicBezTo>
                    <a:pt x="2591" y="1400"/>
                    <a:pt x="2605" y="1398"/>
                    <a:pt x="2606" y="1400"/>
                  </a:cubicBezTo>
                  <a:cubicBezTo>
                    <a:pt x="2609" y="1403"/>
                    <a:pt x="2618" y="1406"/>
                    <a:pt x="2621" y="1402"/>
                  </a:cubicBezTo>
                  <a:cubicBezTo>
                    <a:pt x="2624" y="1397"/>
                    <a:pt x="2630" y="1391"/>
                    <a:pt x="2631" y="1385"/>
                  </a:cubicBezTo>
                  <a:cubicBezTo>
                    <a:pt x="2633" y="1377"/>
                    <a:pt x="2636" y="1376"/>
                    <a:pt x="2642" y="1372"/>
                  </a:cubicBezTo>
                  <a:cubicBezTo>
                    <a:pt x="2643" y="1373"/>
                    <a:pt x="2644" y="1375"/>
                    <a:pt x="2646" y="1375"/>
                  </a:cubicBezTo>
                  <a:cubicBezTo>
                    <a:pt x="2643" y="1370"/>
                    <a:pt x="2643" y="1369"/>
                    <a:pt x="2646" y="1365"/>
                  </a:cubicBezTo>
                  <a:cubicBezTo>
                    <a:pt x="2649" y="1361"/>
                    <a:pt x="2653" y="1357"/>
                    <a:pt x="2656" y="1353"/>
                  </a:cubicBezTo>
                  <a:cubicBezTo>
                    <a:pt x="2655" y="1350"/>
                    <a:pt x="2654" y="1347"/>
                    <a:pt x="2653" y="1344"/>
                  </a:cubicBezTo>
                  <a:cubicBezTo>
                    <a:pt x="2651" y="1345"/>
                    <a:pt x="2649" y="1347"/>
                    <a:pt x="2647" y="1348"/>
                  </a:cubicBezTo>
                  <a:close/>
                  <a:moveTo>
                    <a:pt x="2606" y="1403"/>
                  </a:moveTo>
                  <a:cubicBezTo>
                    <a:pt x="2604" y="1404"/>
                    <a:pt x="2605" y="1408"/>
                    <a:pt x="2603" y="1410"/>
                  </a:cubicBezTo>
                  <a:cubicBezTo>
                    <a:pt x="2606" y="1408"/>
                    <a:pt x="2613" y="1409"/>
                    <a:pt x="2606" y="1403"/>
                  </a:cubicBezTo>
                  <a:close/>
                  <a:moveTo>
                    <a:pt x="2685" y="1310"/>
                  </a:moveTo>
                  <a:cubicBezTo>
                    <a:pt x="2679" y="1314"/>
                    <a:pt x="2678" y="1314"/>
                    <a:pt x="2671" y="1312"/>
                  </a:cubicBezTo>
                  <a:cubicBezTo>
                    <a:pt x="2667" y="1311"/>
                    <a:pt x="2669" y="1303"/>
                    <a:pt x="2665" y="1300"/>
                  </a:cubicBezTo>
                  <a:cubicBezTo>
                    <a:pt x="2665" y="1305"/>
                    <a:pt x="2662" y="1309"/>
                    <a:pt x="2660" y="1303"/>
                  </a:cubicBezTo>
                  <a:cubicBezTo>
                    <a:pt x="2659" y="1301"/>
                    <a:pt x="2660" y="1299"/>
                    <a:pt x="2659" y="1297"/>
                  </a:cubicBezTo>
                  <a:cubicBezTo>
                    <a:pt x="2658" y="1296"/>
                    <a:pt x="2657" y="1294"/>
                    <a:pt x="2656" y="1293"/>
                  </a:cubicBezTo>
                  <a:cubicBezTo>
                    <a:pt x="2654" y="1287"/>
                    <a:pt x="2658" y="1288"/>
                    <a:pt x="2651" y="1285"/>
                  </a:cubicBezTo>
                  <a:cubicBezTo>
                    <a:pt x="2648" y="1284"/>
                    <a:pt x="2646" y="1281"/>
                    <a:pt x="2643" y="1280"/>
                  </a:cubicBezTo>
                  <a:cubicBezTo>
                    <a:pt x="2645" y="1283"/>
                    <a:pt x="2646" y="1287"/>
                    <a:pt x="2648" y="1290"/>
                  </a:cubicBezTo>
                  <a:cubicBezTo>
                    <a:pt x="2649" y="1290"/>
                    <a:pt x="2649" y="1289"/>
                    <a:pt x="2650" y="1289"/>
                  </a:cubicBezTo>
                  <a:cubicBezTo>
                    <a:pt x="2652" y="1292"/>
                    <a:pt x="2655" y="1306"/>
                    <a:pt x="2659" y="1304"/>
                  </a:cubicBezTo>
                  <a:cubicBezTo>
                    <a:pt x="2658" y="1309"/>
                    <a:pt x="2661" y="1313"/>
                    <a:pt x="2659" y="1317"/>
                  </a:cubicBezTo>
                  <a:cubicBezTo>
                    <a:pt x="2657" y="1323"/>
                    <a:pt x="2656" y="1324"/>
                    <a:pt x="2652" y="1328"/>
                  </a:cubicBezTo>
                  <a:cubicBezTo>
                    <a:pt x="2654" y="1329"/>
                    <a:pt x="2655" y="1331"/>
                    <a:pt x="2657" y="1333"/>
                  </a:cubicBezTo>
                  <a:cubicBezTo>
                    <a:pt x="2659" y="1333"/>
                    <a:pt x="2663" y="1333"/>
                    <a:pt x="2663" y="1335"/>
                  </a:cubicBezTo>
                  <a:cubicBezTo>
                    <a:pt x="2666" y="1339"/>
                    <a:pt x="2660" y="1345"/>
                    <a:pt x="2658" y="1347"/>
                  </a:cubicBezTo>
                  <a:cubicBezTo>
                    <a:pt x="2662" y="1349"/>
                    <a:pt x="2667" y="1352"/>
                    <a:pt x="2670" y="1346"/>
                  </a:cubicBezTo>
                  <a:cubicBezTo>
                    <a:pt x="2672" y="1341"/>
                    <a:pt x="2677" y="1334"/>
                    <a:pt x="2677" y="1329"/>
                  </a:cubicBezTo>
                  <a:cubicBezTo>
                    <a:pt x="2676" y="1325"/>
                    <a:pt x="2681" y="1325"/>
                    <a:pt x="2683" y="1326"/>
                  </a:cubicBezTo>
                  <a:cubicBezTo>
                    <a:pt x="2685" y="1327"/>
                    <a:pt x="2683" y="1324"/>
                    <a:pt x="2684" y="1323"/>
                  </a:cubicBezTo>
                  <a:cubicBezTo>
                    <a:pt x="2687" y="1320"/>
                    <a:pt x="2692" y="1311"/>
                    <a:pt x="2685" y="1310"/>
                  </a:cubicBezTo>
                  <a:close/>
                  <a:moveTo>
                    <a:pt x="1323" y="615"/>
                  </a:moveTo>
                  <a:cubicBezTo>
                    <a:pt x="1324" y="617"/>
                    <a:pt x="1326" y="618"/>
                    <a:pt x="1327" y="619"/>
                  </a:cubicBezTo>
                  <a:cubicBezTo>
                    <a:pt x="1329" y="618"/>
                    <a:pt x="1330" y="617"/>
                    <a:pt x="1331" y="616"/>
                  </a:cubicBezTo>
                  <a:cubicBezTo>
                    <a:pt x="1329" y="610"/>
                    <a:pt x="1327" y="613"/>
                    <a:pt x="1323" y="615"/>
                  </a:cubicBezTo>
                  <a:close/>
                  <a:moveTo>
                    <a:pt x="2759" y="312"/>
                  </a:moveTo>
                  <a:cubicBezTo>
                    <a:pt x="2759" y="317"/>
                    <a:pt x="2760" y="319"/>
                    <a:pt x="2756" y="321"/>
                  </a:cubicBezTo>
                  <a:cubicBezTo>
                    <a:pt x="2753" y="322"/>
                    <a:pt x="2755" y="327"/>
                    <a:pt x="2756" y="330"/>
                  </a:cubicBezTo>
                  <a:cubicBezTo>
                    <a:pt x="2750" y="329"/>
                    <a:pt x="2748" y="329"/>
                    <a:pt x="2744" y="325"/>
                  </a:cubicBezTo>
                  <a:cubicBezTo>
                    <a:pt x="2741" y="323"/>
                    <a:pt x="2734" y="327"/>
                    <a:pt x="2733" y="323"/>
                  </a:cubicBezTo>
                  <a:cubicBezTo>
                    <a:pt x="2732" y="318"/>
                    <a:pt x="2733" y="313"/>
                    <a:pt x="2728" y="313"/>
                  </a:cubicBezTo>
                  <a:cubicBezTo>
                    <a:pt x="2722" y="312"/>
                    <a:pt x="2717" y="312"/>
                    <a:pt x="2711" y="312"/>
                  </a:cubicBezTo>
                  <a:cubicBezTo>
                    <a:pt x="2708" y="311"/>
                    <a:pt x="2714" y="301"/>
                    <a:pt x="2706" y="303"/>
                  </a:cubicBezTo>
                  <a:cubicBezTo>
                    <a:pt x="2703" y="303"/>
                    <a:pt x="2704" y="313"/>
                    <a:pt x="2704" y="316"/>
                  </a:cubicBezTo>
                  <a:cubicBezTo>
                    <a:pt x="2704" y="322"/>
                    <a:pt x="2685" y="324"/>
                    <a:pt x="2680" y="325"/>
                  </a:cubicBezTo>
                  <a:cubicBezTo>
                    <a:pt x="2685" y="328"/>
                    <a:pt x="2690" y="330"/>
                    <a:pt x="2690" y="335"/>
                  </a:cubicBezTo>
                  <a:cubicBezTo>
                    <a:pt x="2690" y="342"/>
                    <a:pt x="2693" y="345"/>
                    <a:pt x="2697" y="350"/>
                  </a:cubicBezTo>
                  <a:cubicBezTo>
                    <a:pt x="2697" y="351"/>
                    <a:pt x="2694" y="355"/>
                    <a:pt x="2693" y="355"/>
                  </a:cubicBezTo>
                  <a:cubicBezTo>
                    <a:pt x="2692" y="356"/>
                    <a:pt x="2688" y="354"/>
                    <a:pt x="2686" y="354"/>
                  </a:cubicBezTo>
                  <a:cubicBezTo>
                    <a:pt x="2684" y="353"/>
                    <a:pt x="2678" y="351"/>
                    <a:pt x="2675" y="352"/>
                  </a:cubicBezTo>
                  <a:cubicBezTo>
                    <a:pt x="2665" y="358"/>
                    <a:pt x="2655" y="365"/>
                    <a:pt x="2645" y="371"/>
                  </a:cubicBezTo>
                  <a:cubicBezTo>
                    <a:pt x="2637" y="376"/>
                    <a:pt x="2628" y="378"/>
                    <a:pt x="2625" y="387"/>
                  </a:cubicBezTo>
                  <a:cubicBezTo>
                    <a:pt x="2618" y="380"/>
                    <a:pt x="2617" y="379"/>
                    <a:pt x="2608" y="381"/>
                  </a:cubicBezTo>
                  <a:cubicBezTo>
                    <a:pt x="2599" y="382"/>
                    <a:pt x="2599" y="382"/>
                    <a:pt x="2593" y="390"/>
                  </a:cubicBezTo>
                  <a:cubicBezTo>
                    <a:pt x="2593" y="387"/>
                    <a:pt x="2593" y="385"/>
                    <a:pt x="2593" y="382"/>
                  </a:cubicBezTo>
                  <a:cubicBezTo>
                    <a:pt x="2590" y="383"/>
                    <a:pt x="2585" y="387"/>
                    <a:pt x="2582" y="387"/>
                  </a:cubicBezTo>
                  <a:cubicBezTo>
                    <a:pt x="2579" y="386"/>
                    <a:pt x="2575" y="384"/>
                    <a:pt x="2573" y="388"/>
                  </a:cubicBezTo>
                  <a:cubicBezTo>
                    <a:pt x="2568" y="396"/>
                    <a:pt x="2563" y="404"/>
                    <a:pt x="2558" y="412"/>
                  </a:cubicBezTo>
                  <a:cubicBezTo>
                    <a:pt x="2561" y="413"/>
                    <a:pt x="2570" y="414"/>
                    <a:pt x="2569" y="417"/>
                  </a:cubicBezTo>
                  <a:cubicBezTo>
                    <a:pt x="2567" y="425"/>
                    <a:pt x="2567" y="426"/>
                    <a:pt x="2571" y="432"/>
                  </a:cubicBezTo>
                  <a:cubicBezTo>
                    <a:pt x="2564" y="435"/>
                    <a:pt x="2556" y="439"/>
                    <a:pt x="2561" y="449"/>
                  </a:cubicBezTo>
                  <a:cubicBezTo>
                    <a:pt x="2561" y="451"/>
                    <a:pt x="2555" y="454"/>
                    <a:pt x="2553" y="454"/>
                  </a:cubicBezTo>
                  <a:cubicBezTo>
                    <a:pt x="2549" y="455"/>
                    <a:pt x="2546" y="455"/>
                    <a:pt x="2545" y="460"/>
                  </a:cubicBezTo>
                  <a:cubicBezTo>
                    <a:pt x="2545" y="465"/>
                    <a:pt x="2546" y="469"/>
                    <a:pt x="2541" y="471"/>
                  </a:cubicBezTo>
                  <a:cubicBezTo>
                    <a:pt x="2535" y="472"/>
                    <a:pt x="2535" y="472"/>
                    <a:pt x="2534" y="479"/>
                  </a:cubicBezTo>
                  <a:cubicBezTo>
                    <a:pt x="2533" y="486"/>
                    <a:pt x="2524" y="493"/>
                    <a:pt x="2520" y="498"/>
                  </a:cubicBezTo>
                  <a:cubicBezTo>
                    <a:pt x="2514" y="474"/>
                    <a:pt x="2497" y="427"/>
                    <a:pt x="2526" y="413"/>
                  </a:cubicBezTo>
                  <a:cubicBezTo>
                    <a:pt x="2534" y="409"/>
                    <a:pt x="2539" y="408"/>
                    <a:pt x="2544" y="400"/>
                  </a:cubicBezTo>
                  <a:cubicBezTo>
                    <a:pt x="2548" y="392"/>
                    <a:pt x="2554" y="388"/>
                    <a:pt x="2561" y="383"/>
                  </a:cubicBezTo>
                  <a:cubicBezTo>
                    <a:pt x="2566" y="379"/>
                    <a:pt x="2572" y="377"/>
                    <a:pt x="2574" y="371"/>
                  </a:cubicBezTo>
                  <a:cubicBezTo>
                    <a:pt x="2575" y="366"/>
                    <a:pt x="2576" y="361"/>
                    <a:pt x="2577" y="356"/>
                  </a:cubicBezTo>
                  <a:cubicBezTo>
                    <a:pt x="2578" y="355"/>
                    <a:pt x="2584" y="355"/>
                    <a:pt x="2586" y="354"/>
                  </a:cubicBezTo>
                  <a:cubicBezTo>
                    <a:pt x="2581" y="353"/>
                    <a:pt x="2578" y="353"/>
                    <a:pt x="2573" y="353"/>
                  </a:cubicBezTo>
                  <a:cubicBezTo>
                    <a:pt x="2570" y="354"/>
                    <a:pt x="2568" y="360"/>
                    <a:pt x="2566" y="363"/>
                  </a:cubicBezTo>
                  <a:cubicBezTo>
                    <a:pt x="2562" y="369"/>
                    <a:pt x="2553" y="374"/>
                    <a:pt x="2548" y="378"/>
                  </a:cubicBezTo>
                  <a:cubicBezTo>
                    <a:pt x="2545" y="371"/>
                    <a:pt x="2546" y="368"/>
                    <a:pt x="2547" y="361"/>
                  </a:cubicBezTo>
                  <a:cubicBezTo>
                    <a:pt x="2542" y="364"/>
                    <a:pt x="2540" y="365"/>
                    <a:pt x="2534" y="365"/>
                  </a:cubicBezTo>
                  <a:cubicBezTo>
                    <a:pt x="2528" y="365"/>
                    <a:pt x="2526" y="364"/>
                    <a:pt x="2521" y="368"/>
                  </a:cubicBezTo>
                  <a:cubicBezTo>
                    <a:pt x="2514" y="374"/>
                    <a:pt x="2507" y="381"/>
                    <a:pt x="2501" y="389"/>
                  </a:cubicBezTo>
                  <a:cubicBezTo>
                    <a:pt x="2503" y="391"/>
                    <a:pt x="2508" y="393"/>
                    <a:pt x="2506" y="396"/>
                  </a:cubicBezTo>
                  <a:cubicBezTo>
                    <a:pt x="2506" y="397"/>
                    <a:pt x="2499" y="398"/>
                    <a:pt x="2498" y="398"/>
                  </a:cubicBezTo>
                  <a:cubicBezTo>
                    <a:pt x="2490" y="399"/>
                    <a:pt x="2483" y="399"/>
                    <a:pt x="2476" y="400"/>
                  </a:cubicBezTo>
                  <a:cubicBezTo>
                    <a:pt x="2479" y="398"/>
                    <a:pt x="2481" y="397"/>
                    <a:pt x="2484" y="395"/>
                  </a:cubicBezTo>
                  <a:cubicBezTo>
                    <a:pt x="2477" y="393"/>
                    <a:pt x="2470" y="392"/>
                    <a:pt x="2464" y="391"/>
                  </a:cubicBezTo>
                  <a:cubicBezTo>
                    <a:pt x="2462" y="390"/>
                    <a:pt x="2457" y="395"/>
                    <a:pt x="2456" y="396"/>
                  </a:cubicBezTo>
                  <a:cubicBezTo>
                    <a:pt x="2453" y="397"/>
                    <a:pt x="2451" y="396"/>
                    <a:pt x="2448" y="395"/>
                  </a:cubicBezTo>
                  <a:cubicBezTo>
                    <a:pt x="2442" y="394"/>
                    <a:pt x="2437" y="394"/>
                    <a:pt x="2430" y="394"/>
                  </a:cubicBezTo>
                  <a:cubicBezTo>
                    <a:pt x="2427" y="395"/>
                    <a:pt x="2415" y="393"/>
                    <a:pt x="2412" y="396"/>
                  </a:cubicBezTo>
                  <a:cubicBezTo>
                    <a:pt x="2402" y="405"/>
                    <a:pt x="2392" y="415"/>
                    <a:pt x="2382" y="425"/>
                  </a:cubicBezTo>
                  <a:cubicBezTo>
                    <a:pt x="2372" y="435"/>
                    <a:pt x="2362" y="442"/>
                    <a:pt x="2351" y="450"/>
                  </a:cubicBezTo>
                  <a:cubicBezTo>
                    <a:pt x="2353" y="453"/>
                    <a:pt x="2355" y="453"/>
                    <a:pt x="2358" y="453"/>
                  </a:cubicBezTo>
                  <a:cubicBezTo>
                    <a:pt x="2362" y="453"/>
                    <a:pt x="2363" y="453"/>
                    <a:pt x="2364" y="457"/>
                  </a:cubicBezTo>
                  <a:cubicBezTo>
                    <a:pt x="2365" y="458"/>
                    <a:pt x="2366" y="464"/>
                    <a:pt x="2367" y="464"/>
                  </a:cubicBezTo>
                  <a:cubicBezTo>
                    <a:pt x="2375" y="465"/>
                    <a:pt x="2376" y="466"/>
                    <a:pt x="2380" y="458"/>
                  </a:cubicBezTo>
                  <a:cubicBezTo>
                    <a:pt x="2383" y="451"/>
                    <a:pt x="2402" y="467"/>
                    <a:pt x="2401" y="472"/>
                  </a:cubicBezTo>
                  <a:cubicBezTo>
                    <a:pt x="2399" y="485"/>
                    <a:pt x="2396" y="497"/>
                    <a:pt x="2393" y="510"/>
                  </a:cubicBezTo>
                  <a:cubicBezTo>
                    <a:pt x="2391" y="522"/>
                    <a:pt x="2387" y="528"/>
                    <a:pt x="2380" y="538"/>
                  </a:cubicBezTo>
                  <a:cubicBezTo>
                    <a:pt x="2374" y="548"/>
                    <a:pt x="2369" y="557"/>
                    <a:pt x="2361" y="564"/>
                  </a:cubicBezTo>
                  <a:cubicBezTo>
                    <a:pt x="2356" y="570"/>
                    <a:pt x="2351" y="575"/>
                    <a:pt x="2346" y="580"/>
                  </a:cubicBezTo>
                  <a:cubicBezTo>
                    <a:pt x="2343" y="583"/>
                    <a:pt x="2337" y="583"/>
                    <a:pt x="2333" y="584"/>
                  </a:cubicBezTo>
                  <a:cubicBezTo>
                    <a:pt x="2331" y="584"/>
                    <a:pt x="2329" y="579"/>
                    <a:pt x="2328" y="578"/>
                  </a:cubicBezTo>
                  <a:cubicBezTo>
                    <a:pt x="2326" y="578"/>
                    <a:pt x="2322" y="582"/>
                    <a:pt x="2321" y="583"/>
                  </a:cubicBezTo>
                  <a:cubicBezTo>
                    <a:pt x="2315" y="586"/>
                    <a:pt x="2315" y="588"/>
                    <a:pt x="2312" y="595"/>
                  </a:cubicBezTo>
                  <a:cubicBezTo>
                    <a:pt x="2309" y="606"/>
                    <a:pt x="2300" y="612"/>
                    <a:pt x="2292" y="620"/>
                  </a:cubicBezTo>
                  <a:cubicBezTo>
                    <a:pt x="2301" y="627"/>
                    <a:pt x="2309" y="636"/>
                    <a:pt x="2307" y="649"/>
                  </a:cubicBezTo>
                  <a:cubicBezTo>
                    <a:pt x="2306" y="658"/>
                    <a:pt x="2307" y="659"/>
                    <a:pt x="2299" y="663"/>
                  </a:cubicBezTo>
                  <a:cubicBezTo>
                    <a:pt x="2294" y="666"/>
                    <a:pt x="2290" y="666"/>
                    <a:pt x="2284" y="666"/>
                  </a:cubicBezTo>
                  <a:cubicBezTo>
                    <a:pt x="2284" y="661"/>
                    <a:pt x="2285" y="656"/>
                    <a:pt x="2286" y="651"/>
                  </a:cubicBezTo>
                  <a:cubicBezTo>
                    <a:pt x="2286" y="645"/>
                    <a:pt x="2281" y="646"/>
                    <a:pt x="2286" y="641"/>
                  </a:cubicBezTo>
                  <a:cubicBezTo>
                    <a:pt x="2288" y="637"/>
                    <a:pt x="2287" y="633"/>
                    <a:pt x="2283" y="633"/>
                  </a:cubicBezTo>
                  <a:cubicBezTo>
                    <a:pt x="2279" y="634"/>
                    <a:pt x="2273" y="636"/>
                    <a:pt x="2272" y="630"/>
                  </a:cubicBezTo>
                  <a:cubicBezTo>
                    <a:pt x="2271" y="627"/>
                    <a:pt x="2275" y="620"/>
                    <a:pt x="2276" y="617"/>
                  </a:cubicBezTo>
                  <a:cubicBezTo>
                    <a:pt x="2276" y="617"/>
                    <a:pt x="2268" y="611"/>
                    <a:pt x="2267" y="611"/>
                  </a:cubicBezTo>
                  <a:cubicBezTo>
                    <a:pt x="2264" y="611"/>
                    <a:pt x="2258" y="616"/>
                    <a:pt x="2256" y="618"/>
                  </a:cubicBezTo>
                  <a:cubicBezTo>
                    <a:pt x="2252" y="620"/>
                    <a:pt x="2248" y="623"/>
                    <a:pt x="2244" y="625"/>
                  </a:cubicBezTo>
                  <a:cubicBezTo>
                    <a:pt x="2241" y="617"/>
                    <a:pt x="2248" y="612"/>
                    <a:pt x="2253" y="607"/>
                  </a:cubicBezTo>
                  <a:cubicBezTo>
                    <a:pt x="2248" y="604"/>
                    <a:pt x="2248" y="603"/>
                    <a:pt x="2243" y="605"/>
                  </a:cubicBezTo>
                  <a:cubicBezTo>
                    <a:pt x="2239" y="607"/>
                    <a:pt x="2237" y="609"/>
                    <a:pt x="2234" y="612"/>
                  </a:cubicBezTo>
                  <a:cubicBezTo>
                    <a:pt x="2230" y="615"/>
                    <a:pt x="2228" y="617"/>
                    <a:pt x="2223" y="618"/>
                  </a:cubicBezTo>
                  <a:cubicBezTo>
                    <a:pt x="2222" y="619"/>
                    <a:pt x="2214" y="621"/>
                    <a:pt x="2216" y="624"/>
                  </a:cubicBezTo>
                  <a:cubicBezTo>
                    <a:pt x="2219" y="627"/>
                    <a:pt x="2222" y="630"/>
                    <a:pt x="2225" y="634"/>
                  </a:cubicBezTo>
                  <a:cubicBezTo>
                    <a:pt x="2228" y="640"/>
                    <a:pt x="2228" y="639"/>
                    <a:pt x="2233" y="636"/>
                  </a:cubicBezTo>
                  <a:cubicBezTo>
                    <a:pt x="2241" y="632"/>
                    <a:pt x="2247" y="636"/>
                    <a:pt x="2256" y="638"/>
                  </a:cubicBezTo>
                  <a:cubicBezTo>
                    <a:pt x="2247" y="645"/>
                    <a:pt x="2237" y="653"/>
                    <a:pt x="2228" y="661"/>
                  </a:cubicBezTo>
                  <a:cubicBezTo>
                    <a:pt x="2232" y="664"/>
                    <a:pt x="2237" y="667"/>
                    <a:pt x="2239" y="672"/>
                  </a:cubicBezTo>
                  <a:cubicBezTo>
                    <a:pt x="2242" y="678"/>
                    <a:pt x="2245" y="684"/>
                    <a:pt x="2248" y="691"/>
                  </a:cubicBezTo>
                  <a:cubicBezTo>
                    <a:pt x="2243" y="690"/>
                    <a:pt x="2239" y="689"/>
                    <a:pt x="2234" y="688"/>
                  </a:cubicBezTo>
                  <a:cubicBezTo>
                    <a:pt x="2239" y="692"/>
                    <a:pt x="2244" y="695"/>
                    <a:pt x="2249" y="699"/>
                  </a:cubicBezTo>
                  <a:cubicBezTo>
                    <a:pt x="2245" y="702"/>
                    <a:pt x="2241" y="704"/>
                    <a:pt x="2238" y="707"/>
                  </a:cubicBezTo>
                  <a:cubicBezTo>
                    <a:pt x="2242" y="708"/>
                    <a:pt x="2247" y="710"/>
                    <a:pt x="2251" y="711"/>
                  </a:cubicBezTo>
                  <a:cubicBezTo>
                    <a:pt x="2246" y="721"/>
                    <a:pt x="2241" y="734"/>
                    <a:pt x="2234" y="744"/>
                  </a:cubicBezTo>
                  <a:cubicBezTo>
                    <a:pt x="2226" y="753"/>
                    <a:pt x="2220" y="764"/>
                    <a:pt x="2209" y="769"/>
                  </a:cubicBezTo>
                  <a:cubicBezTo>
                    <a:pt x="2197" y="774"/>
                    <a:pt x="2185" y="779"/>
                    <a:pt x="2173" y="783"/>
                  </a:cubicBezTo>
                  <a:cubicBezTo>
                    <a:pt x="2170" y="784"/>
                    <a:pt x="2166" y="786"/>
                    <a:pt x="2162" y="787"/>
                  </a:cubicBezTo>
                  <a:cubicBezTo>
                    <a:pt x="2159" y="788"/>
                    <a:pt x="2160" y="788"/>
                    <a:pt x="2161" y="792"/>
                  </a:cubicBezTo>
                  <a:cubicBezTo>
                    <a:pt x="2161" y="794"/>
                    <a:pt x="2161" y="799"/>
                    <a:pt x="2157" y="797"/>
                  </a:cubicBezTo>
                  <a:cubicBezTo>
                    <a:pt x="2156" y="796"/>
                    <a:pt x="2155" y="791"/>
                    <a:pt x="2154" y="789"/>
                  </a:cubicBezTo>
                  <a:cubicBezTo>
                    <a:pt x="2155" y="789"/>
                    <a:pt x="2157" y="788"/>
                    <a:pt x="2158" y="788"/>
                  </a:cubicBezTo>
                  <a:cubicBezTo>
                    <a:pt x="2154" y="785"/>
                    <a:pt x="2146" y="782"/>
                    <a:pt x="2142" y="786"/>
                  </a:cubicBezTo>
                  <a:cubicBezTo>
                    <a:pt x="2138" y="789"/>
                    <a:pt x="2128" y="794"/>
                    <a:pt x="2126" y="799"/>
                  </a:cubicBezTo>
                  <a:cubicBezTo>
                    <a:pt x="2126" y="801"/>
                    <a:pt x="2123" y="807"/>
                    <a:pt x="2124" y="809"/>
                  </a:cubicBezTo>
                  <a:cubicBezTo>
                    <a:pt x="2126" y="813"/>
                    <a:pt x="2128" y="816"/>
                    <a:pt x="2131" y="820"/>
                  </a:cubicBezTo>
                  <a:cubicBezTo>
                    <a:pt x="2134" y="826"/>
                    <a:pt x="2138" y="830"/>
                    <a:pt x="2142" y="835"/>
                  </a:cubicBezTo>
                  <a:cubicBezTo>
                    <a:pt x="2147" y="842"/>
                    <a:pt x="2150" y="844"/>
                    <a:pt x="2150" y="852"/>
                  </a:cubicBezTo>
                  <a:cubicBezTo>
                    <a:pt x="2150" y="857"/>
                    <a:pt x="2153" y="868"/>
                    <a:pt x="2149" y="872"/>
                  </a:cubicBezTo>
                  <a:cubicBezTo>
                    <a:pt x="2139" y="881"/>
                    <a:pt x="2129" y="890"/>
                    <a:pt x="2118" y="899"/>
                  </a:cubicBezTo>
                  <a:cubicBezTo>
                    <a:pt x="2114" y="895"/>
                    <a:pt x="2119" y="889"/>
                    <a:pt x="2116" y="886"/>
                  </a:cubicBezTo>
                  <a:cubicBezTo>
                    <a:pt x="2113" y="882"/>
                    <a:pt x="2109" y="879"/>
                    <a:pt x="2106" y="875"/>
                  </a:cubicBezTo>
                  <a:cubicBezTo>
                    <a:pt x="2099" y="868"/>
                    <a:pt x="2094" y="864"/>
                    <a:pt x="2086" y="864"/>
                  </a:cubicBezTo>
                  <a:cubicBezTo>
                    <a:pt x="2086" y="862"/>
                    <a:pt x="2086" y="859"/>
                    <a:pt x="2087" y="857"/>
                  </a:cubicBezTo>
                  <a:cubicBezTo>
                    <a:pt x="2078" y="858"/>
                    <a:pt x="2080" y="859"/>
                    <a:pt x="2079" y="868"/>
                  </a:cubicBezTo>
                  <a:cubicBezTo>
                    <a:pt x="2079" y="874"/>
                    <a:pt x="2076" y="879"/>
                    <a:pt x="2074" y="884"/>
                  </a:cubicBezTo>
                  <a:cubicBezTo>
                    <a:pt x="2073" y="886"/>
                    <a:pt x="2074" y="888"/>
                    <a:pt x="2074" y="891"/>
                  </a:cubicBezTo>
                  <a:cubicBezTo>
                    <a:pt x="2074" y="895"/>
                    <a:pt x="2074" y="895"/>
                    <a:pt x="2078" y="894"/>
                  </a:cubicBezTo>
                  <a:cubicBezTo>
                    <a:pt x="2081" y="894"/>
                    <a:pt x="2083" y="908"/>
                    <a:pt x="2084" y="910"/>
                  </a:cubicBezTo>
                  <a:cubicBezTo>
                    <a:pt x="2085" y="914"/>
                    <a:pt x="2093" y="918"/>
                    <a:pt x="2096" y="920"/>
                  </a:cubicBezTo>
                  <a:cubicBezTo>
                    <a:pt x="2099" y="923"/>
                    <a:pt x="2104" y="927"/>
                    <a:pt x="2105" y="931"/>
                  </a:cubicBezTo>
                  <a:cubicBezTo>
                    <a:pt x="2107" y="936"/>
                    <a:pt x="2105" y="942"/>
                    <a:pt x="2106" y="948"/>
                  </a:cubicBezTo>
                  <a:cubicBezTo>
                    <a:pt x="2108" y="952"/>
                    <a:pt x="2110" y="957"/>
                    <a:pt x="2112" y="962"/>
                  </a:cubicBezTo>
                  <a:cubicBezTo>
                    <a:pt x="2105" y="961"/>
                    <a:pt x="2101" y="956"/>
                    <a:pt x="2095" y="952"/>
                  </a:cubicBezTo>
                  <a:cubicBezTo>
                    <a:pt x="2089" y="947"/>
                    <a:pt x="2089" y="945"/>
                    <a:pt x="2087" y="938"/>
                  </a:cubicBezTo>
                  <a:cubicBezTo>
                    <a:pt x="2085" y="933"/>
                    <a:pt x="2084" y="922"/>
                    <a:pt x="2080" y="918"/>
                  </a:cubicBezTo>
                  <a:cubicBezTo>
                    <a:pt x="2075" y="913"/>
                    <a:pt x="2070" y="907"/>
                    <a:pt x="2065" y="902"/>
                  </a:cubicBezTo>
                  <a:cubicBezTo>
                    <a:pt x="2063" y="899"/>
                    <a:pt x="2066" y="886"/>
                    <a:pt x="2066" y="882"/>
                  </a:cubicBezTo>
                  <a:cubicBezTo>
                    <a:pt x="2067" y="875"/>
                    <a:pt x="2065" y="867"/>
                    <a:pt x="2065" y="861"/>
                  </a:cubicBezTo>
                  <a:cubicBezTo>
                    <a:pt x="2064" y="847"/>
                    <a:pt x="2060" y="835"/>
                    <a:pt x="2056" y="822"/>
                  </a:cubicBezTo>
                  <a:cubicBezTo>
                    <a:pt x="2053" y="826"/>
                    <a:pt x="2050" y="829"/>
                    <a:pt x="2047" y="832"/>
                  </a:cubicBezTo>
                  <a:cubicBezTo>
                    <a:pt x="2044" y="837"/>
                    <a:pt x="2044" y="836"/>
                    <a:pt x="2039" y="835"/>
                  </a:cubicBezTo>
                  <a:cubicBezTo>
                    <a:pt x="2034" y="834"/>
                    <a:pt x="2034" y="834"/>
                    <a:pt x="2035" y="829"/>
                  </a:cubicBezTo>
                  <a:cubicBezTo>
                    <a:pt x="2035" y="826"/>
                    <a:pt x="2037" y="819"/>
                    <a:pt x="2036" y="817"/>
                  </a:cubicBezTo>
                  <a:cubicBezTo>
                    <a:pt x="2033" y="808"/>
                    <a:pt x="2031" y="801"/>
                    <a:pt x="2024" y="796"/>
                  </a:cubicBezTo>
                  <a:cubicBezTo>
                    <a:pt x="2018" y="791"/>
                    <a:pt x="2016" y="782"/>
                    <a:pt x="2013" y="775"/>
                  </a:cubicBezTo>
                  <a:cubicBezTo>
                    <a:pt x="2010" y="777"/>
                    <a:pt x="2005" y="782"/>
                    <a:pt x="2002" y="782"/>
                  </a:cubicBezTo>
                  <a:cubicBezTo>
                    <a:pt x="1995" y="783"/>
                    <a:pt x="1989" y="784"/>
                    <a:pt x="1983" y="785"/>
                  </a:cubicBezTo>
                  <a:cubicBezTo>
                    <a:pt x="1982" y="785"/>
                    <a:pt x="1978" y="785"/>
                    <a:pt x="1977" y="786"/>
                  </a:cubicBezTo>
                  <a:cubicBezTo>
                    <a:pt x="1976" y="787"/>
                    <a:pt x="1978" y="791"/>
                    <a:pt x="1977" y="792"/>
                  </a:cubicBezTo>
                  <a:cubicBezTo>
                    <a:pt x="1974" y="796"/>
                    <a:pt x="1971" y="799"/>
                    <a:pt x="1968" y="802"/>
                  </a:cubicBezTo>
                  <a:cubicBezTo>
                    <a:pt x="1959" y="811"/>
                    <a:pt x="1950" y="820"/>
                    <a:pt x="1941" y="829"/>
                  </a:cubicBezTo>
                  <a:cubicBezTo>
                    <a:pt x="1938" y="832"/>
                    <a:pt x="1932" y="834"/>
                    <a:pt x="1929" y="836"/>
                  </a:cubicBezTo>
                  <a:cubicBezTo>
                    <a:pt x="1924" y="838"/>
                    <a:pt x="1926" y="841"/>
                    <a:pt x="1926" y="847"/>
                  </a:cubicBezTo>
                  <a:cubicBezTo>
                    <a:pt x="1926" y="852"/>
                    <a:pt x="1927" y="859"/>
                    <a:pt x="1926" y="863"/>
                  </a:cubicBezTo>
                  <a:cubicBezTo>
                    <a:pt x="1925" y="868"/>
                    <a:pt x="1922" y="874"/>
                    <a:pt x="1923" y="879"/>
                  </a:cubicBezTo>
                  <a:cubicBezTo>
                    <a:pt x="1924" y="886"/>
                    <a:pt x="1925" y="889"/>
                    <a:pt x="1930" y="894"/>
                  </a:cubicBezTo>
                  <a:cubicBezTo>
                    <a:pt x="1934" y="898"/>
                    <a:pt x="1935" y="903"/>
                    <a:pt x="1938" y="909"/>
                  </a:cubicBezTo>
                  <a:cubicBezTo>
                    <a:pt x="1942" y="919"/>
                    <a:pt x="1925" y="928"/>
                    <a:pt x="1924" y="914"/>
                  </a:cubicBezTo>
                  <a:cubicBezTo>
                    <a:pt x="1923" y="908"/>
                    <a:pt x="1923" y="903"/>
                    <a:pt x="1923" y="897"/>
                  </a:cubicBezTo>
                  <a:cubicBezTo>
                    <a:pt x="1923" y="891"/>
                    <a:pt x="1921" y="890"/>
                    <a:pt x="1917" y="886"/>
                  </a:cubicBezTo>
                  <a:cubicBezTo>
                    <a:pt x="1917" y="890"/>
                    <a:pt x="1918" y="894"/>
                    <a:pt x="1914" y="896"/>
                  </a:cubicBezTo>
                  <a:cubicBezTo>
                    <a:pt x="1911" y="898"/>
                    <a:pt x="1907" y="901"/>
                    <a:pt x="1904" y="903"/>
                  </a:cubicBezTo>
                  <a:cubicBezTo>
                    <a:pt x="1894" y="884"/>
                    <a:pt x="1885" y="865"/>
                    <a:pt x="1877" y="845"/>
                  </a:cubicBezTo>
                  <a:cubicBezTo>
                    <a:pt x="1874" y="840"/>
                    <a:pt x="1871" y="834"/>
                    <a:pt x="1869" y="829"/>
                  </a:cubicBezTo>
                  <a:cubicBezTo>
                    <a:pt x="1868" y="825"/>
                    <a:pt x="1869" y="820"/>
                    <a:pt x="1869" y="816"/>
                  </a:cubicBezTo>
                  <a:cubicBezTo>
                    <a:pt x="1868" y="803"/>
                    <a:pt x="1868" y="791"/>
                    <a:pt x="1868" y="778"/>
                  </a:cubicBezTo>
                  <a:cubicBezTo>
                    <a:pt x="1865" y="782"/>
                    <a:pt x="1862" y="786"/>
                    <a:pt x="1860" y="789"/>
                  </a:cubicBezTo>
                  <a:cubicBezTo>
                    <a:pt x="1857" y="793"/>
                    <a:pt x="1857" y="792"/>
                    <a:pt x="1852" y="792"/>
                  </a:cubicBezTo>
                  <a:cubicBezTo>
                    <a:pt x="1848" y="792"/>
                    <a:pt x="1842" y="783"/>
                    <a:pt x="1838" y="779"/>
                  </a:cubicBezTo>
                  <a:cubicBezTo>
                    <a:pt x="1842" y="778"/>
                    <a:pt x="1849" y="779"/>
                    <a:pt x="1850" y="774"/>
                  </a:cubicBezTo>
                  <a:cubicBezTo>
                    <a:pt x="1848" y="774"/>
                    <a:pt x="1845" y="775"/>
                    <a:pt x="1844" y="774"/>
                  </a:cubicBezTo>
                  <a:cubicBezTo>
                    <a:pt x="1839" y="773"/>
                    <a:pt x="1833" y="768"/>
                    <a:pt x="1828" y="765"/>
                  </a:cubicBezTo>
                  <a:cubicBezTo>
                    <a:pt x="1825" y="764"/>
                    <a:pt x="1823" y="755"/>
                    <a:pt x="1821" y="752"/>
                  </a:cubicBezTo>
                  <a:cubicBezTo>
                    <a:pt x="1820" y="748"/>
                    <a:pt x="1793" y="754"/>
                    <a:pt x="1789" y="755"/>
                  </a:cubicBezTo>
                  <a:cubicBezTo>
                    <a:pt x="1779" y="756"/>
                    <a:pt x="1769" y="752"/>
                    <a:pt x="1759" y="750"/>
                  </a:cubicBezTo>
                  <a:cubicBezTo>
                    <a:pt x="1755" y="749"/>
                    <a:pt x="1750" y="749"/>
                    <a:pt x="1748" y="745"/>
                  </a:cubicBezTo>
                  <a:cubicBezTo>
                    <a:pt x="1744" y="737"/>
                    <a:pt x="1745" y="735"/>
                    <a:pt x="1737" y="738"/>
                  </a:cubicBezTo>
                  <a:cubicBezTo>
                    <a:pt x="1731" y="740"/>
                    <a:pt x="1727" y="739"/>
                    <a:pt x="1720" y="738"/>
                  </a:cubicBezTo>
                  <a:cubicBezTo>
                    <a:pt x="1716" y="737"/>
                    <a:pt x="1714" y="732"/>
                    <a:pt x="1710" y="731"/>
                  </a:cubicBezTo>
                  <a:cubicBezTo>
                    <a:pt x="1703" y="727"/>
                    <a:pt x="1702" y="726"/>
                    <a:pt x="1699" y="719"/>
                  </a:cubicBezTo>
                  <a:cubicBezTo>
                    <a:pt x="1697" y="714"/>
                    <a:pt x="1696" y="708"/>
                    <a:pt x="1690" y="707"/>
                  </a:cubicBezTo>
                  <a:cubicBezTo>
                    <a:pt x="1682" y="706"/>
                    <a:pt x="1682" y="706"/>
                    <a:pt x="1676" y="714"/>
                  </a:cubicBezTo>
                  <a:cubicBezTo>
                    <a:pt x="1674" y="716"/>
                    <a:pt x="1681" y="725"/>
                    <a:pt x="1682" y="728"/>
                  </a:cubicBezTo>
                  <a:cubicBezTo>
                    <a:pt x="1688" y="737"/>
                    <a:pt x="1693" y="747"/>
                    <a:pt x="1698" y="756"/>
                  </a:cubicBezTo>
                  <a:cubicBezTo>
                    <a:pt x="1698" y="752"/>
                    <a:pt x="1699" y="747"/>
                    <a:pt x="1700" y="743"/>
                  </a:cubicBezTo>
                  <a:cubicBezTo>
                    <a:pt x="1703" y="750"/>
                    <a:pt x="1703" y="756"/>
                    <a:pt x="1703" y="764"/>
                  </a:cubicBezTo>
                  <a:cubicBezTo>
                    <a:pt x="1709" y="763"/>
                    <a:pt x="1720" y="764"/>
                    <a:pt x="1726" y="761"/>
                  </a:cubicBezTo>
                  <a:cubicBezTo>
                    <a:pt x="1731" y="757"/>
                    <a:pt x="1737" y="748"/>
                    <a:pt x="1741" y="743"/>
                  </a:cubicBezTo>
                  <a:cubicBezTo>
                    <a:pt x="1742" y="748"/>
                    <a:pt x="1740" y="757"/>
                    <a:pt x="1745" y="760"/>
                  </a:cubicBezTo>
                  <a:cubicBezTo>
                    <a:pt x="1747" y="762"/>
                    <a:pt x="1750" y="765"/>
                    <a:pt x="1753" y="766"/>
                  </a:cubicBezTo>
                  <a:cubicBezTo>
                    <a:pt x="1756" y="767"/>
                    <a:pt x="1759" y="766"/>
                    <a:pt x="1760" y="769"/>
                  </a:cubicBezTo>
                  <a:cubicBezTo>
                    <a:pt x="1761" y="771"/>
                    <a:pt x="1763" y="776"/>
                    <a:pt x="1765" y="777"/>
                  </a:cubicBezTo>
                  <a:cubicBezTo>
                    <a:pt x="1769" y="777"/>
                    <a:pt x="1767" y="780"/>
                    <a:pt x="1767" y="784"/>
                  </a:cubicBezTo>
                  <a:cubicBezTo>
                    <a:pt x="1767" y="788"/>
                    <a:pt x="1759" y="795"/>
                    <a:pt x="1756" y="798"/>
                  </a:cubicBezTo>
                  <a:cubicBezTo>
                    <a:pt x="1756" y="797"/>
                    <a:pt x="1755" y="795"/>
                    <a:pt x="1755" y="794"/>
                  </a:cubicBezTo>
                  <a:cubicBezTo>
                    <a:pt x="1753" y="799"/>
                    <a:pt x="1751" y="801"/>
                    <a:pt x="1751" y="807"/>
                  </a:cubicBezTo>
                  <a:cubicBezTo>
                    <a:pt x="1751" y="812"/>
                    <a:pt x="1750" y="811"/>
                    <a:pt x="1746" y="813"/>
                  </a:cubicBezTo>
                  <a:cubicBezTo>
                    <a:pt x="1742" y="815"/>
                    <a:pt x="1738" y="817"/>
                    <a:pt x="1734" y="819"/>
                  </a:cubicBezTo>
                  <a:cubicBezTo>
                    <a:pt x="1731" y="820"/>
                    <a:pt x="1731" y="827"/>
                    <a:pt x="1729" y="828"/>
                  </a:cubicBezTo>
                  <a:cubicBezTo>
                    <a:pt x="1727" y="829"/>
                    <a:pt x="1724" y="826"/>
                    <a:pt x="1722" y="827"/>
                  </a:cubicBezTo>
                  <a:cubicBezTo>
                    <a:pt x="1719" y="828"/>
                    <a:pt x="1716" y="830"/>
                    <a:pt x="1713" y="831"/>
                  </a:cubicBezTo>
                  <a:cubicBezTo>
                    <a:pt x="1709" y="833"/>
                    <a:pt x="1710" y="838"/>
                    <a:pt x="1706" y="840"/>
                  </a:cubicBezTo>
                  <a:cubicBezTo>
                    <a:pt x="1699" y="842"/>
                    <a:pt x="1693" y="844"/>
                    <a:pt x="1686" y="847"/>
                  </a:cubicBezTo>
                  <a:cubicBezTo>
                    <a:pt x="1684" y="847"/>
                    <a:pt x="1684" y="849"/>
                    <a:pt x="1682" y="851"/>
                  </a:cubicBezTo>
                  <a:cubicBezTo>
                    <a:pt x="1681" y="853"/>
                    <a:pt x="1679" y="853"/>
                    <a:pt x="1676" y="853"/>
                  </a:cubicBezTo>
                  <a:cubicBezTo>
                    <a:pt x="1670" y="854"/>
                    <a:pt x="1664" y="856"/>
                    <a:pt x="1659" y="858"/>
                  </a:cubicBezTo>
                  <a:cubicBezTo>
                    <a:pt x="1654" y="859"/>
                    <a:pt x="1653" y="864"/>
                    <a:pt x="1649" y="864"/>
                  </a:cubicBezTo>
                  <a:cubicBezTo>
                    <a:pt x="1642" y="864"/>
                    <a:pt x="1641" y="865"/>
                    <a:pt x="1640" y="858"/>
                  </a:cubicBezTo>
                  <a:cubicBezTo>
                    <a:pt x="1638" y="850"/>
                    <a:pt x="1637" y="843"/>
                    <a:pt x="1635" y="835"/>
                  </a:cubicBezTo>
                  <a:cubicBezTo>
                    <a:pt x="1633" y="823"/>
                    <a:pt x="1628" y="816"/>
                    <a:pt x="1621" y="806"/>
                  </a:cubicBezTo>
                  <a:cubicBezTo>
                    <a:pt x="1618" y="800"/>
                    <a:pt x="1617" y="798"/>
                    <a:pt x="1611" y="796"/>
                  </a:cubicBezTo>
                  <a:cubicBezTo>
                    <a:pt x="1608" y="795"/>
                    <a:pt x="1608" y="784"/>
                    <a:pt x="1607" y="780"/>
                  </a:cubicBezTo>
                  <a:cubicBezTo>
                    <a:pt x="1606" y="774"/>
                    <a:pt x="1602" y="769"/>
                    <a:pt x="1600" y="764"/>
                  </a:cubicBezTo>
                  <a:cubicBezTo>
                    <a:pt x="1598" y="761"/>
                    <a:pt x="1595" y="760"/>
                    <a:pt x="1593" y="756"/>
                  </a:cubicBezTo>
                  <a:cubicBezTo>
                    <a:pt x="1589" y="749"/>
                    <a:pt x="1585" y="742"/>
                    <a:pt x="1581" y="735"/>
                  </a:cubicBezTo>
                  <a:cubicBezTo>
                    <a:pt x="1579" y="731"/>
                    <a:pt x="1577" y="725"/>
                    <a:pt x="1573" y="726"/>
                  </a:cubicBezTo>
                  <a:cubicBezTo>
                    <a:pt x="1573" y="722"/>
                    <a:pt x="1574" y="717"/>
                    <a:pt x="1574" y="713"/>
                  </a:cubicBezTo>
                  <a:cubicBezTo>
                    <a:pt x="1573" y="718"/>
                    <a:pt x="1571" y="723"/>
                    <a:pt x="1569" y="729"/>
                  </a:cubicBezTo>
                  <a:cubicBezTo>
                    <a:pt x="1563" y="722"/>
                    <a:pt x="1560" y="717"/>
                    <a:pt x="1556" y="709"/>
                  </a:cubicBezTo>
                  <a:cubicBezTo>
                    <a:pt x="1552" y="714"/>
                    <a:pt x="1559" y="723"/>
                    <a:pt x="1562" y="728"/>
                  </a:cubicBezTo>
                  <a:cubicBezTo>
                    <a:pt x="1567" y="738"/>
                    <a:pt x="1572" y="748"/>
                    <a:pt x="1576" y="758"/>
                  </a:cubicBezTo>
                  <a:cubicBezTo>
                    <a:pt x="1579" y="764"/>
                    <a:pt x="1578" y="771"/>
                    <a:pt x="1583" y="776"/>
                  </a:cubicBezTo>
                  <a:cubicBezTo>
                    <a:pt x="1585" y="778"/>
                    <a:pt x="1589" y="781"/>
                    <a:pt x="1590" y="784"/>
                  </a:cubicBezTo>
                  <a:cubicBezTo>
                    <a:pt x="1590" y="789"/>
                    <a:pt x="1591" y="794"/>
                    <a:pt x="1592" y="799"/>
                  </a:cubicBezTo>
                  <a:cubicBezTo>
                    <a:pt x="1592" y="802"/>
                    <a:pt x="1592" y="808"/>
                    <a:pt x="1594" y="810"/>
                  </a:cubicBezTo>
                  <a:cubicBezTo>
                    <a:pt x="1597" y="812"/>
                    <a:pt x="1601" y="815"/>
                    <a:pt x="1603" y="818"/>
                  </a:cubicBezTo>
                  <a:cubicBezTo>
                    <a:pt x="1608" y="825"/>
                    <a:pt x="1609" y="835"/>
                    <a:pt x="1612" y="842"/>
                  </a:cubicBezTo>
                  <a:cubicBezTo>
                    <a:pt x="1613" y="845"/>
                    <a:pt x="1620" y="844"/>
                    <a:pt x="1622" y="846"/>
                  </a:cubicBezTo>
                  <a:cubicBezTo>
                    <a:pt x="1625" y="849"/>
                    <a:pt x="1627" y="853"/>
                    <a:pt x="1630" y="856"/>
                  </a:cubicBezTo>
                  <a:cubicBezTo>
                    <a:pt x="1635" y="861"/>
                    <a:pt x="1644" y="867"/>
                    <a:pt x="1637" y="874"/>
                  </a:cubicBezTo>
                  <a:cubicBezTo>
                    <a:pt x="1642" y="875"/>
                    <a:pt x="1647" y="885"/>
                    <a:pt x="1651" y="884"/>
                  </a:cubicBezTo>
                  <a:cubicBezTo>
                    <a:pt x="1664" y="881"/>
                    <a:pt x="1677" y="877"/>
                    <a:pt x="1690" y="874"/>
                  </a:cubicBezTo>
                  <a:cubicBezTo>
                    <a:pt x="1692" y="873"/>
                    <a:pt x="1699" y="870"/>
                    <a:pt x="1701" y="874"/>
                  </a:cubicBezTo>
                  <a:cubicBezTo>
                    <a:pt x="1703" y="876"/>
                    <a:pt x="1698" y="888"/>
                    <a:pt x="1697" y="891"/>
                  </a:cubicBezTo>
                  <a:cubicBezTo>
                    <a:pt x="1695" y="901"/>
                    <a:pt x="1687" y="911"/>
                    <a:pt x="1682" y="921"/>
                  </a:cubicBezTo>
                  <a:cubicBezTo>
                    <a:pt x="1678" y="928"/>
                    <a:pt x="1675" y="937"/>
                    <a:pt x="1669" y="943"/>
                  </a:cubicBezTo>
                  <a:cubicBezTo>
                    <a:pt x="1653" y="960"/>
                    <a:pt x="1634" y="975"/>
                    <a:pt x="1622" y="996"/>
                  </a:cubicBezTo>
                  <a:cubicBezTo>
                    <a:pt x="1620" y="1000"/>
                    <a:pt x="1603" y="1023"/>
                    <a:pt x="1606" y="1027"/>
                  </a:cubicBezTo>
                  <a:cubicBezTo>
                    <a:pt x="1610" y="1035"/>
                    <a:pt x="1610" y="1036"/>
                    <a:pt x="1610" y="1045"/>
                  </a:cubicBezTo>
                  <a:cubicBezTo>
                    <a:pt x="1609" y="1053"/>
                    <a:pt x="1610" y="1053"/>
                    <a:pt x="1614" y="1059"/>
                  </a:cubicBezTo>
                  <a:cubicBezTo>
                    <a:pt x="1622" y="1069"/>
                    <a:pt x="1619" y="1084"/>
                    <a:pt x="1620" y="1096"/>
                  </a:cubicBezTo>
                  <a:cubicBezTo>
                    <a:pt x="1620" y="1105"/>
                    <a:pt x="1613" y="1116"/>
                    <a:pt x="1606" y="1119"/>
                  </a:cubicBezTo>
                  <a:cubicBezTo>
                    <a:pt x="1602" y="1121"/>
                    <a:pt x="1594" y="1123"/>
                    <a:pt x="1590" y="1126"/>
                  </a:cubicBezTo>
                  <a:cubicBezTo>
                    <a:pt x="1587" y="1131"/>
                    <a:pt x="1583" y="1136"/>
                    <a:pt x="1579" y="1140"/>
                  </a:cubicBezTo>
                  <a:cubicBezTo>
                    <a:pt x="1575" y="1144"/>
                    <a:pt x="1571" y="1146"/>
                    <a:pt x="1573" y="1151"/>
                  </a:cubicBezTo>
                  <a:cubicBezTo>
                    <a:pt x="1575" y="1155"/>
                    <a:pt x="1580" y="1163"/>
                    <a:pt x="1580" y="1167"/>
                  </a:cubicBezTo>
                  <a:cubicBezTo>
                    <a:pt x="1579" y="1171"/>
                    <a:pt x="1580" y="1182"/>
                    <a:pt x="1577" y="1186"/>
                  </a:cubicBezTo>
                  <a:cubicBezTo>
                    <a:pt x="1575" y="1189"/>
                    <a:pt x="1566" y="1191"/>
                    <a:pt x="1562" y="1193"/>
                  </a:cubicBezTo>
                  <a:cubicBezTo>
                    <a:pt x="1557" y="1196"/>
                    <a:pt x="1558" y="1198"/>
                    <a:pt x="1557" y="1205"/>
                  </a:cubicBezTo>
                  <a:cubicBezTo>
                    <a:pt x="1557" y="1209"/>
                    <a:pt x="1558" y="1218"/>
                    <a:pt x="1555" y="1221"/>
                  </a:cubicBezTo>
                  <a:cubicBezTo>
                    <a:pt x="1549" y="1231"/>
                    <a:pt x="1543" y="1242"/>
                    <a:pt x="1535" y="1250"/>
                  </a:cubicBezTo>
                  <a:cubicBezTo>
                    <a:pt x="1531" y="1254"/>
                    <a:pt x="1526" y="1258"/>
                    <a:pt x="1522" y="1262"/>
                  </a:cubicBezTo>
                  <a:cubicBezTo>
                    <a:pt x="1519" y="1264"/>
                    <a:pt x="1514" y="1270"/>
                    <a:pt x="1511" y="1271"/>
                  </a:cubicBezTo>
                  <a:cubicBezTo>
                    <a:pt x="1499" y="1273"/>
                    <a:pt x="1488" y="1276"/>
                    <a:pt x="1476" y="1278"/>
                  </a:cubicBezTo>
                  <a:cubicBezTo>
                    <a:pt x="1471" y="1279"/>
                    <a:pt x="1465" y="1280"/>
                    <a:pt x="1460" y="1282"/>
                  </a:cubicBezTo>
                  <a:cubicBezTo>
                    <a:pt x="1457" y="1282"/>
                    <a:pt x="1452" y="1275"/>
                    <a:pt x="1450" y="1274"/>
                  </a:cubicBezTo>
                  <a:cubicBezTo>
                    <a:pt x="1444" y="1268"/>
                    <a:pt x="1444" y="1268"/>
                    <a:pt x="1445" y="1259"/>
                  </a:cubicBezTo>
                  <a:cubicBezTo>
                    <a:pt x="1445" y="1255"/>
                    <a:pt x="1441" y="1249"/>
                    <a:pt x="1440" y="1246"/>
                  </a:cubicBezTo>
                  <a:cubicBezTo>
                    <a:pt x="1437" y="1239"/>
                    <a:pt x="1434" y="1232"/>
                    <a:pt x="1432" y="1225"/>
                  </a:cubicBezTo>
                  <a:cubicBezTo>
                    <a:pt x="1430" y="1221"/>
                    <a:pt x="1425" y="1218"/>
                    <a:pt x="1422" y="1215"/>
                  </a:cubicBezTo>
                  <a:cubicBezTo>
                    <a:pt x="1420" y="1213"/>
                    <a:pt x="1420" y="1204"/>
                    <a:pt x="1420" y="1201"/>
                  </a:cubicBezTo>
                  <a:cubicBezTo>
                    <a:pt x="1418" y="1193"/>
                    <a:pt x="1417" y="1185"/>
                    <a:pt x="1416" y="1178"/>
                  </a:cubicBezTo>
                  <a:cubicBezTo>
                    <a:pt x="1415" y="1167"/>
                    <a:pt x="1409" y="1159"/>
                    <a:pt x="1405" y="1150"/>
                  </a:cubicBezTo>
                  <a:cubicBezTo>
                    <a:pt x="1402" y="1143"/>
                    <a:pt x="1399" y="1137"/>
                    <a:pt x="1396" y="1131"/>
                  </a:cubicBezTo>
                  <a:cubicBezTo>
                    <a:pt x="1394" y="1129"/>
                    <a:pt x="1396" y="1124"/>
                    <a:pt x="1397" y="1121"/>
                  </a:cubicBezTo>
                  <a:cubicBezTo>
                    <a:pt x="1399" y="1107"/>
                    <a:pt x="1399" y="1095"/>
                    <a:pt x="1405" y="1083"/>
                  </a:cubicBezTo>
                  <a:cubicBezTo>
                    <a:pt x="1412" y="1072"/>
                    <a:pt x="1408" y="1063"/>
                    <a:pt x="1405" y="1052"/>
                  </a:cubicBezTo>
                  <a:cubicBezTo>
                    <a:pt x="1402" y="1039"/>
                    <a:pt x="1399" y="1027"/>
                    <a:pt x="1396" y="1015"/>
                  </a:cubicBezTo>
                  <a:cubicBezTo>
                    <a:pt x="1395" y="1011"/>
                    <a:pt x="1390" y="1006"/>
                    <a:pt x="1388" y="1003"/>
                  </a:cubicBezTo>
                  <a:cubicBezTo>
                    <a:pt x="1384" y="998"/>
                    <a:pt x="1380" y="992"/>
                    <a:pt x="1376" y="986"/>
                  </a:cubicBezTo>
                  <a:cubicBezTo>
                    <a:pt x="1373" y="983"/>
                    <a:pt x="1375" y="979"/>
                    <a:pt x="1375" y="976"/>
                  </a:cubicBezTo>
                  <a:cubicBezTo>
                    <a:pt x="1376" y="968"/>
                    <a:pt x="1377" y="960"/>
                    <a:pt x="1378" y="952"/>
                  </a:cubicBezTo>
                  <a:cubicBezTo>
                    <a:pt x="1379" y="946"/>
                    <a:pt x="1379" y="945"/>
                    <a:pt x="1375" y="940"/>
                  </a:cubicBezTo>
                  <a:cubicBezTo>
                    <a:pt x="1371" y="934"/>
                    <a:pt x="1371" y="933"/>
                    <a:pt x="1364" y="934"/>
                  </a:cubicBezTo>
                  <a:cubicBezTo>
                    <a:pt x="1360" y="934"/>
                    <a:pt x="1352" y="937"/>
                    <a:pt x="1350" y="933"/>
                  </a:cubicBezTo>
                  <a:cubicBezTo>
                    <a:pt x="1345" y="928"/>
                    <a:pt x="1341" y="923"/>
                    <a:pt x="1337" y="918"/>
                  </a:cubicBezTo>
                  <a:cubicBezTo>
                    <a:pt x="1336" y="916"/>
                    <a:pt x="1311" y="920"/>
                    <a:pt x="1308" y="921"/>
                  </a:cubicBezTo>
                  <a:cubicBezTo>
                    <a:pt x="1302" y="924"/>
                    <a:pt x="1296" y="927"/>
                    <a:pt x="1290" y="930"/>
                  </a:cubicBezTo>
                  <a:cubicBezTo>
                    <a:pt x="1286" y="933"/>
                    <a:pt x="1284" y="932"/>
                    <a:pt x="1279" y="930"/>
                  </a:cubicBezTo>
                  <a:cubicBezTo>
                    <a:pt x="1273" y="929"/>
                    <a:pt x="1270" y="927"/>
                    <a:pt x="1265" y="929"/>
                  </a:cubicBezTo>
                  <a:cubicBezTo>
                    <a:pt x="1259" y="931"/>
                    <a:pt x="1252" y="934"/>
                    <a:pt x="1246" y="936"/>
                  </a:cubicBezTo>
                  <a:cubicBezTo>
                    <a:pt x="1243" y="937"/>
                    <a:pt x="1239" y="933"/>
                    <a:pt x="1237" y="931"/>
                  </a:cubicBezTo>
                  <a:cubicBezTo>
                    <a:pt x="1231" y="926"/>
                    <a:pt x="1224" y="922"/>
                    <a:pt x="1218" y="918"/>
                  </a:cubicBezTo>
                  <a:cubicBezTo>
                    <a:pt x="1211" y="912"/>
                    <a:pt x="1207" y="909"/>
                    <a:pt x="1202" y="901"/>
                  </a:cubicBezTo>
                  <a:cubicBezTo>
                    <a:pt x="1194" y="887"/>
                    <a:pt x="1186" y="874"/>
                    <a:pt x="1178" y="860"/>
                  </a:cubicBezTo>
                  <a:cubicBezTo>
                    <a:pt x="1176" y="856"/>
                    <a:pt x="1173" y="851"/>
                    <a:pt x="1171" y="847"/>
                  </a:cubicBezTo>
                  <a:cubicBezTo>
                    <a:pt x="1170" y="845"/>
                    <a:pt x="1174" y="837"/>
                    <a:pt x="1175" y="835"/>
                  </a:cubicBezTo>
                  <a:cubicBezTo>
                    <a:pt x="1176" y="832"/>
                    <a:pt x="1180" y="825"/>
                    <a:pt x="1179" y="821"/>
                  </a:cubicBezTo>
                  <a:cubicBezTo>
                    <a:pt x="1178" y="815"/>
                    <a:pt x="1176" y="808"/>
                    <a:pt x="1175" y="802"/>
                  </a:cubicBezTo>
                  <a:cubicBezTo>
                    <a:pt x="1174" y="797"/>
                    <a:pt x="1171" y="789"/>
                    <a:pt x="1171" y="785"/>
                  </a:cubicBezTo>
                  <a:cubicBezTo>
                    <a:pt x="1171" y="782"/>
                    <a:pt x="1175" y="778"/>
                    <a:pt x="1176" y="776"/>
                  </a:cubicBezTo>
                  <a:cubicBezTo>
                    <a:pt x="1184" y="762"/>
                    <a:pt x="1191" y="749"/>
                    <a:pt x="1199" y="735"/>
                  </a:cubicBezTo>
                  <a:cubicBezTo>
                    <a:pt x="1204" y="725"/>
                    <a:pt x="1210" y="723"/>
                    <a:pt x="1219" y="717"/>
                  </a:cubicBezTo>
                  <a:cubicBezTo>
                    <a:pt x="1224" y="714"/>
                    <a:pt x="1226" y="714"/>
                    <a:pt x="1227" y="708"/>
                  </a:cubicBezTo>
                  <a:cubicBezTo>
                    <a:pt x="1228" y="701"/>
                    <a:pt x="1229" y="694"/>
                    <a:pt x="1230" y="686"/>
                  </a:cubicBezTo>
                  <a:cubicBezTo>
                    <a:pt x="1232" y="678"/>
                    <a:pt x="1249" y="676"/>
                    <a:pt x="1252" y="668"/>
                  </a:cubicBezTo>
                  <a:cubicBezTo>
                    <a:pt x="1254" y="662"/>
                    <a:pt x="1255" y="654"/>
                    <a:pt x="1261" y="653"/>
                  </a:cubicBezTo>
                  <a:cubicBezTo>
                    <a:pt x="1263" y="652"/>
                    <a:pt x="1267" y="660"/>
                    <a:pt x="1271" y="659"/>
                  </a:cubicBezTo>
                  <a:cubicBezTo>
                    <a:pt x="1274" y="659"/>
                    <a:pt x="1278" y="656"/>
                    <a:pt x="1280" y="657"/>
                  </a:cubicBezTo>
                  <a:cubicBezTo>
                    <a:pt x="1281" y="658"/>
                    <a:pt x="1286" y="661"/>
                    <a:pt x="1287" y="661"/>
                  </a:cubicBezTo>
                  <a:cubicBezTo>
                    <a:pt x="1291" y="658"/>
                    <a:pt x="1296" y="655"/>
                    <a:pt x="1301" y="652"/>
                  </a:cubicBezTo>
                  <a:cubicBezTo>
                    <a:pt x="1309" y="648"/>
                    <a:pt x="1320" y="645"/>
                    <a:pt x="1330" y="643"/>
                  </a:cubicBezTo>
                  <a:cubicBezTo>
                    <a:pt x="1332" y="643"/>
                    <a:pt x="1336" y="642"/>
                    <a:pt x="1339" y="642"/>
                  </a:cubicBezTo>
                  <a:cubicBezTo>
                    <a:pt x="1341" y="643"/>
                    <a:pt x="1344" y="645"/>
                    <a:pt x="1346" y="645"/>
                  </a:cubicBezTo>
                  <a:cubicBezTo>
                    <a:pt x="1348" y="645"/>
                    <a:pt x="1351" y="642"/>
                    <a:pt x="1353" y="642"/>
                  </a:cubicBezTo>
                  <a:cubicBezTo>
                    <a:pt x="1355" y="641"/>
                    <a:pt x="1357" y="642"/>
                    <a:pt x="1359" y="642"/>
                  </a:cubicBezTo>
                  <a:cubicBezTo>
                    <a:pt x="1366" y="642"/>
                    <a:pt x="1370" y="643"/>
                    <a:pt x="1376" y="640"/>
                  </a:cubicBezTo>
                  <a:cubicBezTo>
                    <a:pt x="1380" y="637"/>
                    <a:pt x="1384" y="641"/>
                    <a:pt x="1389" y="643"/>
                  </a:cubicBezTo>
                  <a:cubicBezTo>
                    <a:pt x="1386" y="650"/>
                    <a:pt x="1385" y="651"/>
                    <a:pt x="1389" y="658"/>
                  </a:cubicBezTo>
                  <a:cubicBezTo>
                    <a:pt x="1391" y="661"/>
                    <a:pt x="1384" y="666"/>
                    <a:pt x="1381" y="669"/>
                  </a:cubicBezTo>
                  <a:cubicBezTo>
                    <a:pt x="1385" y="672"/>
                    <a:pt x="1390" y="678"/>
                    <a:pt x="1394" y="679"/>
                  </a:cubicBezTo>
                  <a:cubicBezTo>
                    <a:pt x="1402" y="682"/>
                    <a:pt x="1410" y="684"/>
                    <a:pt x="1418" y="686"/>
                  </a:cubicBezTo>
                  <a:cubicBezTo>
                    <a:pt x="1425" y="687"/>
                    <a:pt x="1423" y="694"/>
                    <a:pt x="1429" y="697"/>
                  </a:cubicBezTo>
                  <a:cubicBezTo>
                    <a:pt x="1434" y="699"/>
                    <a:pt x="1439" y="698"/>
                    <a:pt x="1444" y="702"/>
                  </a:cubicBezTo>
                  <a:cubicBezTo>
                    <a:pt x="1451" y="707"/>
                    <a:pt x="1455" y="708"/>
                    <a:pt x="1460" y="699"/>
                  </a:cubicBezTo>
                  <a:cubicBezTo>
                    <a:pt x="1461" y="697"/>
                    <a:pt x="1457" y="694"/>
                    <a:pt x="1458" y="692"/>
                  </a:cubicBezTo>
                  <a:cubicBezTo>
                    <a:pt x="1459" y="690"/>
                    <a:pt x="1461" y="685"/>
                    <a:pt x="1463" y="685"/>
                  </a:cubicBezTo>
                  <a:cubicBezTo>
                    <a:pt x="1470" y="683"/>
                    <a:pt x="1474" y="681"/>
                    <a:pt x="1482" y="684"/>
                  </a:cubicBezTo>
                  <a:cubicBezTo>
                    <a:pt x="1484" y="684"/>
                    <a:pt x="1482" y="688"/>
                    <a:pt x="1484" y="688"/>
                  </a:cubicBezTo>
                  <a:cubicBezTo>
                    <a:pt x="1488" y="689"/>
                    <a:pt x="1492" y="690"/>
                    <a:pt x="1495" y="690"/>
                  </a:cubicBezTo>
                  <a:cubicBezTo>
                    <a:pt x="1498" y="691"/>
                    <a:pt x="1498" y="692"/>
                    <a:pt x="1500" y="695"/>
                  </a:cubicBezTo>
                  <a:cubicBezTo>
                    <a:pt x="1501" y="697"/>
                    <a:pt x="1503" y="693"/>
                    <a:pt x="1505" y="694"/>
                  </a:cubicBezTo>
                  <a:cubicBezTo>
                    <a:pt x="1510" y="696"/>
                    <a:pt x="1516" y="697"/>
                    <a:pt x="1522" y="699"/>
                  </a:cubicBezTo>
                  <a:cubicBezTo>
                    <a:pt x="1528" y="701"/>
                    <a:pt x="1529" y="701"/>
                    <a:pt x="1535" y="698"/>
                  </a:cubicBezTo>
                  <a:cubicBezTo>
                    <a:pt x="1542" y="695"/>
                    <a:pt x="1543" y="694"/>
                    <a:pt x="1549" y="697"/>
                  </a:cubicBezTo>
                  <a:cubicBezTo>
                    <a:pt x="1557" y="701"/>
                    <a:pt x="1569" y="699"/>
                    <a:pt x="1573" y="689"/>
                  </a:cubicBezTo>
                  <a:cubicBezTo>
                    <a:pt x="1575" y="683"/>
                    <a:pt x="1586" y="664"/>
                    <a:pt x="1582" y="658"/>
                  </a:cubicBezTo>
                  <a:cubicBezTo>
                    <a:pt x="1579" y="654"/>
                    <a:pt x="1585" y="645"/>
                    <a:pt x="1584" y="643"/>
                  </a:cubicBezTo>
                  <a:cubicBezTo>
                    <a:pt x="1582" y="642"/>
                    <a:pt x="1580" y="644"/>
                    <a:pt x="1579" y="645"/>
                  </a:cubicBezTo>
                  <a:cubicBezTo>
                    <a:pt x="1577" y="647"/>
                    <a:pt x="1575" y="643"/>
                    <a:pt x="1573" y="644"/>
                  </a:cubicBezTo>
                  <a:cubicBezTo>
                    <a:pt x="1571" y="644"/>
                    <a:pt x="1569" y="649"/>
                    <a:pt x="1567" y="650"/>
                  </a:cubicBezTo>
                  <a:cubicBezTo>
                    <a:pt x="1565" y="651"/>
                    <a:pt x="1561" y="650"/>
                    <a:pt x="1559" y="650"/>
                  </a:cubicBezTo>
                  <a:cubicBezTo>
                    <a:pt x="1554" y="650"/>
                    <a:pt x="1552" y="645"/>
                    <a:pt x="1547" y="644"/>
                  </a:cubicBezTo>
                  <a:cubicBezTo>
                    <a:pt x="1544" y="644"/>
                    <a:pt x="1541" y="642"/>
                    <a:pt x="1540" y="645"/>
                  </a:cubicBezTo>
                  <a:cubicBezTo>
                    <a:pt x="1539" y="649"/>
                    <a:pt x="1539" y="649"/>
                    <a:pt x="1535" y="650"/>
                  </a:cubicBezTo>
                  <a:cubicBezTo>
                    <a:pt x="1531" y="651"/>
                    <a:pt x="1525" y="645"/>
                    <a:pt x="1522" y="643"/>
                  </a:cubicBezTo>
                  <a:cubicBezTo>
                    <a:pt x="1516" y="640"/>
                    <a:pt x="1506" y="624"/>
                    <a:pt x="1512" y="617"/>
                  </a:cubicBezTo>
                  <a:cubicBezTo>
                    <a:pt x="1510" y="617"/>
                    <a:pt x="1508" y="617"/>
                    <a:pt x="1506" y="617"/>
                  </a:cubicBezTo>
                  <a:cubicBezTo>
                    <a:pt x="1505" y="610"/>
                    <a:pt x="1514" y="609"/>
                    <a:pt x="1518" y="609"/>
                  </a:cubicBezTo>
                  <a:cubicBezTo>
                    <a:pt x="1525" y="608"/>
                    <a:pt x="1529" y="608"/>
                    <a:pt x="1535" y="605"/>
                  </a:cubicBezTo>
                  <a:cubicBezTo>
                    <a:pt x="1533" y="604"/>
                    <a:pt x="1531" y="603"/>
                    <a:pt x="1529" y="602"/>
                  </a:cubicBezTo>
                  <a:cubicBezTo>
                    <a:pt x="1530" y="598"/>
                    <a:pt x="1537" y="600"/>
                    <a:pt x="1541" y="600"/>
                  </a:cubicBezTo>
                  <a:cubicBezTo>
                    <a:pt x="1547" y="601"/>
                    <a:pt x="1547" y="599"/>
                    <a:pt x="1552" y="596"/>
                  </a:cubicBezTo>
                  <a:cubicBezTo>
                    <a:pt x="1555" y="594"/>
                    <a:pt x="1559" y="591"/>
                    <a:pt x="1563" y="591"/>
                  </a:cubicBezTo>
                  <a:cubicBezTo>
                    <a:pt x="1568" y="592"/>
                    <a:pt x="1572" y="593"/>
                    <a:pt x="1577" y="591"/>
                  </a:cubicBezTo>
                  <a:cubicBezTo>
                    <a:pt x="1576" y="593"/>
                    <a:pt x="1578" y="595"/>
                    <a:pt x="1580" y="596"/>
                  </a:cubicBezTo>
                  <a:cubicBezTo>
                    <a:pt x="1583" y="597"/>
                    <a:pt x="1582" y="593"/>
                    <a:pt x="1585" y="598"/>
                  </a:cubicBezTo>
                  <a:cubicBezTo>
                    <a:pt x="1586" y="599"/>
                    <a:pt x="1595" y="601"/>
                    <a:pt x="1598" y="602"/>
                  </a:cubicBezTo>
                  <a:cubicBezTo>
                    <a:pt x="1603" y="604"/>
                    <a:pt x="1606" y="601"/>
                    <a:pt x="1611" y="601"/>
                  </a:cubicBezTo>
                  <a:cubicBezTo>
                    <a:pt x="1617" y="602"/>
                    <a:pt x="1621" y="600"/>
                    <a:pt x="1625" y="597"/>
                  </a:cubicBezTo>
                  <a:cubicBezTo>
                    <a:pt x="1629" y="595"/>
                    <a:pt x="1627" y="588"/>
                    <a:pt x="1625" y="585"/>
                  </a:cubicBezTo>
                  <a:cubicBezTo>
                    <a:pt x="1621" y="581"/>
                    <a:pt x="1617" y="580"/>
                    <a:pt x="1613" y="576"/>
                  </a:cubicBezTo>
                  <a:cubicBezTo>
                    <a:pt x="1609" y="573"/>
                    <a:pt x="1606" y="568"/>
                    <a:pt x="1600" y="567"/>
                  </a:cubicBezTo>
                  <a:cubicBezTo>
                    <a:pt x="1600" y="567"/>
                    <a:pt x="1595" y="564"/>
                    <a:pt x="1595" y="564"/>
                  </a:cubicBezTo>
                  <a:cubicBezTo>
                    <a:pt x="1592" y="562"/>
                    <a:pt x="1590" y="560"/>
                    <a:pt x="1588" y="559"/>
                  </a:cubicBezTo>
                  <a:cubicBezTo>
                    <a:pt x="1589" y="558"/>
                    <a:pt x="1590" y="556"/>
                    <a:pt x="1590" y="556"/>
                  </a:cubicBezTo>
                  <a:cubicBezTo>
                    <a:pt x="1592" y="557"/>
                    <a:pt x="1594" y="557"/>
                    <a:pt x="1596" y="558"/>
                  </a:cubicBezTo>
                  <a:cubicBezTo>
                    <a:pt x="1594" y="551"/>
                    <a:pt x="1598" y="549"/>
                    <a:pt x="1603" y="549"/>
                  </a:cubicBezTo>
                  <a:cubicBezTo>
                    <a:pt x="1601" y="547"/>
                    <a:pt x="1598" y="546"/>
                    <a:pt x="1597" y="543"/>
                  </a:cubicBezTo>
                  <a:cubicBezTo>
                    <a:pt x="1599" y="543"/>
                    <a:pt x="1601" y="543"/>
                    <a:pt x="1603" y="543"/>
                  </a:cubicBezTo>
                  <a:cubicBezTo>
                    <a:pt x="1601" y="538"/>
                    <a:pt x="1607" y="542"/>
                    <a:pt x="1608" y="539"/>
                  </a:cubicBezTo>
                  <a:cubicBezTo>
                    <a:pt x="1609" y="535"/>
                    <a:pt x="1604" y="537"/>
                    <a:pt x="1603" y="537"/>
                  </a:cubicBezTo>
                  <a:cubicBezTo>
                    <a:pt x="1598" y="538"/>
                    <a:pt x="1592" y="538"/>
                    <a:pt x="1589" y="543"/>
                  </a:cubicBezTo>
                  <a:cubicBezTo>
                    <a:pt x="1589" y="542"/>
                    <a:pt x="1589" y="542"/>
                    <a:pt x="1589" y="541"/>
                  </a:cubicBezTo>
                  <a:cubicBezTo>
                    <a:pt x="1583" y="542"/>
                    <a:pt x="1581" y="543"/>
                    <a:pt x="1577" y="547"/>
                  </a:cubicBezTo>
                  <a:cubicBezTo>
                    <a:pt x="1577" y="547"/>
                    <a:pt x="1577" y="546"/>
                    <a:pt x="1578" y="545"/>
                  </a:cubicBezTo>
                  <a:cubicBezTo>
                    <a:pt x="1572" y="545"/>
                    <a:pt x="1575" y="552"/>
                    <a:pt x="1577" y="555"/>
                  </a:cubicBezTo>
                  <a:cubicBezTo>
                    <a:pt x="1580" y="558"/>
                    <a:pt x="1584" y="556"/>
                    <a:pt x="1589" y="556"/>
                  </a:cubicBezTo>
                  <a:cubicBezTo>
                    <a:pt x="1586" y="562"/>
                    <a:pt x="1582" y="558"/>
                    <a:pt x="1578" y="560"/>
                  </a:cubicBezTo>
                  <a:cubicBezTo>
                    <a:pt x="1574" y="562"/>
                    <a:pt x="1567" y="569"/>
                    <a:pt x="1563" y="565"/>
                  </a:cubicBezTo>
                  <a:cubicBezTo>
                    <a:pt x="1565" y="558"/>
                    <a:pt x="1562" y="559"/>
                    <a:pt x="1556" y="556"/>
                  </a:cubicBezTo>
                  <a:cubicBezTo>
                    <a:pt x="1559" y="555"/>
                    <a:pt x="1570" y="551"/>
                    <a:pt x="1563" y="548"/>
                  </a:cubicBezTo>
                  <a:cubicBezTo>
                    <a:pt x="1560" y="547"/>
                    <a:pt x="1557" y="548"/>
                    <a:pt x="1555" y="548"/>
                  </a:cubicBezTo>
                  <a:cubicBezTo>
                    <a:pt x="1553" y="548"/>
                    <a:pt x="1551" y="545"/>
                    <a:pt x="1549" y="544"/>
                  </a:cubicBezTo>
                  <a:cubicBezTo>
                    <a:pt x="1552" y="544"/>
                    <a:pt x="1556" y="546"/>
                    <a:pt x="1558" y="543"/>
                  </a:cubicBezTo>
                  <a:cubicBezTo>
                    <a:pt x="1555" y="544"/>
                    <a:pt x="1546" y="540"/>
                    <a:pt x="1544" y="543"/>
                  </a:cubicBezTo>
                  <a:cubicBezTo>
                    <a:pt x="1542" y="545"/>
                    <a:pt x="1535" y="550"/>
                    <a:pt x="1535" y="554"/>
                  </a:cubicBezTo>
                  <a:cubicBezTo>
                    <a:pt x="1534" y="556"/>
                    <a:pt x="1534" y="560"/>
                    <a:pt x="1533" y="562"/>
                  </a:cubicBezTo>
                  <a:cubicBezTo>
                    <a:pt x="1532" y="563"/>
                    <a:pt x="1528" y="563"/>
                    <a:pt x="1528" y="565"/>
                  </a:cubicBezTo>
                  <a:cubicBezTo>
                    <a:pt x="1526" y="571"/>
                    <a:pt x="1527" y="576"/>
                    <a:pt x="1522" y="579"/>
                  </a:cubicBezTo>
                  <a:cubicBezTo>
                    <a:pt x="1517" y="582"/>
                    <a:pt x="1518" y="588"/>
                    <a:pt x="1520" y="593"/>
                  </a:cubicBezTo>
                  <a:cubicBezTo>
                    <a:pt x="1522" y="595"/>
                    <a:pt x="1530" y="599"/>
                    <a:pt x="1529" y="600"/>
                  </a:cubicBezTo>
                  <a:cubicBezTo>
                    <a:pt x="1528" y="604"/>
                    <a:pt x="1521" y="599"/>
                    <a:pt x="1518" y="602"/>
                  </a:cubicBezTo>
                  <a:cubicBezTo>
                    <a:pt x="1514" y="605"/>
                    <a:pt x="1510" y="609"/>
                    <a:pt x="1507" y="613"/>
                  </a:cubicBezTo>
                  <a:cubicBezTo>
                    <a:pt x="1506" y="608"/>
                    <a:pt x="1508" y="608"/>
                    <a:pt x="1511" y="606"/>
                  </a:cubicBezTo>
                  <a:cubicBezTo>
                    <a:pt x="1509" y="605"/>
                    <a:pt x="1507" y="605"/>
                    <a:pt x="1504" y="604"/>
                  </a:cubicBezTo>
                  <a:cubicBezTo>
                    <a:pt x="1500" y="602"/>
                    <a:pt x="1498" y="603"/>
                    <a:pt x="1494" y="602"/>
                  </a:cubicBezTo>
                  <a:cubicBezTo>
                    <a:pt x="1492" y="602"/>
                    <a:pt x="1490" y="603"/>
                    <a:pt x="1488" y="604"/>
                  </a:cubicBezTo>
                  <a:cubicBezTo>
                    <a:pt x="1487" y="605"/>
                    <a:pt x="1489" y="608"/>
                    <a:pt x="1488" y="608"/>
                  </a:cubicBezTo>
                  <a:cubicBezTo>
                    <a:pt x="1485" y="611"/>
                    <a:pt x="1483" y="609"/>
                    <a:pt x="1480" y="607"/>
                  </a:cubicBezTo>
                  <a:cubicBezTo>
                    <a:pt x="1477" y="610"/>
                    <a:pt x="1480" y="613"/>
                    <a:pt x="1482" y="616"/>
                  </a:cubicBezTo>
                  <a:cubicBezTo>
                    <a:pt x="1485" y="621"/>
                    <a:pt x="1485" y="620"/>
                    <a:pt x="1481" y="624"/>
                  </a:cubicBezTo>
                  <a:cubicBezTo>
                    <a:pt x="1486" y="627"/>
                    <a:pt x="1491" y="629"/>
                    <a:pt x="1490" y="636"/>
                  </a:cubicBezTo>
                  <a:cubicBezTo>
                    <a:pt x="1487" y="633"/>
                    <a:pt x="1485" y="631"/>
                    <a:pt x="1482" y="634"/>
                  </a:cubicBezTo>
                  <a:cubicBezTo>
                    <a:pt x="1486" y="635"/>
                    <a:pt x="1486" y="638"/>
                    <a:pt x="1484" y="640"/>
                  </a:cubicBezTo>
                  <a:cubicBezTo>
                    <a:pt x="1481" y="642"/>
                    <a:pt x="1482" y="643"/>
                    <a:pt x="1483" y="647"/>
                  </a:cubicBezTo>
                  <a:cubicBezTo>
                    <a:pt x="1480" y="646"/>
                    <a:pt x="1478" y="647"/>
                    <a:pt x="1476" y="643"/>
                  </a:cubicBezTo>
                  <a:cubicBezTo>
                    <a:pt x="1475" y="640"/>
                    <a:pt x="1473" y="641"/>
                    <a:pt x="1471" y="643"/>
                  </a:cubicBezTo>
                  <a:cubicBezTo>
                    <a:pt x="1469" y="635"/>
                    <a:pt x="1467" y="634"/>
                    <a:pt x="1473" y="629"/>
                  </a:cubicBezTo>
                  <a:cubicBezTo>
                    <a:pt x="1467" y="629"/>
                    <a:pt x="1467" y="628"/>
                    <a:pt x="1464" y="622"/>
                  </a:cubicBezTo>
                  <a:cubicBezTo>
                    <a:pt x="1461" y="619"/>
                    <a:pt x="1460" y="614"/>
                    <a:pt x="1457" y="612"/>
                  </a:cubicBezTo>
                  <a:cubicBezTo>
                    <a:pt x="1452" y="608"/>
                    <a:pt x="1454" y="605"/>
                    <a:pt x="1455" y="598"/>
                  </a:cubicBezTo>
                  <a:cubicBezTo>
                    <a:pt x="1455" y="592"/>
                    <a:pt x="1453" y="592"/>
                    <a:pt x="1449" y="588"/>
                  </a:cubicBezTo>
                  <a:cubicBezTo>
                    <a:pt x="1443" y="584"/>
                    <a:pt x="1436" y="577"/>
                    <a:pt x="1428" y="576"/>
                  </a:cubicBezTo>
                  <a:cubicBezTo>
                    <a:pt x="1426" y="576"/>
                    <a:pt x="1422" y="570"/>
                    <a:pt x="1421" y="568"/>
                  </a:cubicBezTo>
                  <a:cubicBezTo>
                    <a:pt x="1420" y="562"/>
                    <a:pt x="1419" y="560"/>
                    <a:pt x="1415" y="557"/>
                  </a:cubicBezTo>
                  <a:cubicBezTo>
                    <a:pt x="1412" y="563"/>
                    <a:pt x="1410" y="560"/>
                    <a:pt x="1409" y="555"/>
                  </a:cubicBezTo>
                  <a:cubicBezTo>
                    <a:pt x="1408" y="551"/>
                    <a:pt x="1409" y="552"/>
                    <a:pt x="1404" y="553"/>
                  </a:cubicBezTo>
                  <a:cubicBezTo>
                    <a:pt x="1400" y="555"/>
                    <a:pt x="1397" y="555"/>
                    <a:pt x="1400" y="561"/>
                  </a:cubicBezTo>
                  <a:cubicBezTo>
                    <a:pt x="1401" y="562"/>
                    <a:pt x="1397" y="567"/>
                    <a:pt x="1401" y="569"/>
                  </a:cubicBezTo>
                  <a:cubicBezTo>
                    <a:pt x="1403" y="572"/>
                    <a:pt x="1408" y="574"/>
                    <a:pt x="1410" y="577"/>
                  </a:cubicBezTo>
                  <a:cubicBezTo>
                    <a:pt x="1412" y="580"/>
                    <a:pt x="1412" y="584"/>
                    <a:pt x="1415" y="587"/>
                  </a:cubicBezTo>
                  <a:cubicBezTo>
                    <a:pt x="1418" y="590"/>
                    <a:pt x="1420" y="592"/>
                    <a:pt x="1424" y="592"/>
                  </a:cubicBezTo>
                  <a:cubicBezTo>
                    <a:pt x="1427" y="592"/>
                    <a:pt x="1432" y="592"/>
                    <a:pt x="1427" y="596"/>
                  </a:cubicBezTo>
                  <a:cubicBezTo>
                    <a:pt x="1431" y="599"/>
                    <a:pt x="1451" y="607"/>
                    <a:pt x="1446" y="614"/>
                  </a:cubicBezTo>
                  <a:cubicBezTo>
                    <a:pt x="1444" y="613"/>
                    <a:pt x="1438" y="605"/>
                    <a:pt x="1436" y="607"/>
                  </a:cubicBezTo>
                  <a:cubicBezTo>
                    <a:pt x="1433" y="609"/>
                    <a:pt x="1433" y="610"/>
                    <a:pt x="1432" y="613"/>
                  </a:cubicBezTo>
                  <a:cubicBezTo>
                    <a:pt x="1432" y="616"/>
                    <a:pt x="1434" y="616"/>
                    <a:pt x="1436" y="617"/>
                  </a:cubicBezTo>
                  <a:cubicBezTo>
                    <a:pt x="1441" y="622"/>
                    <a:pt x="1432" y="623"/>
                    <a:pt x="1432" y="626"/>
                  </a:cubicBezTo>
                  <a:cubicBezTo>
                    <a:pt x="1433" y="630"/>
                    <a:pt x="1425" y="636"/>
                    <a:pt x="1425" y="630"/>
                  </a:cubicBezTo>
                  <a:cubicBezTo>
                    <a:pt x="1421" y="632"/>
                    <a:pt x="1420" y="637"/>
                    <a:pt x="1422" y="641"/>
                  </a:cubicBezTo>
                  <a:cubicBezTo>
                    <a:pt x="1424" y="645"/>
                    <a:pt x="1416" y="646"/>
                    <a:pt x="1415" y="643"/>
                  </a:cubicBezTo>
                  <a:cubicBezTo>
                    <a:pt x="1414" y="637"/>
                    <a:pt x="1395" y="638"/>
                    <a:pt x="1402" y="630"/>
                  </a:cubicBezTo>
                  <a:cubicBezTo>
                    <a:pt x="1403" y="631"/>
                    <a:pt x="1414" y="632"/>
                    <a:pt x="1416" y="631"/>
                  </a:cubicBezTo>
                  <a:cubicBezTo>
                    <a:pt x="1419" y="631"/>
                    <a:pt x="1423" y="631"/>
                    <a:pt x="1426" y="629"/>
                  </a:cubicBezTo>
                  <a:cubicBezTo>
                    <a:pt x="1428" y="628"/>
                    <a:pt x="1426" y="626"/>
                    <a:pt x="1429" y="624"/>
                  </a:cubicBezTo>
                  <a:cubicBezTo>
                    <a:pt x="1430" y="624"/>
                    <a:pt x="1426" y="612"/>
                    <a:pt x="1425" y="612"/>
                  </a:cubicBezTo>
                  <a:cubicBezTo>
                    <a:pt x="1423" y="611"/>
                    <a:pt x="1419" y="611"/>
                    <a:pt x="1420" y="609"/>
                  </a:cubicBezTo>
                  <a:cubicBezTo>
                    <a:pt x="1420" y="606"/>
                    <a:pt x="1417" y="605"/>
                    <a:pt x="1415" y="606"/>
                  </a:cubicBezTo>
                  <a:cubicBezTo>
                    <a:pt x="1415" y="603"/>
                    <a:pt x="1410" y="599"/>
                    <a:pt x="1408" y="599"/>
                  </a:cubicBezTo>
                  <a:cubicBezTo>
                    <a:pt x="1404" y="600"/>
                    <a:pt x="1401" y="596"/>
                    <a:pt x="1398" y="593"/>
                  </a:cubicBezTo>
                  <a:cubicBezTo>
                    <a:pt x="1393" y="588"/>
                    <a:pt x="1386" y="585"/>
                    <a:pt x="1385" y="579"/>
                  </a:cubicBezTo>
                  <a:cubicBezTo>
                    <a:pt x="1383" y="572"/>
                    <a:pt x="1383" y="572"/>
                    <a:pt x="1378" y="569"/>
                  </a:cubicBezTo>
                  <a:cubicBezTo>
                    <a:pt x="1375" y="567"/>
                    <a:pt x="1371" y="566"/>
                    <a:pt x="1369" y="569"/>
                  </a:cubicBezTo>
                  <a:cubicBezTo>
                    <a:pt x="1368" y="570"/>
                    <a:pt x="1353" y="581"/>
                    <a:pt x="1351" y="581"/>
                  </a:cubicBezTo>
                  <a:cubicBezTo>
                    <a:pt x="1346" y="579"/>
                    <a:pt x="1341" y="578"/>
                    <a:pt x="1336" y="576"/>
                  </a:cubicBezTo>
                  <a:cubicBezTo>
                    <a:pt x="1334" y="575"/>
                    <a:pt x="1330" y="580"/>
                    <a:pt x="1328" y="582"/>
                  </a:cubicBezTo>
                  <a:cubicBezTo>
                    <a:pt x="1327" y="583"/>
                    <a:pt x="1330" y="591"/>
                    <a:pt x="1328" y="593"/>
                  </a:cubicBezTo>
                  <a:cubicBezTo>
                    <a:pt x="1326" y="596"/>
                    <a:pt x="1319" y="598"/>
                    <a:pt x="1317" y="599"/>
                  </a:cubicBezTo>
                  <a:cubicBezTo>
                    <a:pt x="1309" y="603"/>
                    <a:pt x="1306" y="610"/>
                    <a:pt x="1301" y="618"/>
                  </a:cubicBezTo>
                  <a:cubicBezTo>
                    <a:pt x="1300" y="620"/>
                    <a:pt x="1306" y="623"/>
                    <a:pt x="1303" y="627"/>
                  </a:cubicBezTo>
                  <a:cubicBezTo>
                    <a:pt x="1301" y="629"/>
                    <a:pt x="1296" y="633"/>
                    <a:pt x="1298" y="636"/>
                  </a:cubicBezTo>
                  <a:cubicBezTo>
                    <a:pt x="1296" y="636"/>
                    <a:pt x="1292" y="637"/>
                    <a:pt x="1291" y="638"/>
                  </a:cubicBezTo>
                  <a:cubicBezTo>
                    <a:pt x="1290" y="640"/>
                    <a:pt x="1288" y="644"/>
                    <a:pt x="1287" y="644"/>
                  </a:cubicBezTo>
                  <a:cubicBezTo>
                    <a:pt x="1281" y="645"/>
                    <a:pt x="1276" y="645"/>
                    <a:pt x="1271" y="644"/>
                  </a:cubicBezTo>
                  <a:cubicBezTo>
                    <a:pt x="1267" y="644"/>
                    <a:pt x="1264" y="650"/>
                    <a:pt x="1261" y="651"/>
                  </a:cubicBezTo>
                  <a:cubicBezTo>
                    <a:pt x="1257" y="652"/>
                    <a:pt x="1251" y="645"/>
                    <a:pt x="1255" y="642"/>
                  </a:cubicBezTo>
                  <a:cubicBezTo>
                    <a:pt x="1252" y="644"/>
                    <a:pt x="1250" y="637"/>
                    <a:pt x="1245" y="640"/>
                  </a:cubicBezTo>
                  <a:cubicBezTo>
                    <a:pt x="1241" y="642"/>
                    <a:pt x="1238" y="639"/>
                    <a:pt x="1234" y="642"/>
                  </a:cubicBezTo>
                  <a:cubicBezTo>
                    <a:pt x="1235" y="639"/>
                    <a:pt x="1236" y="636"/>
                    <a:pt x="1235" y="633"/>
                  </a:cubicBezTo>
                  <a:cubicBezTo>
                    <a:pt x="1235" y="631"/>
                    <a:pt x="1235" y="629"/>
                    <a:pt x="1235" y="628"/>
                  </a:cubicBezTo>
                  <a:cubicBezTo>
                    <a:pt x="1235" y="626"/>
                    <a:pt x="1233" y="628"/>
                    <a:pt x="1232" y="627"/>
                  </a:cubicBezTo>
                  <a:cubicBezTo>
                    <a:pt x="1229" y="623"/>
                    <a:pt x="1232" y="621"/>
                    <a:pt x="1233" y="616"/>
                  </a:cubicBezTo>
                  <a:cubicBezTo>
                    <a:pt x="1234" y="611"/>
                    <a:pt x="1238" y="603"/>
                    <a:pt x="1236" y="599"/>
                  </a:cubicBezTo>
                  <a:cubicBezTo>
                    <a:pt x="1234" y="594"/>
                    <a:pt x="1235" y="589"/>
                    <a:pt x="1236" y="584"/>
                  </a:cubicBezTo>
                  <a:cubicBezTo>
                    <a:pt x="1233" y="587"/>
                    <a:pt x="1231" y="582"/>
                    <a:pt x="1232" y="580"/>
                  </a:cubicBezTo>
                  <a:cubicBezTo>
                    <a:pt x="1233" y="577"/>
                    <a:pt x="1238" y="577"/>
                    <a:pt x="1240" y="577"/>
                  </a:cubicBezTo>
                  <a:cubicBezTo>
                    <a:pt x="1240" y="576"/>
                    <a:pt x="1240" y="576"/>
                    <a:pt x="1239" y="575"/>
                  </a:cubicBezTo>
                  <a:cubicBezTo>
                    <a:pt x="1244" y="571"/>
                    <a:pt x="1246" y="577"/>
                    <a:pt x="1250" y="576"/>
                  </a:cubicBezTo>
                  <a:cubicBezTo>
                    <a:pt x="1256" y="574"/>
                    <a:pt x="1259" y="574"/>
                    <a:pt x="1264" y="576"/>
                  </a:cubicBezTo>
                  <a:cubicBezTo>
                    <a:pt x="1269" y="577"/>
                    <a:pt x="1273" y="575"/>
                    <a:pt x="1277" y="576"/>
                  </a:cubicBezTo>
                  <a:cubicBezTo>
                    <a:pt x="1280" y="577"/>
                    <a:pt x="1285" y="578"/>
                    <a:pt x="1288" y="578"/>
                  </a:cubicBezTo>
                  <a:cubicBezTo>
                    <a:pt x="1296" y="576"/>
                    <a:pt x="1295" y="560"/>
                    <a:pt x="1295" y="554"/>
                  </a:cubicBezTo>
                  <a:cubicBezTo>
                    <a:pt x="1295" y="548"/>
                    <a:pt x="1296" y="546"/>
                    <a:pt x="1290" y="544"/>
                  </a:cubicBezTo>
                  <a:cubicBezTo>
                    <a:pt x="1287" y="543"/>
                    <a:pt x="1286" y="537"/>
                    <a:pt x="1287" y="536"/>
                  </a:cubicBezTo>
                  <a:cubicBezTo>
                    <a:pt x="1284" y="536"/>
                    <a:pt x="1285" y="534"/>
                    <a:pt x="1284" y="534"/>
                  </a:cubicBezTo>
                  <a:cubicBezTo>
                    <a:pt x="1283" y="533"/>
                    <a:pt x="1279" y="533"/>
                    <a:pt x="1279" y="533"/>
                  </a:cubicBezTo>
                  <a:cubicBezTo>
                    <a:pt x="1276" y="531"/>
                    <a:pt x="1275" y="529"/>
                    <a:pt x="1272" y="530"/>
                  </a:cubicBezTo>
                  <a:cubicBezTo>
                    <a:pt x="1270" y="530"/>
                    <a:pt x="1269" y="530"/>
                    <a:pt x="1267" y="527"/>
                  </a:cubicBezTo>
                  <a:cubicBezTo>
                    <a:pt x="1268" y="527"/>
                    <a:pt x="1269" y="527"/>
                    <a:pt x="1270" y="526"/>
                  </a:cubicBezTo>
                  <a:cubicBezTo>
                    <a:pt x="1268" y="525"/>
                    <a:pt x="1267" y="524"/>
                    <a:pt x="1267" y="522"/>
                  </a:cubicBezTo>
                  <a:cubicBezTo>
                    <a:pt x="1270" y="521"/>
                    <a:pt x="1274" y="522"/>
                    <a:pt x="1277" y="520"/>
                  </a:cubicBezTo>
                  <a:cubicBezTo>
                    <a:pt x="1283" y="516"/>
                    <a:pt x="1279" y="523"/>
                    <a:pt x="1283" y="522"/>
                  </a:cubicBezTo>
                  <a:cubicBezTo>
                    <a:pt x="1285" y="522"/>
                    <a:pt x="1292" y="521"/>
                    <a:pt x="1292" y="519"/>
                  </a:cubicBezTo>
                  <a:cubicBezTo>
                    <a:pt x="1291" y="515"/>
                    <a:pt x="1290" y="512"/>
                    <a:pt x="1289" y="509"/>
                  </a:cubicBezTo>
                  <a:cubicBezTo>
                    <a:pt x="1290" y="509"/>
                    <a:pt x="1293" y="509"/>
                    <a:pt x="1294" y="511"/>
                  </a:cubicBezTo>
                  <a:cubicBezTo>
                    <a:pt x="1295" y="513"/>
                    <a:pt x="1294" y="513"/>
                    <a:pt x="1297" y="513"/>
                  </a:cubicBezTo>
                  <a:cubicBezTo>
                    <a:pt x="1301" y="514"/>
                    <a:pt x="1303" y="514"/>
                    <a:pt x="1307" y="512"/>
                  </a:cubicBezTo>
                  <a:cubicBezTo>
                    <a:pt x="1306" y="512"/>
                    <a:pt x="1305" y="511"/>
                    <a:pt x="1304" y="511"/>
                  </a:cubicBezTo>
                  <a:cubicBezTo>
                    <a:pt x="1307" y="508"/>
                    <a:pt x="1311" y="507"/>
                    <a:pt x="1314" y="505"/>
                  </a:cubicBezTo>
                  <a:cubicBezTo>
                    <a:pt x="1319" y="503"/>
                    <a:pt x="1314" y="500"/>
                    <a:pt x="1316" y="496"/>
                  </a:cubicBezTo>
                  <a:cubicBezTo>
                    <a:pt x="1317" y="495"/>
                    <a:pt x="1324" y="493"/>
                    <a:pt x="1326" y="492"/>
                  </a:cubicBezTo>
                  <a:cubicBezTo>
                    <a:pt x="1330" y="490"/>
                    <a:pt x="1332" y="490"/>
                    <a:pt x="1336" y="491"/>
                  </a:cubicBezTo>
                  <a:cubicBezTo>
                    <a:pt x="1335" y="490"/>
                    <a:pt x="1331" y="490"/>
                    <a:pt x="1331" y="488"/>
                  </a:cubicBezTo>
                  <a:cubicBezTo>
                    <a:pt x="1331" y="488"/>
                    <a:pt x="1335" y="487"/>
                    <a:pt x="1335" y="487"/>
                  </a:cubicBezTo>
                  <a:cubicBezTo>
                    <a:pt x="1336" y="486"/>
                    <a:pt x="1335" y="485"/>
                    <a:pt x="1336" y="484"/>
                  </a:cubicBezTo>
                  <a:cubicBezTo>
                    <a:pt x="1338" y="480"/>
                    <a:pt x="1339" y="478"/>
                    <a:pt x="1340" y="474"/>
                  </a:cubicBezTo>
                  <a:cubicBezTo>
                    <a:pt x="1340" y="472"/>
                    <a:pt x="1343" y="473"/>
                    <a:pt x="1345" y="471"/>
                  </a:cubicBezTo>
                  <a:cubicBezTo>
                    <a:pt x="1349" y="466"/>
                    <a:pt x="1353" y="469"/>
                    <a:pt x="1358" y="468"/>
                  </a:cubicBezTo>
                  <a:cubicBezTo>
                    <a:pt x="1359" y="467"/>
                    <a:pt x="1358" y="465"/>
                    <a:pt x="1359" y="465"/>
                  </a:cubicBezTo>
                  <a:cubicBezTo>
                    <a:pt x="1361" y="465"/>
                    <a:pt x="1362" y="464"/>
                    <a:pt x="1363" y="464"/>
                  </a:cubicBezTo>
                  <a:cubicBezTo>
                    <a:pt x="1365" y="464"/>
                    <a:pt x="1368" y="465"/>
                    <a:pt x="1370" y="465"/>
                  </a:cubicBezTo>
                  <a:cubicBezTo>
                    <a:pt x="1369" y="461"/>
                    <a:pt x="1372" y="462"/>
                    <a:pt x="1375" y="462"/>
                  </a:cubicBezTo>
                  <a:cubicBezTo>
                    <a:pt x="1374" y="461"/>
                    <a:pt x="1369" y="457"/>
                    <a:pt x="1371" y="456"/>
                  </a:cubicBezTo>
                  <a:cubicBezTo>
                    <a:pt x="1375" y="453"/>
                    <a:pt x="1372" y="453"/>
                    <a:pt x="1371" y="450"/>
                  </a:cubicBezTo>
                  <a:cubicBezTo>
                    <a:pt x="1370" y="446"/>
                    <a:pt x="1372" y="444"/>
                    <a:pt x="1369" y="442"/>
                  </a:cubicBezTo>
                  <a:cubicBezTo>
                    <a:pt x="1366" y="440"/>
                    <a:pt x="1367" y="438"/>
                    <a:pt x="1367" y="435"/>
                  </a:cubicBezTo>
                  <a:cubicBezTo>
                    <a:pt x="1366" y="429"/>
                    <a:pt x="1368" y="423"/>
                    <a:pt x="1374" y="423"/>
                  </a:cubicBezTo>
                  <a:cubicBezTo>
                    <a:pt x="1378" y="422"/>
                    <a:pt x="1382" y="418"/>
                    <a:pt x="1386" y="415"/>
                  </a:cubicBezTo>
                  <a:cubicBezTo>
                    <a:pt x="1383" y="420"/>
                    <a:pt x="1382" y="429"/>
                    <a:pt x="1388" y="431"/>
                  </a:cubicBezTo>
                  <a:cubicBezTo>
                    <a:pt x="1384" y="437"/>
                    <a:pt x="1377" y="439"/>
                    <a:pt x="1378" y="447"/>
                  </a:cubicBezTo>
                  <a:cubicBezTo>
                    <a:pt x="1379" y="453"/>
                    <a:pt x="1385" y="458"/>
                    <a:pt x="1391" y="456"/>
                  </a:cubicBezTo>
                  <a:cubicBezTo>
                    <a:pt x="1390" y="457"/>
                    <a:pt x="1389" y="459"/>
                    <a:pt x="1388" y="461"/>
                  </a:cubicBezTo>
                  <a:cubicBezTo>
                    <a:pt x="1394" y="464"/>
                    <a:pt x="1398" y="456"/>
                    <a:pt x="1403" y="456"/>
                  </a:cubicBezTo>
                  <a:cubicBezTo>
                    <a:pt x="1405" y="455"/>
                    <a:pt x="1409" y="458"/>
                    <a:pt x="1410" y="460"/>
                  </a:cubicBezTo>
                  <a:cubicBezTo>
                    <a:pt x="1411" y="463"/>
                    <a:pt x="1414" y="464"/>
                    <a:pt x="1417" y="465"/>
                  </a:cubicBezTo>
                  <a:cubicBezTo>
                    <a:pt x="1417" y="465"/>
                    <a:pt x="1417" y="463"/>
                    <a:pt x="1417" y="462"/>
                  </a:cubicBezTo>
                  <a:cubicBezTo>
                    <a:pt x="1416" y="462"/>
                    <a:pt x="1414" y="462"/>
                    <a:pt x="1412" y="462"/>
                  </a:cubicBezTo>
                  <a:cubicBezTo>
                    <a:pt x="1416" y="460"/>
                    <a:pt x="1428" y="460"/>
                    <a:pt x="1430" y="457"/>
                  </a:cubicBezTo>
                  <a:cubicBezTo>
                    <a:pt x="1434" y="451"/>
                    <a:pt x="1445" y="448"/>
                    <a:pt x="1450" y="453"/>
                  </a:cubicBezTo>
                  <a:cubicBezTo>
                    <a:pt x="1449" y="452"/>
                    <a:pt x="1448" y="452"/>
                    <a:pt x="1447" y="451"/>
                  </a:cubicBezTo>
                  <a:cubicBezTo>
                    <a:pt x="1447" y="456"/>
                    <a:pt x="1454" y="457"/>
                    <a:pt x="1456" y="454"/>
                  </a:cubicBezTo>
                  <a:cubicBezTo>
                    <a:pt x="1457" y="453"/>
                    <a:pt x="1458" y="450"/>
                    <a:pt x="1459" y="449"/>
                  </a:cubicBezTo>
                  <a:cubicBezTo>
                    <a:pt x="1459" y="449"/>
                    <a:pt x="1461" y="449"/>
                    <a:pt x="1461" y="448"/>
                  </a:cubicBezTo>
                  <a:cubicBezTo>
                    <a:pt x="1463" y="447"/>
                    <a:pt x="1465" y="446"/>
                    <a:pt x="1467" y="444"/>
                  </a:cubicBezTo>
                  <a:cubicBezTo>
                    <a:pt x="1466" y="446"/>
                    <a:pt x="1465" y="447"/>
                    <a:pt x="1463" y="449"/>
                  </a:cubicBezTo>
                  <a:cubicBezTo>
                    <a:pt x="1472" y="453"/>
                    <a:pt x="1467" y="437"/>
                    <a:pt x="1466" y="433"/>
                  </a:cubicBezTo>
                  <a:cubicBezTo>
                    <a:pt x="1466" y="430"/>
                    <a:pt x="1467" y="427"/>
                    <a:pt x="1469" y="425"/>
                  </a:cubicBezTo>
                  <a:cubicBezTo>
                    <a:pt x="1471" y="423"/>
                    <a:pt x="1469" y="419"/>
                    <a:pt x="1472" y="417"/>
                  </a:cubicBezTo>
                  <a:cubicBezTo>
                    <a:pt x="1480" y="411"/>
                    <a:pt x="1482" y="424"/>
                    <a:pt x="1488" y="424"/>
                  </a:cubicBezTo>
                  <a:cubicBezTo>
                    <a:pt x="1491" y="425"/>
                    <a:pt x="1493" y="420"/>
                    <a:pt x="1493" y="417"/>
                  </a:cubicBezTo>
                  <a:cubicBezTo>
                    <a:pt x="1492" y="415"/>
                    <a:pt x="1494" y="408"/>
                    <a:pt x="1494" y="408"/>
                  </a:cubicBezTo>
                  <a:cubicBezTo>
                    <a:pt x="1493" y="407"/>
                    <a:pt x="1491" y="409"/>
                    <a:pt x="1490" y="409"/>
                  </a:cubicBezTo>
                  <a:cubicBezTo>
                    <a:pt x="1489" y="408"/>
                    <a:pt x="1488" y="406"/>
                    <a:pt x="1487" y="405"/>
                  </a:cubicBezTo>
                  <a:cubicBezTo>
                    <a:pt x="1486" y="404"/>
                    <a:pt x="1485" y="398"/>
                    <a:pt x="1485" y="397"/>
                  </a:cubicBezTo>
                  <a:cubicBezTo>
                    <a:pt x="1491" y="395"/>
                    <a:pt x="1497" y="391"/>
                    <a:pt x="1503" y="392"/>
                  </a:cubicBezTo>
                  <a:cubicBezTo>
                    <a:pt x="1508" y="393"/>
                    <a:pt x="1512" y="393"/>
                    <a:pt x="1517" y="394"/>
                  </a:cubicBezTo>
                  <a:cubicBezTo>
                    <a:pt x="1523" y="395"/>
                    <a:pt x="1518" y="392"/>
                    <a:pt x="1521" y="390"/>
                  </a:cubicBezTo>
                  <a:cubicBezTo>
                    <a:pt x="1524" y="389"/>
                    <a:pt x="1527" y="389"/>
                    <a:pt x="1530" y="388"/>
                  </a:cubicBezTo>
                  <a:cubicBezTo>
                    <a:pt x="1532" y="387"/>
                    <a:pt x="1536" y="388"/>
                    <a:pt x="1538" y="389"/>
                  </a:cubicBezTo>
                  <a:cubicBezTo>
                    <a:pt x="1537" y="384"/>
                    <a:pt x="1529" y="383"/>
                    <a:pt x="1525" y="382"/>
                  </a:cubicBezTo>
                  <a:cubicBezTo>
                    <a:pt x="1526" y="381"/>
                    <a:pt x="1526" y="379"/>
                    <a:pt x="1527" y="378"/>
                  </a:cubicBezTo>
                  <a:cubicBezTo>
                    <a:pt x="1514" y="381"/>
                    <a:pt x="1501" y="384"/>
                    <a:pt x="1489" y="386"/>
                  </a:cubicBezTo>
                  <a:cubicBezTo>
                    <a:pt x="1487" y="386"/>
                    <a:pt x="1482" y="388"/>
                    <a:pt x="1481" y="387"/>
                  </a:cubicBezTo>
                  <a:cubicBezTo>
                    <a:pt x="1479" y="383"/>
                    <a:pt x="1478" y="382"/>
                    <a:pt x="1474" y="380"/>
                  </a:cubicBezTo>
                  <a:cubicBezTo>
                    <a:pt x="1469" y="378"/>
                    <a:pt x="1470" y="379"/>
                    <a:pt x="1470" y="373"/>
                  </a:cubicBezTo>
                  <a:cubicBezTo>
                    <a:pt x="1471" y="369"/>
                    <a:pt x="1471" y="367"/>
                    <a:pt x="1470" y="364"/>
                  </a:cubicBezTo>
                  <a:cubicBezTo>
                    <a:pt x="1470" y="361"/>
                    <a:pt x="1467" y="355"/>
                    <a:pt x="1467" y="352"/>
                  </a:cubicBezTo>
                  <a:cubicBezTo>
                    <a:pt x="1468" y="350"/>
                    <a:pt x="1473" y="346"/>
                    <a:pt x="1475" y="344"/>
                  </a:cubicBezTo>
                  <a:cubicBezTo>
                    <a:pt x="1479" y="339"/>
                    <a:pt x="1484" y="336"/>
                    <a:pt x="1488" y="332"/>
                  </a:cubicBezTo>
                  <a:cubicBezTo>
                    <a:pt x="1490" y="329"/>
                    <a:pt x="1493" y="323"/>
                    <a:pt x="1496" y="322"/>
                  </a:cubicBezTo>
                  <a:cubicBezTo>
                    <a:pt x="1498" y="321"/>
                    <a:pt x="1502" y="323"/>
                    <a:pt x="1501" y="318"/>
                  </a:cubicBezTo>
                  <a:cubicBezTo>
                    <a:pt x="1499" y="312"/>
                    <a:pt x="1494" y="309"/>
                    <a:pt x="1488" y="309"/>
                  </a:cubicBezTo>
                  <a:cubicBezTo>
                    <a:pt x="1479" y="309"/>
                    <a:pt x="1479" y="308"/>
                    <a:pt x="1472" y="315"/>
                  </a:cubicBezTo>
                  <a:cubicBezTo>
                    <a:pt x="1469" y="319"/>
                    <a:pt x="1467" y="323"/>
                    <a:pt x="1470" y="328"/>
                  </a:cubicBezTo>
                  <a:cubicBezTo>
                    <a:pt x="1473" y="333"/>
                    <a:pt x="1449" y="345"/>
                    <a:pt x="1447" y="348"/>
                  </a:cubicBezTo>
                  <a:cubicBezTo>
                    <a:pt x="1441" y="355"/>
                    <a:pt x="1431" y="367"/>
                    <a:pt x="1438" y="378"/>
                  </a:cubicBezTo>
                  <a:cubicBezTo>
                    <a:pt x="1440" y="383"/>
                    <a:pt x="1448" y="382"/>
                    <a:pt x="1451" y="388"/>
                  </a:cubicBezTo>
                  <a:cubicBezTo>
                    <a:pt x="1452" y="392"/>
                    <a:pt x="1446" y="395"/>
                    <a:pt x="1443" y="397"/>
                  </a:cubicBezTo>
                  <a:cubicBezTo>
                    <a:pt x="1438" y="401"/>
                    <a:pt x="1435" y="403"/>
                    <a:pt x="1434" y="410"/>
                  </a:cubicBezTo>
                  <a:cubicBezTo>
                    <a:pt x="1433" y="415"/>
                    <a:pt x="1433" y="423"/>
                    <a:pt x="1431" y="428"/>
                  </a:cubicBezTo>
                  <a:cubicBezTo>
                    <a:pt x="1428" y="435"/>
                    <a:pt x="1423" y="435"/>
                    <a:pt x="1417" y="436"/>
                  </a:cubicBezTo>
                  <a:cubicBezTo>
                    <a:pt x="1415" y="436"/>
                    <a:pt x="1415" y="439"/>
                    <a:pt x="1414" y="441"/>
                  </a:cubicBezTo>
                  <a:cubicBezTo>
                    <a:pt x="1414" y="444"/>
                    <a:pt x="1412" y="443"/>
                    <a:pt x="1409" y="444"/>
                  </a:cubicBezTo>
                  <a:cubicBezTo>
                    <a:pt x="1405" y="444"/>
                    <a:pt x="1405" y="445"/>
                    <a:pt x="1404" y="440"/>
                  </a:cubicBezTo>
                  <a:cubicBezTo>
                    <a:pt x="1404" y="438"/>
                    <a:pt x="1402" y="434"/>
                    <a:pt x="1403" y="432"/>
                  </a:cubicBezTo>
                  <a:cubicBezTo>
                    <a:pt x="1405" y="427"/>
                    <a:pt x="1398" y="422"/>
                    <a:pt x="1396" y="418"/>
                  </a:cubicBezTo>
                  <a:cubicBezTo>
                    <a:pt x="1394" y="416"/>
                    <a:pt x="1395" y="413"/>
                    <a:pt x="1394" y="412"/>
                  </a:cubicBezTo>
                  <a:cubicBezTo>
                    <a:pt x="1393" y="409"/>
                    <a:pt x="1391" y="407"/>
                    <a:pt x="1391" y="404"/>
                  </a:cubicBezTo>
                  <a:cubicBezTo>
                    <a:pt x="1390" y="402"/>
                    <a:pt x="1392" y="398"/>
                    <a:pt x="1390" y="397"/>
                  </a:cubicBezTo>
                  <a:cubicBezTo>
                    <a:pt x="1387" y="396"/>
                    <a:pt x="1387" y="392"/>
                    <a:pt x="1386" y="390"/>
                  </a:cubicBezTo>
                  <a:cubicBezTo>
                    <a:pt x="1384" y="396"/>
                    <a:pt x="1383" y="397"/>
                    <a:pt x="1378" y="401"/>
                  </a:cubicBezTo>
                  <a:cubicBezTo>
                    <a:pt x="1375" y="403"/>
                    <a:pt x="1372" y="407"/>
                    <a:pt x="1368" y="409"/>
                  </a:cubicBezTo>
                  <a:cubicBezTo>
                    <a:pt x="1363" y="413"/>
                    <a:pt x="1348" y="411"/>
                    <a:pt x="1348" y="402"/>
                  </a:cubicBezTo>
                  <a:cubicBezTo>
                    <a:pt x="1348" y="392"/>
                    <a:pt x="1343" y="381"/>
                    <a:pt x="1344" y="371"/>
                  </a:cubicBezTo>
                  <a:cubicBezTo>
                    <a:pt x="1344" y="361"/>
                    <a:pt x="1345" y="361"/>
                    <a:pt x="1352" y="356"/>
                  </a:cubicBezTo>
                  <a:cubicBezTo>
                    <a:pt x="1355" y="353"/>
                    <a:pt x="1359" y="351"/>
                    <a:pt x="1364" y="349"/>
                  </a:cubicBezTo>
                  <a:cubicBezTo>
                    <a:pt x="1369" y="346"/>
                    <a:pt x="1373" y="344"/>
                    <a:pt x="1377" y="340"/>
                  </a:cubicBezTo>
                  <a:cubicBezTo>
                    <a:pt x="1381" y="336"/>
                    <a:pt x="1384" y="332"/>
                    <a:pt x="1388" y="329"/>
                  </a:cubicBezTo>
                  <a:cubicBezTo>
                    <a:pt x="1396" y="321"/>
                    <a:pt x="1400" y="311"/>
                    <a:pt x="1406" y="301"/>
                  </a:cubicBezTo>
                  <a:cubicBezTo>
                    <a:pt x="1412" y="292"/>
                    <a:pt x="1420" y="285"/>
                    <a:pt x="1427" y="276"/>
                  </a:cubicBezTo>
                  <a:cubicBezTo>
                    <a:pt x="1435" y="268"/>
                    <a:pt x="1441" y="259"/>
                    <a:pt x="1451" y="255"/>
                  </a:cubicBezTo>
                  <a:cubicBezTo>
                    <a:pt x="1461" y="250"/>
                    <a:pt x="1472" y="246"/>
                    <a:pt x="1483" y="243"/>
                  </a:cubicBezTo>
                  <a:cubicBezTo>
                    <a:pt x="1487" y="242"/>
                    <a:pt x="1490" y="235"/>
                    <a:pt x="1493" y="233"/>
                  </a:cubicBezTo>
                  <a:cubicBezTo>
                    <a:pt x="1497" y="230"/>
                    <a:pt x="1503" y="230"/>
                    <a:pt x="1507" y="230"/>
                  </a:cubicBezTo>
                  <a:cubicBezTo>
                    <a:pt x="1502" y="236"/>
                    <a:pt x="1499" y="239"/>
                    <a:pt x="1497" y="246"/>
                  </a:cubicBezTo>
                  <a:cubicBezTo>
                    <a:pt x="1502" y="245"/>
                    <a:pt x="1506" y="237"/>
                    <a:pt x="1509" y="233"/>
                  </a:cubicBezTo>
                  <a:cubicBezTo>
                    <a:pt x="1510" y="236"/>
                    <a:pt x="1510" y="238"/>
                    <a:pt x="1511" y="241"/>
                  </a:cubicBezTo>
                  <a:cubicBezTo>
                    <a:pt x="1513" y="238"/>
                    <a:pt x="1515" y="235"/>
                    <a:pt x="1517" y="232"/>
                  </a:cubicBezTo>
                  <a:cubicBezTo>
                    <a:pt x="1518" y="231"/>
                    <a:pt x="1524" y="232"/>
                    <a:pt x="1526" y="232"/>
                  </a:cubicBezTo>
                  <a:cubicBezTo>
                    <a:pt x="1524" y="234"/>
                    <a:pt x="1523" y="237"/>
                    <a:pt x="1521" y="239"/>
                  </a:cubicBezTo>
                  <a:cubicBezTo>
                    <a:pt x="1527" y="243"/>
                    <a:pt x="1524" y="233"/>
                    <a:pt x="1529" y="234"/>
                  </a:cubicBezTo>
                  <a:cubicBezTo>
                    <a:pt x="1534" y="236"/>
                    <a:pt x="1539" y="238"/>
                    <a:pt x="1544" y="240"/>
                  </a:cubicBezTo>
                  <a:cubicBezTo>
                    <a:pt x="1548" y="242"/>
                    <a:pt x="1540" y="246"/>
                    <a:pt x="1538" y="246"/>
                  </a:cubicBezTo>
                  <a:cubicBezTo>
                    <a:pt x="1535" y="247"/>
                    <a:pt x="1530" y="245"/>
                    <a:pt x="1526" y="245"/>
                  </a:cubicBezTo>
                  <a:cubicBezTo>
                    <a:pt x="1528" y="249"/>
                    <a:pt x="1532" y="247"/>
                    <a:pt x="1534" y="251"/>
                  </a:cubicBezTo>
                  <a:cubicBezTo>
                    <a:pt x="1534" y="252"/>
                    <a:pt x="1539" y="251"/>
                    <a:pt x="1541" y="251"/>
                  </a:cubicBezTo>
                  <a:cubicBezTo>
                    <a:pt x="1545" y="251"/>
                    <a:pt x="1549" y="253"/>
                    <a:pt x="1552" y="249"/>
                  </a:cubicBezTo>
                  <a:cubicBezTo>
                    <a:pt x="1553" y="247"/>
                    <a:pt x="1558" y="251"/>
                    <a:pt x="1560" y="252"/>
                  </a:cubicBezTo>
                  <a:cubicBezTo>
                    <a:pt x="1559" y="256"/>
                    <a:pt x="1556" y="254"/>
                    <a:pt x="1553" y="253"/>
                  </a:cubicBezTo>
                  <a:cubicBezTo>
                    <a:pt x="1551" y="261"/>
                    <a:pt x="1566" y="258"/>
                    <a:pt x="1569" y="258"/>
                  </a:cubicBezTo>
                  <a:cubicBezTo>
                    <a:pt x="1577" y="258"/>
                    <a:pt x="1581" y="260"/>
                    <a:pt x="1588" y="265"/>
                  </a:cubicBezTo>
                  <a:cubicBezTo>
                    <a:pt x="1595" y="268"/>
                    <a:pt x="1601" y="272"/>
                    <a:pt x="1608" y="274"/>
                  </a:cubicBezTo>
                  <a:cubicBezTo>
                    <a:pt x="1613" y="276"/>
                    <a:pt x="1620" y="279"/>
                    <a:pt x="1623" y="285"/>
                  </a:cubicBezTo>
                  <a:cubicBezTo>
                    <a:pt x="1625" y="292"/>
                    <a:pt x="1624" y="291"/>
                    <a:pt x="1621" y="297"/>
                  </a:cubicBezTo>
                  <a:cubicBezTo>
                    <a:pt x="1619" y="300"/>
                    <a:pt x="1618" y="302"/>
                    <a:pt x="1615" y="303"/>
                  </a:cubicBezTo>
                  <a:cubicBezTo>
                    <a:pt x="1607" y="306"/>
                    <a:pt x="1604" y="306"/>
                    <a:pt x="1596" y="304"/>
                  </a:cubicBezTo>
                  <a:cubicBezTo>
                    <a:pt x="1582" y="301"/>
                    <a:pt x="1570" y="298"/>
                    <a:pt x="1557" y="291"/>
                  </a:cubicBezTo>
                  <a:cubicBezTo>
                    <a:pt x="1561" y="295"/>
                    <a:pt x="1572" y="302"/>
                    <a:pt x="1572" y="308"/>
                  </a:cubicBezTo>
                  <a:cubicBezTo>
                    <a:pt x="1572" y="314"/>
                    <a:pt x="1571" y="326"/>
                    <a:pt x="1576" y="329"/>
                  </a:cubicBezTo>
                  <a:cubicBezTo>
                    <a:pt x="1582" y="331"/>
                    <a:pt x="1590" y="338"/>
                    <a:pt x="1596" y="336"/>
                  </a:cubicBezTo>
                  <a:cubicBezTo>
                    <a:pt x="1600" y="334"/>
                    <a:pt x="1598" y="329"/>
                    <a:pt x="1594" y="329"/>
                  </a:cubicBezTo>
                  <a:cubicBezTo>
                    <a:pt x="1591" y="329"/>
                    <a:pt x="1589" y="325"/>
                    <a:pt x="1587" y="322"/>
                  </a:cubicBezTo>
                  <a:cubicBezTo>
                    <a:pt x="1592" y="317"/>
                    <a:pt x="1593" y="318"/>
                    <a:pt x="1600" y="321"/>
                  </a:cubicBezTo>
                  <a:cubicBezTo>
                    <a:pt x="1605" y="323"/>
                    <a:pt x="1611" y="325"/>
                    <a:pt x="1616" y="327"/>
                  </a:cubicBezTo>
                  <a:cubicBezTo>
                    <a:pt x="1616" y="325"/>
                    <a:pt x="1612" y="314"/>
                    <a:pt x="1612" y="314"/>
                  </a:cubicBezTo>
                  <a:cubicBezTo>
                    <a:pt x="1616" y="311"/>
                    <a:pt x="1621" y="308"/>
                    <a:pt x="1625" y="305"/>
                  </a:cubicBezTo>
                  <a:cubicBezTo>
                    <a:pt x="1627" y="304"/>
                    <a:pt x="1631" y="300"/>
                    <a:pt x="1634" y="300"/>
                  </a:cubicBezTo>
                  <a:cubicBezTo>
                    <a:pt x="1638" y="302"/>
                    <a:pt x="1643" y="303"/>
                    <a:pt x="1647" y="304"/>
                  </a:cubicBezTo>
                  <a:cubicBezTo>
                    <a:pt x="1648" y="302"/>
                    <a:pt x="1650" y="297"/>
                    <a:pt x="1649" y="295"/>
                  </a:cubicBezTo>
                  <a:cubicBezTo>
                    <a:pt x="1649" y="294"/>
                    <a:pt x="1644" y="287"/>
                    <a:pt x="1644" y="288"/>
                  </a:cubicBezTo>
                  <a:cubicBezTo>
                    <a:pt x="1645" y="284"/>
                    <a:pt x="1646" y="280"/>
                    <a:pt x="1647" y="276"/>
                  </a:cubicBezTo>
                  <a:cubicBezTo>
                    <a:pt x="1647" y="274"/>
                    <a:pt x="1642" y="270"/>
                    <a:pt x="1642" y="269"/>
                  </a:cubicBezTo>
                  <a:cubicBezTo>
                    <a:pt x="1647" y="269"/>
                    <a:pt x="1652" y="270"/>
                    <a:pt x="1658" y="271"/>
                  </a:cubicBezTo>
                  <a:cubicBezTo>
                    <a:pt x="1662" y="271"/>
                    <a:pt x="1664" y="277"/>
                    <a:pt x="1667" y="281"/>
                  </a:cubicBezTo>
                  <a:cubicBezTo>
                    <a:pt x="1664" y="281"/>
                    <a:pt x="1656" y="280"/>
                    <a:pt x="1655" y="283"/>
                  </a:cubicBezTo>
                  <a:cubicBezTo>
                    <a:pt x="1653" y="287"/>
                    <a:pt x="1657" y="289"/>
                    <a:pt x="1659" y="293"/>
                  </a:cubicBezTo>
                  <a:cubicBezTo>
                    <a:pt x="1662" y="296"/>
                    <a:pt x="1666" y="294"/>
                    <a:pt x="1671" y="294"/>
                  </a:cubicBezTo>
                  <a:cubicBezTo>
                    <a:pt x="1676" y="293"/>
                    <a:pt x="1672" y="289"/>
                    <a:pt x="1675" y="285"/>
                  </a:cubicBezTo>
                  <a:cubicBezTo>
                    <a:pt x="1676" y="284"/>
                    <a:pt x="1681" y="283"/>
                    <a:pt x="1682" y="282"/>
                  </a:cubicBezTo>
                  <a:cubicBezTo>
                    <a:pt x="1687" y="280"/>
                    <a:pt x="1692" y="278"/>
                    <a:pt x="1697" y="275"/>
                  </a:cubicBezTo>
                  <a:cubicBezTo>
                    <a:pt x="1704" y="272"/>
                    <a:pt x="1712" y="269"/>
                    <a:pt x="1719" y="265"/>
                  </a:cubicBezTo>
                  <a:cubicBezTo>
                    <a:pt x="1721" y="272"/>
                    <a:pt x="1721" y="272"/>
                    <a:pt x="1728" y="274"/>
                  </a:cubicBezTo>
                  <a:cubicBezTo>
                    <a:pt x="1732" y="275"/>
                    <a:pt x="1734" y="267"/>
                    <a:pt x="1738" y="267"/>
                  </a:cubicBezTo>
                  <a:cubicBezTo>
                    <a:pt x="1743" y="268"/>
                    <a:pt x="1747" y="269"/>
                    <a:pt x="1752" y="266"/>
                  </a:cubicBezTo>
                  <a:cubicBezTo>
                    <a:pt x="1757" y="264"/>
                    <a:pt x="1759" y="264"/>
                    <a:pt x="1765" y="265"/>
                  </a:cubicBezTo>
                  <a:cubicBezTo>
                    <a:pt x="1764" y="267"/>
                    <a:pt x="1763" y="269"/>
                    <a:pt x="1762" y="270"/>
                  </a:cubicBezTo>
                  <a:cubicBezTo>
                    <a:pt x="1769" y="272"/>
                    <a:pt x="1769" y="273"/>
                    <a:pt x="1773" y="266"/>
                  </a:cubicBezTo>
                  <a:cubicBezTo>
                    <a:pt x="1777" y="261"/>
                    <a:pt x="1775" y="260"/>
                    <a:pt x="1771" y="255"/>
                  </a:cubicBezTo>
                  <a:cubicBezTo>
                    <a:pt x="1780" y="251"/>
                    <a:pt x="1794" y="252"/>
                    <a:pt x="1804" y="256"/>
                  </a:cubicBezTo>
                  <a:cubicBezTo>
                    <a:pt x="1810" y="259"/>
                    <a:pt x="1817" y="261"/>
                    <a:pt x="1824" y="264"/>
                  </a:cubicBezTo>
                  <a:cubicBezTo>
                    <a:pt x="1828" y="266"/>
                    <a:pt x="1833" y="271"/>
                    <a:pt x="1837" y="274"/>
                  </a:cubicBezTo>
                  <a:cubicBezTo>
                    <a:pt x="1838" y="272"/>
                    <a:pt x="1840" y="264"/>
                    <a:pt x="1838" y="262"/>
                  </a:cubicBezTo>
                  <a:cubicBezTo>
                    <a:pt x="1833" y="258"/>
                    <a:pt x="1828" y="255"/>
                    <a:pt x="1824" y="251"/>
                  </a:cubicBezTo>
                  <a:cubicBezTo>
                    <a:pt x="1820" y="249"/>
                    <a:pt x="1826" y="242"/>
                    <a:pt x="1827" y="239"/>
                  </a:cubicBezTo>
                  <a:cubicBezTo>
                    <a:pt x="1828" y="236"/>
                    <a:pt x="1821" y="233"/>
                    <a:pt x="1818" y="232"/>
                  </a:cubicBezTo>
                  <a:cubicBezTo>
                    <a:pt x="1823" y="228"/>
                    <a:pt x="1828" y="224"/>
                    <a:pt x="1833" y="220"/>
                  </a:cubicBezTo>
                  <a:cubicBezTo>
                    <a:pt x="1836" y="217"/>
                    <a:pt x="1837" y="208"/>
                    <a:pt x="1839" y="204"/>
                  </a:cubicBezTo>
                  <a:cubicBezTo>
                    <a:pt x="1841" y="199"/>
                    <a:pt x="1863" y="204"/>
                    <a:pt x="1869" y="205"/>
                  </a:cubicBezTo>
                  <a:cubicBezTo>
                    <a:pt x="1867" y="210"/>
                    <a:pt x="1865" y="216"/>
                    <a:pt x="1863" y="222"/>
                  </a:cubicBezTo>
                  <a:cubicBezTo>
                    <a:pt x="1862" y="225"/>
                    <a:pt x="1866" y="231"/>
                    <a:pt x="1868" y="234"/>
                  </a:cubicBezTo>
                  <a:cubicBezTo>
                    <a:pt x="1870" y="239"/>
                    <a:pt x="1862" y="261"/>
                    <a:pt x="1866" y="264"/>
                  </a:cubicBezTo>
                  <a:cubicBezTo>
                    <a:pt x="1871" y="267"/>
                    <a:pt x="1876" y="267"/>
                    <a:pt x="1874" y="273"/>
                  </a:cubicBezTo>
                  <a:cubicBezTo>
                    <a:pt x="1872" y="277"/>
                    <a:pt x="1871" y="285"/>
                    <a:pt x="1868" y="286"/>
                  </a:cubicBezTo>
                  <a:cubicBezTo>
                    <a:pt x="1863" y="290"/>
                    <a:pt x="1857" y="293"/>
                    <a:pt x="1852" y="296"/>
                  </a:cubicBezTo>
                  <a:cubicBezTo>
                    <a:pt x="1850" y="297"/>
                    <a:pt x="1843" y="295"/>
                    <a:pt x="1840" y="295"/>
                  </a:cubicBezTo>
                  <a:cubicBezTo>
                    <a:pt x="1847" y="300"/>
                    <a:pt x="1854" y="305"/>
                    <a:pt x="1863" y="302"/>
                  </a:cubicBezTo>
                  <a:cubicBezTo>
                    <a:pt x="1870" y="300"/>
                    <a:pt x="1878" y="290"/>
                    <a:pt x="1883" y="284"/>
                  </a:cubicBezTo>
                  <a:cubicBezTo>
                    <a:pt x="1889" y="278"/>
                    <a:pt x="1874" y="270"/>
                    <a:pt x="1887" y="266"/>
                  </a:cubicBezTo>
                  <a:cubicBezTo>
                    <a:pt x="1889" y="265"/>
                    <a:pt x="1896" y="261"/>
                    <a:pt x="1897" y="264"/>
                  </a:cubicBezTo>
                  <a:cubicBezTo>
                    <a:pt x="1901" y="267"/>
                    <a:pt x="1904" y="271"/>
                    <a:pt x="1907" y="274"/>
                  </a:cubicBezTo>
                  <a:cubicBezTo>
                    <a:pt x="1906" y="270"/>
                    <a:pt x="1907" y="265"/>
                    <a:pt x="1903" y="262"/>
                  </a:cubicBezTo>
                  <a:cubicBezTo>
                    <a:pt x="1898" y="259"/>
                    <a:pt x="1897" y="259"/>
                    <a:pt x="1891" y="260"/>
                  </a:cubicBezTo>
                  <a:cubicBezTo>
                    <a:pt x="1890" y="260"/>
                    <a:pt x="1878" y="263"/>
                    <a:pt x="1878" y="261"/>
                  </a:cubicBezTo>
                  <a:cubicBezTo>
                    <a:pt x="1877" y="258"/>
                    <a:pt x="1874" y="252"/>
                    <a:pt x="1875" y="249"/>
                  </a:cubicBezTo>
                  <a:cubicBezTo>
                    <a:pt x="1877" y="245"/>
                    <a:pt x="1881" y="240"/>
                    <a:pt x="1879" y="236"/>
                  </a:cubicBezTo>
                  <a:cubicBezTo>
                    <a:pt x="1877" y="233"/>
                    <a:pt x="1870" y="226"/>
                    <a:pt x="1872" y="223"/>
                  </a:cubicBezTo>
                  <a:cubicBezTo>
                    <a:pt x="1875" y="218"/>
                    <a:pt x="1880" y="218"/>
                    <a:pt x="1885" y="216"/>
                  </a:cubicBezTo>
                  <a:cubicBezTo>
                    <a:pt x="1888" y="214"/>
                    <a:pt x="1885" y="206"/>
                    <a:pt x="1884" y="204"/>
                  </a:cubicBezTo>
                  <a:cubicBezTo>
                    <a:pt x="1887" y="203"/>
                    <a:pt x="1892" y="210"/>
                    <a:pt x="1890" y="213"/>
                  </a:cubicBezTo>
                  <a:cubicBezTo>
                    <a:pt x="1887" y="220"/>
                    <a:pt x="1887" y="220"/>
                    <a:pt x="1891" y="227"/>
                  </a:cubicBezTo>
                  <a:cubicBezTo>
                    <a:pt x="1894" y="231"/>
                    <a:pt x="1913" y="231"/>
                    <a:pt x="1917" y="232"/>
                  </a:cubicBezTo>
                  <a:cubicBezTo>
                    <a:pt x="1910" y="229"/>
                    <a:pt x="1904" y="226"/>
                    <a:pt x="1897" y="223"/>
                  </a:cubicBezTo>
                  <a:cubicBezTo>
                    <a:pt x="1889" y="220"/>
                    <a:pt x="1903" y="214"/>
                    <a:pt x="1906" y="213"/>
                  </a:cubicBezTo>
                  <a:cubicBezTo>
                    <a:pt x="1915" y="210"/>
                    <a:pt x="1919" y="212"/>
                    <a:pt x="1928" y="216"/>
                  </a:cubicBezTo>
                  <a:cubicBezTo>
                    <a:pt x="1931" y="217"/>
                    <a:pt x="1934" y="219"/>
                    <a:pt x="1936" y="221"/>
                  </a:cubicBezTo>
                  <a:cubicBezTo>
                    <a:pt x="1939" y="222"/>
                    <a:pt x="1942" y="221"/>
                    <a:pt x="1945" y="220"/>
                  </a:cubicBezTo>
                  <a:cubicBezTo>
                    <a:pt x="1944" y="218"/>
                    <a:pt x="1943" y="212"/>
                    <a:pt x="1941" y="210"/>
                  </a:cubicBezTo>
                  <a:cubicBezTo>
                    <a:pt x="1940" y="209"/>
                    <a:pt x="1933" y="209"/>
                    <a:pt x="1931" y="208"/>
                  </a:cubicBezTo>
                  <a:cubicBezTo>
                    <a:pt x="1927" y="208"/>
                    <a:pt x="1927" y="194"/>
                    <a:pt x="1926" y="191"/>
                  </a:cubicBezTo>
                  <a:cubicBezTo>
                    <a:pt x="1937" y="190"/>
                    <a:pt x="1947" y="189"/>
                    <a:pt x="1957" y="188"/>
                  </a:cubicBezTo>
                  <a:cubicBezTo>
                    <a:pt x="1963" y="187"/>
                    <a:pt x="1969" y="186"/>
                    <a:pt x="1975" y="186"/>
                  </a:cubicBezTo>
                  <a:cubicBezTo>
                    <a:pt x="1979" y="185"/>
                    <a:pt x="1977" y="181"/>
                    <a:pt x="1977" y="177"/>
                  </a:cubicBezTo>
                  <a:cubicBezTo>
                    <a:pt x="1978" y="170"/>
                    <a:pt x="1977" y="170"/>
                    <a:pt x="1983" y="166"/>
                  </a:cubicBezTo>
                  <a:cubicBezTo>
                    <a:pt x="1987" y="163"/>
                    <a:pt x="1992" y="160"/>
                    <a:pt x="1996" y="158"/>
                  </a:cubicBezTo>
                  <a:cubicBezTo>
                    <a:pt x="2006" y="155"/>
                    <a:pt x="2018" y="154"/>
                    <a:pt x="2028" y="152"/>
                  </a:cubicBezTo>
                  <a:cubicBezTo>
                    <a:pt x="2047" y="149"/>
                    <a:pt x="2065" y="147"/>
                    <a:pt x="2083" y="140"/>
                  </a:cubicBezTo>
                  <a:cubicBezTo>
                    <a:pt x="2087" y="138"/>
                    <a:pt x="2085" y="131"/>
                    <a:pt x="2089" y="129"/>
                  </a:cubicBezTo>
                  <a:cubicBezTo>
                    <a:pt x="2094" y="127"/>
                    <a:pt x="2100" y="124"/>
                    <a:pt x="2105" y="121"/>
                  </a:cubicBezTo>
                  <a:cubicBezTo>
                    <a:pt x="2111" y="118"/>
                    <a:pt x="2123" y="118"/>
                    <a:pt x="2128" y="125"/>
                  </a:cubicBezTo>
                  <a:cubicBezTo>
                    <a:pt x="2123" y="126"/>
                    <a:pt x="2117" y="128"/>
                    <a:pt x="2112" y="129"/>
                  </a:cubicBezTo>
                  <a:cubicBezTo>
                    <a:pt x="2120" y="131"/>
                    <a:pt x="2128" y="132"/>
                    <a:pt x="2136" y="133"/>
                  </a:cubicBezTo>
                  <a:cubicBezTo>
                    <a:pt x="2133" y="136"/>
                    <a:pt x="2130" y="139"/>
                    <a:pt x="2127" y="141"/>
                  </a:cubicBezTo>
                  <a:cubicBezTo>
                    <a:pt x="2131" y="142"/>
                    <a:pt x="2135" y="142"/>
                    <a:pt x="2140" y="142"/>
                  </a:cubicBezTo>
                  <a:cubicBezTo>
                    <a:pt x="2140" y="141"/>
                    <a:pt x="2139" y="134"/>
                    <a:pt x="2141" y="134"/>
                  </a:cubicBezTo>
                  <a:cubicBezTo>
                    <a:pt x="2144" y="134"/>
                    <a:pt x="2148" y="134"/>
                    <a:pt x="2151" y="134"/>
                  </a:cubicBezTo>
                  <a:cubicBezTo>
                    <a:pt x="2156" y="135"/>
                    <a:pt x="2162" y="133"/>
                    <a:pt x="2167" y="137"/>
                  </a:cubicBezTo>
                  <a:cubicBezTo>
                    <a:pt x="2171" y="140"/>
                    <a:pt x="2179" y="143"/>
                    <a:pt x="2182" y="147"/>
                  </a:cubicBezTo>
                  <a:cubicBezTo>
                    <a:pt x="2183" y="148"/>
                    <a:pt x="2188" y="153"/>
                    <a:pt x="2187" y="154"/>
                  </a:cubicBezTo>
                  <a:cubicBezTo>
                    <a:pt x="2186" y="156"/>
                    <a:pt x="2185" y="161"/>
                    <a:pt x="2183" y="162"/>
                  </a:cubicBezTo>
                  <a:cubicBezTo>
                    <a:pt x="2162" y="175"/>
                    <a:pt x="2140" y="188"/>
                    <a:pt x="2119" y="202"/>
                  </a:cubicBezTo>
                  <a:cubicBezTo>
                    <a:pt x="2134" y="197"/>
                    <a:pt x="2149" y="193"/>
                    <a:pt x="2164" y="189"/>
                  </a:cubicBezTo>
                  <a:cubicBezTo>
                    <a:pt x="2160" y="188"/>
                    <a:pt x="2156" y="188"/>
                    <a:pt x="2152" y="187"/>
                  </a:cubicBezTo>
                  <a:cubicBezTo>
                    <a:pt x="2157" y="183"/>
                    <a:pt x="2164" y="180"/>
                    <a:pt x="2169" y="184"/>
                  </a:cubicBezTo>
                  <a:cubicBezTo>
                    <a:pt x="2177" y="190"/>
                    <a:pt x="2179" y="189"/>
                    <a:pt x="2189" y="188"/>
                  </a:cubicBezTo>
                  <a:cubicBezTo>
                    <a:pt x="2202" y="187"/>
                    <a:pt x="2215" y="190"/>
                    <a:pt x="2228" y="191"/>
                  </a:cubicBezTo>
                  <a:cubicBezTo>
                    <a:pt x="2225" y="193"/>
                    <a:pt x="2223" y="194"/>
                    <a:pt x="2220" y="196"/>
                  </a:cubicBezTo>
                  <a:cubicBezTo>
                    <a:pt x="2223" y="197"/>
                    <a:pt x="2229" y="202"/>
                    <a:pt x="2232" y="201"/>
                  </a:cubicBezTo>
                  <a:cubicBezTo>
                    <a:pt x="2238" y="201"/>
                    <a:pt x="2243" y="201"/>
                    <a:pt x="2248" y="201"/>
                  </a:cubicBezTo>
                  <a:cubicBezTo>
                    <a:pt x="2251" y="200"/>
                    <a:pt x="2259" y="202"/>
                    <a:pt x="2260" y="198"/>
                  </a:cubicBezTo>
                  <a:cubicBezTo>
                    <a:pt x="2261" y="190"/>
                    <a:pt x="2260" y="190"/>
                    <a:pt x="2267" y="190"/>
                  </a:cubicBezTo>
                  <a:cubicBezTo>
                    <a:pt x="2272" y="190"/>
                    <a:pt x="2277" y="191"/>
                    <a:pt x="2282" y="190"/>
                  </a:cubicBezTo>
                  <a:cubicBezTo>
                    <a:pt x="2285" y="189"/>
                    <a:pt x="2293" y="186"/>
                    <a:pt x="2296" y="187"/>
                  </a:cubicBezTo>
                  <a:cubicBezTo>
                    <a:pt x="2299" y="188"/>
                    <a:pt x="2304" y="196"/>
                    <a:pt x="2307" y="199"/>
                  </a:cubicBezTo>
                  <a:cubicBezTo>
                    <a:pt x="2308" y="201"/>
                    <a:pt x="2305" y="210"/>
                    <a:pt x="2305" y="213"/>
                  </a:cubicBezTo>
                  <a:cubicBezTo>
                    <a:pt x="2305" y="215"/>
                    <a:pt x="2305" y="227"/>
                    <a:pt x="2307" y="227"/>
                  </a:cubicBezTo>
                  <a:cubicBezTo>
                    <a:pt x="2311" y="230"/>
                    <a:pt x="2316" y="233"/>
                    <a:pt x="2321" y="235"/>
                  </a:cubicBezTo>
                  <a:cubicBezTo>
                    <a:pt x="2323" y="237"/>
                    <a:pt x="2329" y="226"/>
                    <a:pt x="2330" y="224"/>
                  </a:cubicBezTo>
                  <a:cubicBezTo>
                    <a:pt x="2334" y="219"/>
                    <a:pt x="2334" y="218"/>
                    <a:pt x="2339" y="222"/>
                  </a:cubicBezTo>
                  <a:cubicBezTo>
                    <a:pt x="2345" y="225"/>
                    <a:pt x="2346" y="227"/>
                    <a:pt x="2352" y="225"/>
                  </a:cubicBezTo>
                  <a:cubicBezTo>
                    <a:pt x="2356" y="224"/>
                    <a:pt x="2361" y="221"/>
                    <a:pt x="2364" y="223"/>
                  </a:cubicBezTo>
                  <a:cubicBezTo>
                    <a:pt x="2367" y="224"/>
                    <a:pt x="2373" y="229"/>
                    <a:pt x="2377" y="228"/>
                  </a:cubicBezTo>
                  <a:cubicBezTo>
                    <a:pt x="2381" y="226"/>
                    <a:pt x="2386" y="224"/>
                    <a:pt x="2391" y="222"/>
                  </a:cubicBezTo>
                  <a:cubicBezTo>
                    <a:pt x="2390" y="220"/>
                    <a:pt x="2385" y="214"/>
                    <a:pt x="2387" y="212"/>
                  </a:cubicBezTo>
                  <a:cubicBezTo>
                    <a:pt x="2388" y="210"/>
                    <a:pt x="2393" y="202"/>
                    <a:pt x="2395" y="202"/>
                  </a:cubicBezTo>
                  <a:cubicBezTo>
                    <a:pt x="2404" y="203"/>
                    <a:pt x="2413" y="205"/>
                    <a:pt x="2422" y="206"/>
                  </a:cubicBezTo>
                  <a:cubicBezTo>
                    <a:pt x="2429" y="207"/>
                    <a:pt x="2437" y="209"/>
                    <a:pt x="2443" y="211"/>
                  </a:cubicBezTo>
                  <a:cubicBezTo>
                    <a:pt x="2451" y="213"/>
                    <a:pt x="2461" y="214"/>
                    <a:pt x="2467" y="217"/>
                  </a:cubicBezTo>
                  <a:cubicBezTo>
                    <a:pt x="2471" y="220"/>
                    <a:pt x="2481" y="235"/>
                    <a:pt x="2485" y="234"/>
                  </a:cubicBezTo>
                  <a:cubicBezTo>
                    <a:pt x="2494" y="233"/>
                    <a:pt x="2503" y="231"/>
                    <a:pt x="2512" y="229"/>
                  </a:cubicBezTo>
                  <a:cubicBezTo>
                    <a:pt x="2520" y="228"/>
                    <a:pt x="2527" y="232"/>
                    <a:pt x="2535" y="234"/>
                  </a:cubicBezTo>
                  <a:cubicBezTo>
                    <a:pt x="2539" y="235"/>
                    <a:pt x="2541" y="235"/>
                    <a:pt x="2543" y="239"/>
                  </a:cubicBezTo>
                  <a:cubicBezTo>
                    <a:pt x="2544" y="244"/>
                    <a:pt x="2544" y="245"/>
                    <a:pt x="2542" y="251"/>
                  </a:cubicBezTo>
                  <a:cubicBezTo>
                    <a:pt x="2550" y="253"/>
                    <a:pt x="2556" y="256"/>
                    <a:pt x="2564" y="255"/>
                  </a:cubicBezTo>
                  <a:cubicBezTo>
                    <a:pt x="2573" y="253"/>
                    <a:pt x="2579" y="253"/>
                    <a:pt x="2589" y="254"/>
                  </a:cubicBezTo>
                  <a:cubicBezTo>
                    <a:pt x="2592" y="255"/>
                    <a:pt x="2597" y="257"/>
                    <a:pt x="2600" y="255"/>
                  </a:cubicBezTo>
                  <a:cubicBezTo>
                    <a:pt x="2604" y="251"/>
                    <a:pt x="2604" y="251"/>
                    <a:pt x="2607" y="255"/>
                  </a:cubicBezTo>
                  <a:cubicBezTo>
                    <a:pt x="2610" y="258"/>
                    <a:pt x="2615" y="264"/>
                    <a:pt x="2618" y="266"/>
                  </a:cubicBezTo>
                  <a:cubicBezTo>
                    <a:pt x="2621" y="267"/>
                    <a:pt x="2626" y="265"/>
                    <a:pt x="2629" y="264"/>
                  </a:cubicBezTo>
                  <a:cubicBezTo>
                    <a:pt x="2628" y="258"/>
                    <a:pt x="2627" y="252"/>
                    <a:pt x="2627" y="246"/>
                  </a:cubicBezTo>
                  <a:cubicBezTo>
                    <a:pt x="2640" y="247"/>
                    <a:pt x="2653" y="248"/>
                    <a:pt x="2666" y="249"/>
                  </a:cubicBezTo>
                  <a:cubicBezTo>
                    <a:pt x="2676" y="250"/>
                    <a:pt x="2686" y="257"/>
                    <a:pt x="2696" y="262"/>
                  </a:cubicBezTo>
                  <a:cubicBezTo>
                    <a:pt x="2707" y="267"/>
                    <a:pt x="2717" y="272"/>
                    <a:pt x="2727" y="278"/>
                  </a:cubicBezTo>
                  <a:cubicBezTo>
                    <a:pt x="2734" y="282"/>
                    <a:pt x="2735" y="283"/>
                    <a:pt x="2738" y="290"/>
                  </a:cubicBezTo>
                  <a:cubicBezTo>
                    <a:pt x="2741" y="298"/>
                    <a:pt x="2740" y="301"/>
                    <a:pt x="2748" y="301"/>
                  </a:cubicBezTo>
                  <a:cubicBezTo>
                    <a:pt x="2747" y="298"/>
                    <a:pt x="2746" y="294"/>
                    <a:pt x="2745" y="291"/>
                  </a:cubicBezTo>
                  <a:cubicBezTo>
                    <a:pt x="2753" y="291"/>
                    <a:pt x="2758" y="291"/>
                    <a:pt x="2765" y="294"/>
                  </a:cubicBezTo>
                  <a:cubicBezTo>
                    <a:pt x="2771" y="296"/>
                    <a:pt x="2776" y="302"/>
                    <a:pt x="2780" y="306"/>
                  </a:cubicBezTo>
                  <a:cubicBezTo>
                    <a:pt x="2777" y="308"/>
                    <a:pt x="2773" y="313"/>
                    <a:pt x="2770" y="314"/>
                  </a:cubicBezTo>
                  <a:cubicBezTo>
                    <a:pt x="2767" y="314"/>
                    <a:pt x="2762" y="312"/>
                    <a:pt x="2759" y="312"/>
                  </a:cubicBezTo>
                  <a:close/>
                  <a:moveTo>
                    <a:pt x="1724" y="597"/>
                  </a:moveTo>
                  <a:cubicBezTo>
                    <a:pt x="1722" y="595"/>
                    <a:pt x="1722" y="591"/>
                    <a:pt x="1721" y="590"/>
                  </a:cubicBezTo>
                  <a:cubicBezTo>
                    <a:pt x="1714" y="587"/>
                    <a:pt x="1713" y="597"/>
                    <a:pt x="1713" y="600"/>
                  </a:cubicBezTo>
                  <a:cubicBezTo>
                    <a:pt x="1710" y="594"/>
                    <a:pt x="1709" y="591"/>
                    <a:pt x="1712" y="585"/>
                  </a:cubicBezTo>
                  <a:cubicBezTo>
                    <a:pt x="1709" y="583"/>
                    <a:pt x="1703" y="582"/>
                    <a:pt x="1701" y="580"/>
                  </a:cubicBezTo>
                  <a:cubicBezTo>
                    <a:pt x="1700" y="578"/>
                    <a:pt x="1700" y="571"/>
                    <a:pt x="1700" y="569"/>
                  </a:cubicBezTo>
                  <a:cubicBezTo>
                    <a:pt x="1700" y="569"/>
                    <a:pt x="1691" y="565"/>
                    <a:pt x="1695" y="564"/>
                  </a:cubicBezTo>
                  <a:cubicBezTo>
                    <a:pt x="1698" y="563"/>
                    <a:pt x="1700" y="568"/>
                    <a:pt x="1703" y="565"/>
                  </a:cubicBezTo>
                  <a:cubicBezTo>
                    <a:pt x="1701" y="562"/>
                    <a:pt x="1698" y="562"/>
                    <a:pt x="1700" y="559"/>
                  </a:cubicBezTo>
                  <a:cubicBezTo>
                    <a:pt x="1702" y="557"/>
                    <a:pt x="1705" y="556"/>
                    <a:pt x="1707" y="556"/>
                  </a:cubicBezTo>
                  <a:cubicBezTo>
                    <a:pt x="1711" y="557"/>
                    <a:pt x="1718" y="557"/>
                    <a:pt x="1722" y="559"/>
                  </a:cubicBezTo>
                  <a:cubicBezTo>
                    <a:pt x="1719" y="560"/>
                    <a:pt x="1716" y="563"/>
                    <a:pt x="1717" y="567"/>
                  </a:cubicBezTo>
                  <a:cubicBezTo>
                    <a:pt x="1719" y="563"/>
                    <a:pt x="1721" y="560"/>
                    <a:pt x="1725" y="560"/>
                  </a:cubicBezTo>
                  <a:cubicBezTo>
                    <a:pt x="1723" y="552"/>
                    <a:pt x="1721" y="557"/>
                    <a:pt x="1715" y="555"/>
                  </a:cubicBezTo>
                  <a:cubicBezTo>
                    <a:pt x="1716" y="552"/>
                    <a:pt x="1718" y="548"/>
                    <a:pt x="1716" y="545"/>
                  </a:cubicBezTo>
                  <a:cubicBezTo>
                    <a:pt x="1716" y="544"/>
                    <a:pt x="1713" y="537"/>
                    <a:pt x="1711" y="540"/>
                  </a:cubicBezTo>
                  <a:cubicBezTo>
                    <a:pt x="1708" y="543"/>
                    <a:pt x="1704" y="540"/>
                    <a:pt x="1701" y="538"/>
                  </a:cubicBezTo>
                  <a:cubicBezTo>
                    <a:pt x="1699" y="537"/>
                    <a:pt x="1695" y="541"/>
                    <a:pt x="1692" y="542"/>
                  </a:cubicBezTo>
                  <a:cubicBezTo>
                    <a:pt x="1686" y="543"/>
                    <a:pt x="1687" y="540"/>
                    <a:pt x="1685" y="547"/>
                  </a:cubicBezTo>
                  <a:cubicBezTo>
                    <a:pt x="1684" y="550"/>
                    <a:pt x="1677" y="551"/>
                    <a:pt x="1675" y="552"/>
                  </a:cubicBezTo>
                  <a:cubicBezTo>
                    <a:pt x="1671" y="554"/>
                    <a:pt x="1671" y="554"/>
                    <a:pt x="1670" y="559"/>
                  </a:cubicBezTo>
                  <a:cubicBezTo>
                    <a:pt x="1670" y="561"/>
                    <a:pt x="1666" y="564"/>
                    <a:pt x="1665" y="566"/>
                  </a:cubicBezTo>
                  <a:cubicBezTo>
                    <a:pt x="1668" y="566"/>
                    <a:pt x="1673" y="569"/>
                    <a:pt x="1673" y="574"/>
                  </a:cubicBezTo>
                  <a:cubicBezTo>
                    <a:pt x="1673" y="580"/>
                    <a:pt x="1674" y="583"/>
                    <a:pt x="1676" y="589"/>
                  </a:cubicBezTo>
                  <a:cubicBezTo>
                    <a:pt x="1678" y="593"/>
                    <a:pt x="1682" y="594"/>
                    <a:pt x="1684" y="598"/>
                  </a:cubicBezTo>
                  <a:cubicBezTo>
                    <a:pt x="1688" y="603"/>
                    <a:pt x="1689" y="605"/>
                    <a:pt x="1694" y="608"/>
                  </a:cubicBezTo>
                  <a:cubicBezTo>
                    <a:pt x="1690" y="609"/>
                    <a:pt x="1689" y="609"/>
                    <a:pt x="1687" y="614"/>
                  </a:cubicBezTo>
                  <a:cubicBezTo>
                    <a:pt x="1687" y="617"/>
                    <a:pt x="1685" y="620"/>
                    <a:pt x="1684" y="623"/>
                  </a:cubicBezTo>
                  <a:cubicBezTo>
                    <a:pt x="1683" y="627"/>
                    <a:pt x="1683" y="629"/>
                    <a:pt x="1684" y="633"/>
                  </a:cubicBezTo>
                  <a:cubicBezTo>
                    <a:pt x="1684" y="637"/>
                    <a:pt x="1685" y="637"/>
                    <a:pt x="1689" y="638"/>
                  </a:cubicBezTo>
                  <a:cubicBezTo>
                    <a:pt x="1693" y="638"/>
                    <a:pt x="1693" y="641"/>
                    <a:pt x="1696" y="642"/>
                  </a:cubicBezTo>
                  <a:cubicBezTo>
                    <a:pt x="1699" y="643"/>
                    <a:pt x="1702" y="644"/>
                    <a:pt x="1706" y="645"/>
                  </a:cubicBezTo>
                  <a:cubicBezTo>
                    <a:pt x="1710" y="646"/>
                    <a:pt x="1717" y="644"/>
                    <a:pt x="1722" y="643"/>
                  </a:cubicBezTo>
                  <a:cubicBezTo>
                    <a:pt x="1721" y="638"/>
                    <a:pt x="1720" y="632"/>
                    <a:pt x="1721" y="627"/>
                  </a:cubicBezTo>
                  <a:cubicBezTo>
                    <a:pt x="1723" y="619"/>
                    <a:pt x="1719" y="622"/>
                    <a:pt x="1716" y="617"/>
                  </a:cubicBezTo>
                  <a:cubicBezTo>
                    <a:pt x="1717" y="617"/>
                    <a:pt x="1718" y="617"/>
                    <a:pt x="1719" y="617"/>
                  </a:cubicBezTo>
                  <a:cubicBezTo>
                    <a:pt x="1719" y="615"/>
                    <a:pt x="1718" y="613"/>
                    <a:pt x="1717" y="612"/>
                  </a:cubicBezTo>
                  <a:cubicBezTo>
                    <a:pt x="1717" y="611"/>
                    <a:pt x="1714" y="612"/>
                    <a:pt x="1713" y="611"/>
                  </a:cubicBezTo>
                  <a:cubicBezTo>
                    <a:pt x="1711" y="608"/>
                    <a:pt x="1712" y="605"/>
                    <a:pt x="1713" y="603"/>
                  </a:cubicBezTo>
                  <a:cubicBezTo>
                    <a:pt x="1713" y="603"/>
                    <a:pt x="1726" y="605"/>
                    <a:pt x="1728" y="604"/>
                  </a:cubicBezTo>
                  <a:cubicBezTo>
                    <a:pt x="1729" y="600"/>
                    <a:pt x="1726" y="599"/>
                    <a:pt x="1724" y="597"/>
                  </a:cubicBezTo>
                  <a:close/>
                  <a:moveTo>
                    <a:pt x="413" y="136"/>
                  </a:moveTo>
                  <a:cubicBezTo>
                    <a:pt x="416" y="136"/>
                    <a:pt x="420" y="138"/>
                    <a:pt x="423" y="136"/>
                  </a:cubicBezTo>
                  <a:cubicBezTo>
                    <a:pt x="423" y="135"/>
                    <a:pt x="422" y="134"/>
                    <a:pt x="421" y="134"/>
                  </a:cubicBezTo>
                  <a:cubicBezTo>
                    <a:pt x="418" y="134"/>
                    <a:pt x="415" y="133"/>
                    <a:pt x="413" y="136"/>
                  </a:cubicBezTo>
                  <a:close/>
                  <a:moveTo>
                    <a:pt x="696" y="815"/>
                  </a:moveTo>
                  <a:cubicBezTo>
                    <a:pt x="699" y="817"/>
                    <a:pt x="702" y="819"/>
                    <a:pt x="705" y="820"/>
                  </a:cubicBezTo>
                  <a:cubicBezTo>
                    <a:pt x="707" y="820"/>
                    <a:pt x="709" y="817"/>
                    <a:pt x="712" y="819"/>
                  </a:cubicBezTo>
                  <a:cubicBezTo>
                    <a:pt x="712" y="818"/>
                    <a:pt x="711" y="817"/>
                    <a:pt x="711" y="816"/>
                  </a:cubicBezTo>
                  <a:cubicBezTo>
                    <a:pt x="707" y="814"/>
                    <a:pt x="700" y="810"/>
                    <a:pt x="696" y="815"/>
                  </a:cubicBezTo>
                  <a:close/>
                  <a:moveTo>
                    <a:pt x="669" y="553"/>
                  </a:moveTo>
                  <a:cubicBezTo>
                    <a:pt x="669" y="554"/>
                    <a:pt x="668" y="554"/>
                    <a:pt x="668" y="554"/>
                  </a:cubicBezTo>
                  <a:cubicBezTo>
                    <a:pt x="669" y="555"/>
                    <a:pt x="669" y="555"/>
                    <a:pt x="669" y="555"/>
                  </a:cubicBezTo>
                  <a:cubicBezTo>
                    <a:pt x="670" y="553"/>
                    <a:pt x="671" y="553"/>
                    <a:pt x="670" y="551"/>
                  </a:cubicBezTo>
                  <a:cubicBezTo>
                    <a:pt x="670" y="551"/>
                    <a:pt x="669" y="552"/>
                    <a:pt x="669" y="552"/>
                  </a:cubicBezTo>
                  <a:cubicBezTo>
                    <a:pt x="668" y="550"/>
                    <a:pt x="666" y="549"/>
                    <a:pt x="664" y="550"/>
                  </a:cubicBezTo>
                  <a:cubicBezTo>
                    <a:pt x="662" y="551"/>
                    <a:pt x="661" y="549"/>
                    <a:pt x="658" y="551"/>
                  </a:cubicBezTo>
                  <a:cubicBezTo>
                    <a:pt x="659" y="551"/>
                    <a:pt x="659" y="551"/>
                    <a:pt x="660" y="551"/>
                  </a:cubicBezTo>
                  <a:cubicBezTo>
                    <a:pt x="663" y="552"/>
                    <a:pt x="667" y="555"/>
                    <a:pt x="669" y="553"/>
                  </a:cubicBezTo>
                  <a:close/>
                  <a:moveTo>
                    <a:pt x="654" y="547"/>
                  </a:moveTo>
                  <a:cubicBezTo>
                    <a:pt x="652" y="546"/>
                    <a:pt x="652" y="547"/>
                    <a:pt x="651" y="547"/>
                  </a:cubicBezTo>
                  <a:cubicBezTo>
                    <a:pt x="652" y="548"/>
                    <a:pt x="652" y="548"/>
                    <a:pt x="653" y="549"/>
                  </a:cubicBezTo>
                  <a:cubicBezTo>
                    <a:pt x="653" y="548"/>
                    <a:pt x="653" y="548"/>
                    <a:pt x="654" y="547"/>
                  </a:cubicBezTo>
                  <a:close/>
                  <a:moveTo>
                    <a:pt x="657" y="551"/>
                  </a:moveTo>
                  <a:cubicBezTo>
                    <a:pt x="657" y="551"/>
                    <a:pt x="657" y="550"/>
                    <a:pt x="657" y="550"/>
                  </a:cubicBezTo>
                  <a:cubicBezTo>
                    <a:pt x="656" y="549"/>
                    <a:pt x="656" y="549"/>
                    <a:pt x="655" y="549"/>
                  </a:cubicBezTo>
                  <a:cubicBezTo>
                    <a:pt x="654" y="549"/>
                    <a:pt x="654" y="550"/>
                    <a:pt x="653" y="550"/>
                  </a:cubicBezTo>
                  <a:cubicBezTo>
                    <a:pt x="655" y="551"/>
                    <a:pt x="656" y="551"/>
                    <a:pt x="657" y="551"/>
                  </a:cubicBezTo>
                  <a:close/>
                  <a:moveTo>
                    <a:pt x="871" y="495"/>
                  </a:moveTo>
                  <a:cubicBezTo>
                    <a:pt x="872" y="493"/>
                    <a:pt x="873" y="490"/>
                    <a:pt x="874" y="488"/>
                  </a:cubicBezTo>
                  <a:cubicBezTo>
                    <a:pt x="867" y="485"/>
                    <a:pt x="861" y="494"/>
                    <a:pt x="858" y="500"/>
                  </a:cubicBezTo>
                  <a:cubicBezTo>
                    <a:pt x="854" y="510"/>
                    <a:pt x="851" y="514"/>
                    <a:pt x="844" y="521"/>
                  </a:cubicBezTo>
                  <a:cubicBezTo>
                    <a:pt x="842" y="523"/>
                    <a:pt x="842" y="530"/>
                    <a:pt x="843" y="531"/>
                  </a:cubicBezTo>
                  <a:cubicBezTo>
                    <a:pt x="844" y="534"/>
                    <a:pt x="850" y="533"/>
                    <a:pt x="852" y="533"/>
                  </a:cubicBezTo>
                  <a:cubicBezTo>
                    <a:pt x="860" y="532"/>
                    <a:pt x="867" y="532"/>
                    <a:pt x="874" y="536"/>
                  </a:cubicBezTo>
                  <a:cubicBezTo>
                    <a:pt x="871" y="536"/>
                    <a:pt x="870" y="538"/>
                    <a:pt x="870" y="541"/>
                  </a:cubicBezTo>
                  <a:cubicBezTo>
                    <a:pt x="877" y="540"/>
                    <a:pt x="878" y="535"/>
                    <a:pt x="885" y="535"/>
                  </a:cubicBezTo>
                  <a:cubicBezTo>
                    <a:pt x="884" y="540"/>
                    <a:pt x="883" y="540"/>
                    <a:pt x="887" y="541"/>
                  </a:cubicBezTo>
                  <a:cubicBezTo>
                    <a:pt x="891" y="543"/>
                    <a:pt x="892" y="543"/>
                    <a:pt x="894" y="540"/>
                  </a:cubicBezTo>
                  <a:cubicBezTo>
                    <a:pt x="896" y="536"/>
                    <a:pt x="893" y="527"/>
                    <a:pt x="893" y="523"/>
                  </a:cubicBezTo>
                  <a:cubicBezTo>
                    <a:pt x="892" y="521"/>
                    <a:pt x="887" y="520"/>
                    <a:pt x="888" y="518"/>
                  </a:cubicBezTo>
                  <a:cubicBezTo>
                    <a:pt x="888" y="514"/>
                    <a:pt x="888" y="514"/>
                    <a:pt x="885" y="511"/>
                  </a:cubicBezTo>
                  <a:cubicBezTo>
                    <a:pt x="883" y="508"/>
                    <a:pt x="874" y="511"/>
                    <a:pt x="871" y="512"/>
                  </a:cubicBezTo>
                  <a:cubicBezTo>
                    <a:pt x="871" y="510"/>
                    <a:pt x="871" y="507"/>
                    <a:pt x="870" y="506"/>
                  </a:cubicBezTo>
                  <a:cubicBezTo>
                    <a:pt x="869" y="506"/>
                    <a:pt x="866" y="505"/>
                    <a:pt x="866" y="504"/>
                  </a:cubicBezTo>
                  <a:cubicBezTo>
                    <a:pt x="866" y="499"/>
                    <a:pt x="867" y="498"/>
                    <a:pt x="871" y="495"/>
                  </a:cubicBezTo>
                  <a:close/>
                  <a:moveTo>
                    <a:pt x="783" y="817"/>
                  </a:moveTo>
                  <a:cubicBezTo>
                    <a:pt x="785" y="821"/>
                    <a:pt x="793" y="818"/>
                    <a:pt x="794" y="815"/>
                  </a:cubicBezTo>
                  <a:cubicBezTo>
                    <a:pt x="794" y="815"/>
                    <a:pt x="794" y="814"/>
                    <a:pt x="793" y="814"/>
                  </a:cubicBezTo>
                  <a:cubicBezTo>
                    <a:pt x="790" y="813"/>
                    <a:pt x="780" y="810"/>
                    <a:pt x="783" y="817"/>
                  </a:cubicBezTo>
                  <a:close/>
                  <a:moveTo>
                    <a:pt x="719" y="801"/>
                  </a:moveTo>
                  <a:cubicBezTo>
                    <a:pt x="722" y="800"/>
                    <a:pt x="725" y="799"/>
                    <a:pt x="728" y="798"/>
                  </a:cubicBezTo>
                  <a:cubicBezTo>
                    <a:pt x="726" y="796"/>
                    <a:pt x="724" y="794"/>
                    <a:pt x="721" y="794"/>
                  </a:cubicBezTo>
                  <a:cubicBezTo>
                    <a:pt x="718" y="793"/>
                    <a:pt x="717" y="790"/>
                    <a:pt x="716" y="790"/>
                  </a:cubicBezTo>
                  <a:cubicBezTo>
                    <a:pt x="712" y="790"/>
                    <a:pt x="706" y="788"/>
                    <a:pt x="703" y="784"/>
                  </a:cubicBezTo>
                  <a:cubicBezTo>
                    <a:pt x="703" y="784"/>
                    <a:pt x="703" y="785"/>
                    <a:pt x="703" y="785"/>
                  </a:cubicBezTo>
                  <a:cubicBezTo>
                    <a:pt x="694" y="779"/>
                    <a:pt x="684" y="773"/>
                    <a:pt x="673" y="772"/>
                  </a:cubicBezTo>
                  <a:cubicBezTo>
                    <a:pt x="667" y="772"/>
                    <a:pt x="662" y="773"/>
                    <a:pt x="655" y="775"/>
                  </a:cubicBezTo>
                  <a:cubicBezTo>
                    <a:pt x="650" y="776"/>
                    <a:pt x="649" y="781"/>
                    <a:pt x="645" y="783"/>
                  </a:cubicBezTo>
                  <a:cubicBezTo>
                    <a:pt x="653" y="787"/>
                    <a:pt x="662" y="769"/>
                    <a:pt x="670" y="777"/>
                  </a:cubicBezTo>
                  <a:cubicBezTo>
                    <a:pt x="669" y="778"/>
                    <a:pt x="668" y="779"/>
                    <a:pt x="666" y="778"/>
                  </a:cubicBezTo>
                  <a:cubicBezTo>
                    <a:pt x="667" y="780"/>
                    <a:pt x="670" y="781"/>
                    <a:pt x="672" y="780"/>
                  </a:cubicBezTo>
                  <a:cubicBezTo>
                    <a:pt x="674" y="779"/>
                    <a:pt x="675" y="781"/>
                    <a:pt x="677" y="782"/>
                  </a:cubicBezTo>
                  <a:cubicBezTo>
                    <a:pt x="682" y="782"/>
                    <a:pt x="686" y="785"/>
                    <a:pt x="690" y="785"/>
                  </a:cubicBezTo>
                  <a:cubicBezTo>
                    <a:pt x="695" y="786"/>
                    <a:pt x="695" y="791"/>
                    <a:pt x="700" y="793"/>
                  </a:cubicBezTo>
                  <a:cubicBezTo>
                    <a:pt x="701" y="794"/>
                    <a:pt x="706" y="793"/>
                    <a:pt x="706" y="796"/>
                  </a:cubicBezTo>
                  <a:cubicBezTo>
                    <a:pt x="706" y="797"/>
                    <a:pt x="702" y="800"/>
                    <a:pt x="701" y="801"/>
                  </a:cubicBezTo>
                  <a:cubicBezTo>
                    <a:pt x="707" y="802"/>
                    <a:pt x="713" y="800"/>
                    <a:pt x="719" y="801"/>
                  </a:cubicBezTo>
                  <a:close/>
                  <a:moveTo>
                    <a:pt x="807" y="538"/>
                  </a:moveTo>
                  <a:cubicBezTo>
                    <a:pt x="803" y="545"/>
                    <a:pt x="809" y="547"/>
                    <a:pt x="814" y="549"/>
                  </a:cubicBezTo>
                  <a:cubicBezTo>
                    <a:pt x="819" y="551"/>
                    <a:pt x="820" y="548"/>
                    <a:pt x="823" y="545"/>
                  </a:cubicBezTo>
                  <a:cubicBezTo>
                    <a:pt x="818" y="544"/>
                    <a:pt x="814" y="544"/>
                    <a:pt x="809" y="543"/>
                  </a:cubicBezTo>
                  <a:cubicBezTo>
                    <a:pt x="808" y="542"/>
                    <a:pt x="807" y="540"/>
                    <a:pt x="807" y="538"/>
                  </a:cubicBezTo>
                  <a:close/>
                  <a:moveTo>
                    <a:pt x="804" y="508"/>
                  </a:moveTo>
                  <a:cubicBezTo>
                    <a:pt x="808" y="511"/>
                    <a:pt x="819" y="521"/>
                    <a:pt x="826" y="516"/>
                  </a:cubicBezTo>
                  <a:cubicBezTo>
                    <a:pt x="820" y="509"/>
                    <a:pt x="811" y="507"/>
                    <a:pt x="804" y="508"/>
                  </a:cubicBezTo>
                  <a:close/>
                  <a:moveTo>
                    <a:pt x="1031" y="1031"/>
                  </a:moveTo>
                  <a:cubicBezTo>
                    <a:pt x="1033" y="1042"/>
                    <a:pt x="1033" y="1041"/>
                    <a:pt x="1028" y="1050"/>
                  </a:cubicBezTo>
                  <a:cubicBezTo>
                    <a:pt x="1021" y="1060"/>
                    <a:pt x="1014" y="1069"/>
                    <a:pt x="1007" y="1079"/>
                  </a:cubicBezTo>
                  <a:cubicBezTo>
                    <a:pt x="1004" y="1084"/>
                    <a:pt x="1000" y="1088"/>
                    <a:pt x="999" y="1094"/>
                  </a:cubicBezTo>
                  <a:cubicBezTo>
                    <a:pt x="998" y="1108"/>
                    <a:pt x="997" y="1123"/>
                    <a:pt x="996" y="1138"/>
                  </a:cubicBezTo>
                  <a:cubicBezTo>
                    <a:pt x="996" y="1147"/>
                    <a:pt x="986" y="1157"/>
                    <a:pt x="981" y="1165"/>
                  </a:cubicBezTo>
                  <a:cubicBezTo>
                    <a:pt x="978" y="1168"/>
                    <a:pt x="977" y="1174"/>
                    <a:pt x="973" y="1174"/>
                  </a:cubicBezTo>
                  <a:cubicBezTo>
                    <a:pt x="969" y="1174"/>
                    <a:pt x="960" y="1173"/>
                    <a:pt x="957" y="1175"/>
                  </a:cubicBezTo>
                  <a:cubicBezTo>
                    <a:pt x="947" y="1182"/>
                    <a:pt x="937" y="1189"/>
                    <a:pt x="928" y="1195"/>
                  </a:cubicBezTo>
                  <a:cubicBezTo>
                    <a:pt x="926" y="1197"/>
                    <a:pt x="926" y="1211"/>
                    <a:pt x="926" y="1214"/>
                  </a:cubicBezTo>
                  <a:cubicBezTo>
                    <a:pt x="925" y="1217"/>
                    <a:pt x="926" y="1222"/>
                    <a:pt x="924" y="1224"/>
                  </a:cubicBezTo>
                  <a:cubicBezTo>
                    <a:pt x="916" y="1235"/>
                    <a:pt x="908" y="1245"/>
                    <a:pt x="900" y="1255"/>
                  </a:cubicBezTo>
                  <a:cubicBezTo>
                    <a:pt x="892" y="1265"/>
                    <a:pt x="885" y="1274"/>
                    <a:pt x="878" y="1284"/>
                  </a:cubicBezTo>
                  <a:cubicBezTo>
                    <a:pt x="876" y="1286"/>
                    <a:pt x="853" y="1276"/>
                    <a:pt x="849" y="1275"/>
                  </a:cubicBezTo>
                  <a:cubicBezTo>
                    <a:pt x="847" y="1283"/>
                    <a:pt x="860" y="1284"/>
                    <a:pt x="862" y="1291"/>
                  </a:cubicBezTo>
                  <a:cubicBezTo>
                    <a:pt x="862" y="1294"/>
                    <a:pt x="865" y="1300"/>
                    <a:pt x="864" y="1304"/>
                  </a:cubicBezTo>
                  <a:cubicBezTo>
                    <a:pt x="864" y="1307"/>
                    <a:pt x="859" y="1311"/>
                    <a:pt x="858" y="1313"/>
                  </a:cubicBezTo>
                  <a:cubicBezTo>
                    <a:pt x="853" y="1321"/>
                    <a:pt x="846" y="1320"/>
                    <a:pt x="839" y="1323"/>
                  </a:cubicBezTo>
                  <a:cubicBezTo>
                    <a:pt x="831" y="1325"/>
                    <a:pt x="827" y="1324"/>
                    <a:pt x="820" y="1323"/>
                  </a:cubicBezTo>
                  <a:cubicBezTo>
                    <a:pt x="821" y="1328"/>
                    <a:pt x="822" y="1330"/>
                    <a:pt x="821" y="1334"/>
                  </a:cubicBezTo>
                  <a:cubicBezTo>
                    <a:pt x="820" y="1337"/>
                    <a:pt x="821" y="1342"/>
                    <a:pt x="819" y="1343"/>
                  </a:cubicBezTo>
                  <a:cubicBezTo>
                    <a:pt x="812" y="1349"/>
                    <a:pt x="807" y="1346"/>
                    <a:pt x="799" y="1342"/>
                  </a:cubicBezTo>
                  <a:cubicBezTo>
                    <a:pt x="799" y="1346"/>
                    <a:pt x="798" y="1352"/>
                    <a:pt x="799" y="1355"/>
                  </a:cubicBezTo>
                  <a:cubicBezTo>
                    <a:pt x="799" y="1358"/>
                    <a:pt x="804" y="1363"/>
                    <a:pt x="803" y="1366"/>
                  </a:cubicBezTo>
                  <a:cubicBezTo>
                    <a:pt x="800" y="1371"/>
                    <a:pt x="798" y="1376"/>
                    <a:pt x="796" y="1382"/>
                  </a:cubicBezTo>
                  <a:cubicBezTo>
                    <a:pt x="793" y="1387"/>
                    <a:pt x="792" y="1386"/>
                    <a:pt x="787" y="1388"/>
                  </a:cubicBezTo>
                  <a:cubicBezTo>
                    <a:pt x="782" y="1389"/>
                    <a:pt x="782" y="1393"/>
                    <a:pt x="779" y="1397"/>
                  </a:cubicBezTo>
                  <a:cubicBezTo>
                    <a:pt x="778" y="1400"/>
                    <a:pt x="783" y="1405"/>
                    <a:pt x="785" y="1408"/>
                  </a:cubicBezTo>
                  <a:cubicBezTo>
                    <a:pt x="787" y="1411"/>
                    <a:pt x="794" y="1408"/>
                    <a:pt x="793" y="1413"/>
                  </a:cubicBezTo>
                  <a:cubicBezTo>
                    <a:pt x="791" y="1418"/>
                    <a:pt x="790" y="1419"/>
                    <a:pt x="787" y="1423"/>
                  </a:cubicBezTo>
                  <a:cubicBezTo>
                    <a:pt x="785" y="1426"/>
                    <a:pt x="781" y="1430"/>
                    <a:pt x="779" y="1434"/>
                  </a:cubicBezTo>
                  <a:cubicBezTo>
                    <a:pt x="777" y="1440"/>
                    <a:pt x="776" y="1441"/>
                    <a:pt x="770" y="1444"/>
                  </a:cubicBezTo>
                  <a:cubicBezTo>
                    <a:pt x="765" y="1447"/>
                    <a:pt x="771" y="1464"/>
                    <a:pt x="772" y="1470"/>
                  </a:cubicBezTo>
                  <a:cubicBezTo>
                    <a:pt x="772" y="1472"/>
                    <a:pt x="772" y="1477"/>
                    <a:pt x="774" y="1479"/>
                  </a:cubicBezTo>
                  <a:cubicBezTo>
                    <a:pt x="778" y="1482"/>
                    <a:pt x="782" y="1486"/>
                    <a:pt x="786" y="1489"/>
                  </a:cubicBezTo>
                  <a:cubicBezTo>
                    <a:pt x="793" y="1495"/>
                    <a:pt x="798" y="1494"/>
                    <a:pt x="807" y="1494"/>
                  </a:cubicBezTo>
                  <a:cubicBezTo>
                    <a:pt x="799" y="1498"/>
                    <a:pt x="791" y="1502"/>
                    <a:pt x="783" y="1506"/>
                  </a:cubicBezTo>
                  <a:cubicBezTo>
                    <a:pt x="776" y="1509"/>
                    <a:pt x="775" y="1507"/>
                    <a:pt x="768" y="1504"/>
                  </a:cubicBezTo>
                  <a:cubicBezTo>
                    <a:pt x="758" y="1499"/>
                    <a:pt x="748" y="1494"/>
                    <a:pt x="738" y="1489"/>
                  </a:cubicBezTo>
                  <a:cubicBezTo>
                    <a:pt x="733" y="1487"/>
                    <a:pt x="733" y="1481"/>
                    <a:pt x="730" y="1476"/>
                  </a:cubicBezTo>
                  <a:cubicBezTo>
                    <a:pt x="725" y="1463"/>
                    <a:pt x="716" y="1450"/>
                    <a:pt x="717" y="1436"/>
                  </a:cubicBezTo>
                  <a:cubicBezTo>
                    <a:pt x="720" y="1414"/>
                    <a:pt x="722" y="1393"/>
                    <a:pt x="725" y="1371"/>
                  </a:cubicBezTo>
                  <a:cubicBezTo>
                    <a:pt x="727" y="1350"/>
                    <a:pt x="728" y="1329"/>
                    <a:pt x="732" y="1308"/>
                  </a:cubicBezTo>
                  <a:cubicBezTo>
                    <a:pt x="737" y="1283"/>
                    <a:pt x="742" y="1257"/>
                    <a:pt x="747" y="1231"/>
                  </a:cubicBezTo>
                  <a:cubicBezTo>
                    <a:pt x="750" y="1215"/>
                    <a:pt x="753" y="1200"/>
                    <a:pt x="755" y="1184"/>
                  </a:cubicBezTo>
                  <a:cubicBezTo>
                    <a:pt x="757" y="1177"/>
                    <a:pt x="759" y="1170"/>
                    <a:pt x="759" y="1163"/>
                  </a:cubicBezTo>
                  <a:cubicBezTo>
                    <a:pt x="760" y="1157"/>
                    <a:pt x="758" y="1151"/>
                    <a:pt x="757" y="1145"/>
                  </a:cubicBezTo>
                  <a:cubicBezTo>
                    <a:pt x="757" y="1141"/>
                    <a:pt x="757" y="1132"/>
                    <a:pt x="755" y="1129"/>
                  </a:cubicBezTo>
                  <a:cubicBezTo>
                    <a:pt x="753" y="1126"/>
                    <a:pt x="746" y="1123"/>
                    <a:pt x="743" y="1121"/>
                  </a:cubicBezTo>
                  <a:cubicBezTo>
                    <a:pt x="737" y="1116"/>
                    <a:pt x="731" y="1112"/>
                    <a:pt x="725" y="1108"/>
                  </a:cubicBezTo>
                  <a:cubicBezTo>
                    <a:pt x="719" y="1104"/>
                    <a:pt x="717" y="1100"/>
                    <a:pt x="713" y="1093"/>
                  </a:cubicBezTo>
                  <a:cubicBezTo>
                    <a:pt x="706" y="1079"/>
                    <a:pt x="698" y="1065"/>
                    <a:pt x="691" y="1051"/>
                  </a:cubicBezTo>
                  <a:cubicBezTo>
                    <a:pt x="685" y="1039"/>
                    <a:pt x="679" y="1028"/>
                    <a:pt x="673" y="1016"/>
                  </a:cubicBezTo>
                  <a:cubicBezTo>
                    <a:pt x="669" y="1009"/>
                    <a:pt x="675" y="996"/>
                    <a:pt x="677" y="989"/>
                  </a:cubicBezTo>
                  <a:cubicBezTo>
                    <a:pt x="678" y="985"/>
                    <a:pt x="678" y="977"/>
                    <a:pt x="681" y="974"/>
                  </a:cubicBezTo>
                  <a:cubicBezTo>
                    <a:pt x="684" y="970"/>
                    <a:pt x="688" y="965"/>
                    <a:pt x="691" y="961"/>
                  </a:cubicBezTo>
                  <a:cubicBezTo>
                    <a:pt x="699" y="951"/>
                    <a:pt x="706" y="945"/>
                    <a:pt x="704" y="931"/>
                  </a:cubicBezTo>
                  <a:cubicBezTo>
                    <a:pt x="703" y="928"/>
                    <a:pt x="701" y="926"/>
                    <a:pt x="704" y="924"/>
                  </a:cubicBezTo>
                  <a:cubicBezTo>
                    <a:pt x="704" y="923"/>
                    <a:pt x="703" y="919"/>
                    <a:pt x="703" y="917"/>
                  </a:cubicBezTo>
                  <a:cubicBezTo>
                    <a:pt x="704" y="913"/>
                    <a:pt x="695" y="909"/>
                    <a:pt x="696" y="905"/>
                  </a:cubicBezTo>
                  <a:cubicBezTo>
                    <a:pt x="697" y="900"/>
                    <a:pt x="697" y="900"/>
                    <a:pt x="692" y="898"/>
                  </a:cubicBezTo>
                  <a:cubicBezTo>
                    <a:pt x="689" y="896"/>
                    <a:pt x="689" y="896"/>
                    <a:pt x="686" y="898"/>
                  </a:cubicBezTo>
                  <a:cubicBezTo>
                    <a:pt x="684" y="899"/>
                    <a:pt x="682" y="901"/>
                    <a:pt x="680" y="903"/>
                  </a:cubicBezTo>
                  <a:cubicBezTo>
                    <a:pt x="679" y="904"/>
                    <a:pt x="682" y="908"/>
                    <a:pt x="683" y="909"/>
                  </a:cubicBezTo>
                  <a:cubicBezTo>
                    <a:pt x="677" y="911"/>
                    <a:pt x="677" y="912"/>
                    <a:pt x="674" y="905"/>
                  </a:cubicBezTo>
                  <a:cubicBezTo>
                    <a:pt x="673" y="909"/>
                    <a:pt x="667" y="903"/>
                    <a:pt x="664" y="902"/>
                  </a:cubicBezTo>
                  <a:cubicBezTo>
                    <a:pt x="662" y="902"/>
                    <a:pt x="661" y="904"/>
                    <a:pt x="660" y="903"/>
                  </a:cubicBezTo>
                  <a:cubicBezTo>
                    <a:pt x="658" y="902"/>
                    <a:pt x="656" y="900"/>
                    <a:pt x="654" y="899"/>
                  </a:cubicBezTo>
                  <a:cubicBezTo>
                    <a:pt x="650" y="896"/>
                    <a:pt x="643" y="893"/>
                    <a:pt x="640" y="889"/>
                  </a:cubicBezTo>
                  <a:cubicBezTo>
                    <a:pt x="638" y="885"/>
                    <a:pt x="639" y="880"/>
                    <a:pt x="636" y="876"/>
                  </a:cubicBezTo>
                  <a:cubicBezTo>
                    <a:pt x="629" y="868"/>
                    <a:pt x="625" y="861"/>
                    <a:pt x="615" y="858"/>
                  </a:cubicBezTo>
                  <a:cubicBezTo>
                    <a:pt x="607" y="856"/>
                    <a:pt x="594" y="855"/>
                    <a:pt x="588" y="849"/>
                  </a:cubicBezTo>
                  <a:cubicBezTo>
                    <a:pt x="583" y="844"/>
                    <a:pt x="578" y="839"/>
                    <a:pt x="572" y="834"/>
                  </a:cubicBezTo>
                  <a:cubicBezTo>
                    <a:pt x="569" y="830"/>
                    <a:pt x="564" y="834"/>
                    <a:pt x="560" y="835"/>
                  </a:cubicBezTo>
                  <a:cubicBezTo>
                    <a:pt x="550" y="838"/>
                    <a:pt x="540" y="831"/>
                    <a:pt x="531" y="827"/>
                  </a:cubicBezTo>
                  <a:cubicBezTo>
                    <a:pt x="524" y="824"/>
                    <a:pt x="517" y="822"/>
                    <a:pt x="509" y="819"/>
                  </a:cubicBezTo>
                  <a:cubicBezTo>
                    <a:pt x="507" y="818"/>
                    <a:pt x="503" y="817"/>
                    <a:pt x="501" y="815"/>
                  </a:cubicBezTo>
                  <a:cubicBezTo>
                    <a:pt x="496" y="810"/>
                    <a:pt x="491" y="805"/>
                    <a:pt x="487" y="801"/>
                  </a:cubicBezTo>
                  <a:cubicBezTo>
                    <a:pt x="482" y="796"/>
                    <a:pt x="485" y="793"/>
                    <a:pt x="487" y="787"/>
                  </a:cubicBezTo>
                  <a:cubicBezTo>
                    <a:pt x="488" y="783"/>
                    <a:pt x="480" y="775"/>
                    <a:pt x="478" y="772"/>
                  </a:cubicBezTo>
                  <a:cubicBezTo>
                    <a:pt x="476" y="768"/>
                    <a:pt x="474" y="766"/>
                    <a:pt x="471" y="763"/>
                  </a:cubicBezTo>
                  <a:cubicBezTo>
                    <a:pt x="465" y="758"/>
                    <a:pt x="460" y="753"/>
                    <a:pt x="455" y="748"/>
                  </a:cubicBezTo>
                  <a:cubicBezTo>
                    <a:pt x="454" y="747"/>
                    <a:pt x="455" y="744"/>
                    <a:pt x="456" y="743"/>
                  </a:cubicBezTo>
                  <a:cubicBezTo>
                    <a:pt x="456" y="741"/>
                    <a:pt x="453" y="739"/>
                    <a:pt x="452" y="737"/>
                  </a:cubicBezTo>
                  <a:cubicBezTo>
                    <a:pt x="449" y="733"/>
                    <a:pt x="446" y="729"/>
                    <a:pt x="441" y="725"/>
                  </a:cubicBezTo>
                  <a:cubicBezTo>
                    <a:pt x="437" y="722"/>
                    <a:pt x="433" y="720"/>
                    <a:pt x="432" y="715"/>
                  </a:cubicBezTo>
                  <a:cubicBezTo>
                    <a:pt x="431" y="712"/>
                    <a:pt x="429" y="699"/>
                    <a:pt x="426" y="698"/>
                  </a:cubicBezTo>
                  <a:cubicBezTo>
                    <a:pt x="422" y="696"/>
                    <a:pt x="417" y="694"/>
                    <a:pt x="412" y="691"/>
                  </a:cubicBezTo>
                  <a:cubicBezTo>
                    <a:pt x="414" y="697"/>
                    <a:pt x="415" y="707"/>
                    <a:pt x="418" y="711"/>
                  </a:cubicBezTo>
                  <a:cubicBezTo>
                    <a:pt x="423" y="718"/>
                    <a:pt x="428" y="722"/>
                    <a:pt x="431" y="730"/>
                  </a:cubicBezTo>
                  <a:cubicBezTo>
                    <a:pt x="433" y="734"/>
                    <a:pt x="434" y="736"/>
                    <a:pt x="437" y="739"/>
                  </a:cubicBezTo>
                  <a:cubicBezTo>
                    <a:pt x="440" y="741"/>
                    <a:pt x="441" y="744"/>
                    <a:pt x="442" y="748"/>
                  </a:cubicBezTo>
                  <a:cubicBezTo>
                    <a:pt x="443" y="751"/>
                    <a:pt x="445" y="754"/>
                    <a:pt x="445" y="758"/>
                  </a:cubicBezTo>
                  <a:cubicBezTo>
                    <a:pt x="445" y="764"/>
                    <a:pt x="448" y="760"/>
                    <a:pt x="449" y="761"/>
                  </a:cubicBezTo>
                  <a:cubicBezTo>
                    <a:pt x="451" y="763"/>
                    <a:pt x="455" y="766"/>
                    <a:pt x="455" y="769"/>
                  </a:cubicBezTo>
                  <a:cubicBezTo>
                    <a:pt x="454" y="773"/>
                    <a:pt x="451" y="774"/>
                    <a:pt x="449" y="771"/>
                  </a:cubicBezTo>
                  <a:cubicBezTo>
                    <a:pt x="446" y="765"/>
                    <a:pt x="440" y="761"/>
                    <a:pt x="434" y="757"/>
                  </a:cubicBezTo>
                  <a:cubicBezTo>
                    <a:pt x="432" y="756"/>
                    <a:pt x="433" y="749"/>
                    <a:pt x="433" y="747"/>
                  </a:cubicBezTo>
                  <a:cubicBezTo>
                    <a:pt x="433" y="743"/>
                    <a:pt x="428" y="741"/>
                    <a:pt x="426" y="740"/>
                  </a:cubicBezTo>
                  <a:cubicBezTo>
                    <a:pt x="424" y="738"/>
                    <a:pt x="422" y="739"/>
                    <a:pt x="420" y="737"/>
                  </a:cubicBezTo>
                  <a:cubicBezTo>
                    <a:pt x="417" y="734"/>
                    <a:pt x="414" y="732"/>
                    <a:pt x="412" y="730"/>
                  </a:cubicBezTo>
                  <a:cubicBezTo>
                    <a:pt x="415" y="729"/>
                    <a:pt x="422" y="729"/>
                    <a:pt x="418" y="722"/>
                  </a:cubicBezTo>
                  <a:cubicBezTo>
                    <a:pt x="414" y="717"/>
                    <a:pt x="413" y="714"/>
                    <a:pt x="407" y="712"/>
                  </a:cubicBezTo>
                  <a:cubicBezTo>
                    <a:pt x="404" y="710"/>
                    <a:pt x="403" y="704"/>
                    <a:pt x="401" y="700"/>
                  </a:cubicBezTo>
                  <a:cubicBezTo>
                    <a:pt x="399" y="694"/>
                    <a:pt x="396" y="687"/>
                    <a:pt x="394" y="681"/>
                  </a:cubicBezTo>
                  <a:cubicBezTo>
                    <a:pt x="391" y="674"/>
                    <a:pt x="382" y="667"/>
                    <a:pt x="375" y="666"/>
                  </a:cubicBezTo>
                  <a:cubicBezTo>
                    <a:pt x="369" y="664"/>
                    <a:pt x="368" y="665"/>
                    <a:pt x="365" y="659"/>
                  </a:cubicBezTo>
                  <a:cubicBezTo>
                    <a:pt x="362" y="653"/>
                    <a:pt x="360" y="647"/>
                    <a:pt x="357" y="641"/>
                  </a:cubicBezTo>
                  <a:cubicBezTo>
                    <a:pt x="353" y="633"/>
                    <a:pt x="345" y="627"/>
                    <a:pt x="342" y="618"/>
                  </a:cubicBezTo>
                  <a:cubicBezTo>
                    <a:pt x="339" y="606"/>
                    <a:pt x="339" y="598"/>
                    <a:pt x="340" y="584"/>
                  </a:cubicBezTo>
                  <a:cubicBezTo>
                    <a:pt x="340" y="574"/>
                    <a:pt x="341" y="563"/>
                    <a:pt x="341" y="552"/>
                  </a:cubicBezTo>
                  <a:cubicBezTo>
                    <a:pt x="342" y="541"/>
                    <a:pt x="339" y="535"/>
                    <a:pt x="336" y="525"/>
                  </a:cubicBezTo>
                  <a:cubicBezTo>
                    <a:pt x="342" y="526"/>
                    <a:pt x="348" y="528"/>
                    <a:pt x="354" y="530"/>
                  </a:cubicBezTo>
                  <a:cubicBezTo>
                    <a:pt x="354" y="521"/>
                    <a:pt x="354" y="520"/>
                    <a:pt x="349" y="514"/>
                  </a:cubicBezTo>
                  <a:cubicBezTo>
                    <a:pt x="344" y="509"/>
                    <a:pt x="340" y="506"/>
                    <a:pt x="335" y="503"/>
                  </a:cubicBezTo>
                  <a:cubicBezTo>
                    <a:pt x="331" y="499"/>
                    <a:pt x="326" y="499"/>
                    <a:pt x="321" y="497"/>
                  </a:cubicBezTo>
                  <a:cubicBezTo>
                    <a:pt x="313" y="494"/>
                    <a:pt x="312" y="494"/>
                    <a:pt x="309" y="485"/>
                  </a:cubicBezTo>
                  <a:cubicBezTo>
                    <a:pt x="305" y="476"/>
                    <a:pt x="290" y="471"/>
                    <a:pt x="291" y="460"/>
                  </a:cubicBezTo>
                  <a:cubicBezTo>
                    <a:pt x="292" y="450"/>
                    <a:pt x="291" y="451"/>
                    <a:pt x="283" y="446"/>
                  </a:cubicBezTo>
                  <a:cubicBezTo>
                    <a:pt x="282" y="445"/>
                    <a:pt x="278" y="455"/>
                    <a:pt x="274" y="450"/>
                  </a:cubicBezTo>
                  <a:cubicBezTo>
                    <a:pt x="272" y="447"/>
                    <a:pt x="268" y="437"/>
                    <a:pt x="264" y="435"/>
                  </a:cubicBezTo>
                  <a:cubicBezTo>
                    <a:pt x="258" y="432"/>
                    <a:pt x="257" y="431"/>
                    <a:pt x="254" y="426"/>
                  </a:cubicBezTo>
                  <a:cubicBezTo>
                    <a:pt x="250" y="420"/>
                    <a:pt x="247" y="413"/>
                    <a:pt x="243" y="409"/>
                  </a:cubicBezTo>
                  <a:cubicBezTo>
                    <a:pt x="239" y="406"/>
                    <a:pt x="234" y="403"/>
                    <a:pt x="230" y="400"/>
                  </a:cubicBezTo>
                  <a:cubicBezTo>
                    <a:pt x="220" y="393"/>
                    <a:pt x="211" y="390"/>
                    <a:pt x="200" y="386"/>
                  </a:cubicBezTo>
                  <a:cubicBezTo>
                    <a:pt x="196" y="384"/>
                    <a:pt x="191" y="388"/>
                    <a:pt x="186" y="387"/>
                  </a:cubicBezTo>
                  <a:cubicBezTo>
                    <a:pt x="182" y="386"/>
                    <a:pt x="176" y="381"/>
                    <a:pt x="172" y="378"/>
                  </a:cubicBezTo>
                  <a:cubicBezTo>
                    <a:pt x="166" y="375"/>
                    <a:pt x="165" y="373"/>
                    <a:pt x="159" y="374"/>
                  </a:cubicBezTo>
                  <a:cubicBezTo>
                    <a:pt x="153" y="375"/>
                    <a:pt x="150" y="376"/>
                    <a:pt x="152" y="383"/>
                  </a:cubicBezTo>
                  <a:cubicBezTo>
                    <a:pt x="154" y="389"/>
                    <a:pt x="131" y="396"/>
                    <a:pt x="126" y="397"/>
                  </a:cubicBezTo>
                  <a:cubicBezTo>
                    <a:pt x="125" y="395"/>
                    <a:pt x="126" y="393"/>
                    <a:pt x="129" y="392"/>
                  </a:cubicBezTo>
                  <a:cubicBezTo>
                    <a:pt x="125" y="391"/>
                    <a:pt x="128" y="380"/>
                    <a:pt x="130" y="378"/>
                  </a:cubicBezTo>
                  <a:cubicBezTo>
                    <a:pt x="136" y="375"/>
                    <a:pt x="139" y="375"/>
                    <a:pt x="145" y="375"/>
                  </a:cubicBezTo>
                  <a:cubicBezTo>
                    <a:pt x="144" y="374"/>
                    <a:pt x="142" y="372"/>
                    <a:pt x="141" y="371"/>
                  </a:cubicBezTo>
                  <a:cubicBezTo>
                    <a:pt x="142" y="370"/>
                    <a:pt x="144" y="369"/>
                    <a:pt x="146" y="367"/>
                  </a:cubicBezTo>
                  <a:cubicBezTo>
                    <a:pt x="136" y="369"/>
                    <a:pt x="131" y="371"/>
                    <a:pt x="123" y="378"/>
                  </a:cubicBezTo>
                  <a:cubicBezTo>
                    <a:pt x="115" y="384"/>
                    <a:pt x="112" y="390"/>
                    <a:pt x="107" y="398"/>
                  </a:cubicBezTo>
                  <a:cubicBezTo>
                    <a:pt x="110" y="399"/>
                    <a:pt x="112" y="400"/>
                    <a:pt x="115" y="400"/>
                  </a:cubicBezTo>
                  <a:cubicBezTo>
                    <a:pt x="107" y="410"/>
                    <a:pt x="100" y="415"/>
                    <a:pt x="91" y="422"/>
                  </a:cubicBezTo>
                  <a:cubicBezTo>
                    <a:pt x="86" y="425"/>
                    <a:pt x="72" y="429"/>
                    <a:pt x="71" y="436"/>
                  </a:cubicBezTo>
                  <a:cubicBezTo>
                    <a:pt x="71" y="442"/>
                    <a:pt x="52" y="446"/>
                    <a:pt x="46" y="447"/>
                  </a:cubicBezTo>
                  <a:cubicBezTo>
                    <a:pt x="44" y="448"/>
                    <a:pt x="42" y="448"/>
                    <a:pt x="39" y="448"/>
                  </a:cubicBezTo>
                  <a:cubicBezTo>
                    <a:pt x="37" y="448"/>
                    <a:pt x="38" y="450"/>
                    <a:pt x="36" y="451"/>
                  </a:cubicBezTo>
                  <a:cubicBezTo>
                    <a:pt x="31" y="454"/>
                    <a:pt x="28" y="455"/>
                    <a:pt x="23" y="454"/>
                  </a:cubicBezTo>
                  <a:cubicBezTo>
                    <a:pt x="28" y="450"/>
                    <a:pt x="32" y="449"/>
                    <a:pt x="38" y="445"/>
                  </a:cubicBezTo>
                  <a:cubicBezTo>
                    <a:pt x="41" y="443"/>
                    <a:pt x="53" y="432"/>
                    <a:pt x="56" y="438"/>
                  </a:cubicBezTo>
                  <a:cubicBezTo>
                    <a:pt x="59" y="434"/>
                    <a:pt x="68" y="423"/>
                    <a:pt x="73" y="427"/>
                  </a:cubicBezTo>
                  <a:cubicBezTo>
                    <a:pt x="71" y="422"/>
                    <a:pt x="80" y="419"/>
                    <a:pt x="81" y="414"/>
                  </a:cubicBezTo>
                  <a:cubicBezTo>
                    <a:pt x="82" y="410"/>
                    <a:pt x="82" y="409"/>
                    <a:pt x="85" y="406"/>
                  </a:cubicBezTo>
                  <a:cubicBezTo>
                    <a:pt x="86" y="404"/>
                    <a:pt x="88" y="403"/>
                    <a:pt x="86" y="400"/>
                  </a:cubicBezTo>
                  <a:cubicBezTo>
                    <a:pt x="80" y="403"/>
                    <a:pt x="74" y="409"/>
                    <a:pt x="67" y="404"/>
                  </a:cubicBezTo>
                  <a:cubicBezTo>
                    <a:pt x="65" y="403"/>
                    <a:pt x="61" y="398"/>
                    <a:pt x="58" y="399"/>
                  </a:cubicBezTo>
                  <a:cubicBezTo>
                    <a:pt x="55" y="400"/>
                    <a:pt x="52" y="402"/>
                    <a:pt x="48" y="403"/>
                  </a:cubicBezTo>
                  <a:cubicBezTo>
                    <a:pt x="47" y="397"/>
                    <a:pt x="46" y="390"/>
                    <a:pt x="45" y="383"/>
                  </a:cubicBezTo>
                  <a:cubicBezTo>
                    <a:pt x="43" y="384"/>
                    <a:pt x="35" y="390"/>
                    <a:pt x="34" y="390"/>
                  </a:cubicBezTo>
                  <a:cubicBezTo>
                    <a:pt x="31" y="387"/>
                    <a:pt x="25" y="384"/>
                    <a:pt x="22" y="380"/>
                  </a:cubicBezTo>
                  <a:cubicBezTo>
                    <a:pt x="20" y="376"/>
                    <a:pt x="20" y="369"/>
                    <a:pt x="19" y="364"/>
                  </a:cubicBezTo>
                  <a:cubicBezTo>
                    <a:pt x="18" y="360"/>
                    <a:pt x="21" y="357"/>
                    <a:pt x="23" y="354"/>
                  </a:cubicBezTo>
                  <a:cubicBezTo>
                    <a:pt x="27" y="348"/>
                    <a:pt x="26" y="346"/>
                    <a:pt x="33" y="347"/>
                  </a:cubicBezTo>
                  <a:cubicBezTo>
                    <a:pt x="39" y="348"/>
                    <a:pt x="39" y="343"/>
                    <a:pt x="44" y="341"/>
                  </a:cubicBezTo>
                  <a:cubicBezTo>
                    <a:pt x="49" y="339"/>
                    <a:pt x="53" y="343"/>
                    <a:pt x="55" y="337"/>
                  </a:cubicBezTo>
                  <a:cubicBezTo>
                    <a:pt x="57" y="332"/>
                    <a:pt x="55" y="331"/>
                    <a:pt x="51" y="327"/>
                  </a:cubicBezTo>
                  <a:cubicBezTo>
                    <a:pt x="53" y="327"/>
                    <a:pt x="54" y="326"/>
                    <a:pt x="56" y="325"/>
                  </a:cubicBezTo>
                  <a:cubicBezTo>
                    <a:pt x="54" y="319"/>
                    <a:pt x="49" y="324"/>
                    <a:pt x="45" y="326"/>
                  </a:cubicBezTo>
                  <a:cubicBezTo>
                    <a:pt x="40" y="329"/>
                    <a:pt x="40" y="326"/>
                    <a:pt x="35" y="326"/>
                  </a:cubicBezTo>
                  <a:cubicBezTo>
                    <a:pt x="26" y="328"/>
                    <a:pt x="16" y="329"/>
                    <a:pt x="11" y="319"/>
                  </a:cubicBezTo>
                  <a:cubicBezTo>
                    <a:pt x="12" y="319"/>
                    <a:pt x="13" y="318"/>
                    <a:pt x="14" y="318"/>
                  </a:cubicBezTo>
                  <a:cubicBezTo>
                    <a:pt x="9" y="316"/>
                    <a:pt x="3" y="315"/>
                    <a:pt x="0" y="311"/>
                  </a:cubicBezTo>
                  <a:cubicBezTo>
                    <a:pt x="7" y="308"/>
                    <a:pt x="12" y="304"/>
                    <a:pt x="19" y="304"/>
                  </a:cubicBezTo>
                  <a:cubicBezTo>
                    <a:pt x="18" y="304"/>
                    <a:pt x="18" y="303"/>
                    <a:pt x="17" y="302"/>
                  </a:cubicBezTo>
                  <a:cubicBezTo>
                    <a:pt x="23" y="299"/>
                    <a:pt x="26" y="298"/>
                    <a:pt x="32" y="298"/>
                  </a:cubicBezTo>
                  <a:cubicBezTo>
                    <a:pt x="32" y="305"/>
                    <a:pt x="38" y="304"/>
                    <a:pt x="43" y="306"/>
                  </a:cubicBezTo>
                  <a:cubicBezTo>
                    <a:pt x="48" y="307"/>
                    <a:pt x="50" y="305"/>
                    <a:pt x="54" y="302"/>
                  </a:cubicBezTo>
                  <a:cubicBezTo>
                    <a:pt x="52" y="301"/>
                    <a:pt x="50" y="300"/>
                    <a:pt x="48" y="299"/>
                  </a:cubicBezTo>
                  <a:cubicBezTo>
                    <a:pt x="49" y="299"/>
                    <a:pt x="50" y="299"/>
                    <a:pt x="51" y="298"/>
                  </a:cubicBezTo>
                  <a:cubicBezTo>
                    <a:pt x="48" y="297"/>
                    <a:pt x="48" y="295"/>
                    <a:pt x="50" y="293"/>
                  </a:cubicBezTo>
                  <a:cubicBezTo>
                    <a:pt x="45" y="292"/>
                    <a:pt x="40" y="292"/>
                    <a:pt x="35" y="290"/>
                  </a:cubicBezTo>
                  <a:cubicBezTo>
                    <a:pt x="31" y="289"/>
                    <a:pt x="31" y="282"/>
                    <a:pt x="27" y="280"/>
                  </a:cubicBezTo>
                  <a:cubicBezTo>
                    <a:pt x="25" y="279"/>
                    <a:pt x="13" y="276"/>
                    <a:pt x="12" y="273"/>
                  </a:cubicBezTo>
                  <a:cubicBezTo>
                    <a:pt x="11" y="272"/>
                    <a:pt x="14" y="266"/>
                    <a:pt x="14" y="265"/>
                  </a:cubicBezTo>
                  <a:cubicBezTo>
                    <a:pt x="15" y="264"/>
                    <a:pt x="17" y="264"/>
                    <a:pt x="18" y="264"/>
                  </a:cubicBezTo>
                  <a:cubicBezTo>
                    <a:pt x="22" y="264"/>
                    <a:pt x="29" y="265"/>
                    <a:pt x="32" y="261"/>
                  </a:cubicBezTo>
                  <a:cubicBezTo>
                    <a:pt x="35" y="257"/>
                    <a:pt x="38" y="252"/>
                    <a:pt x="42" y="248"/>
                  </a:cubicBezTo>
                  <a:cubicBezTo>
                    <a:pt x="49" y="242"/>
                    <a:pt x="58" y="238"/>
                    <a:pt x="67" y="236"/>
                  </a:cubicBezTo>
                  <a:cubicBezTo>
                    <a:pt x="73" y="235"/>
                    <a:pt x="78" y="235"/>
                    <a:pt x="82" y="232"/>
                  </a:cubicBezTo>
                  <a:cubicBezTo>
                    <a:pt x="89" y="226"/>
                    <a:pt x="89" y="226"/>
                    <a:pt x="96" y="230"/>
                  </a:cubicBezTo>
                  <a:cubicBezTo>
                    <a:pt x="102" y="234"/>
                    <a:pt x="120" y="229"/>
                    <a:pt x="123" y="237"/>
                  </a:cubicBezTo>
                  <a:cubicBezTo>
                    <a:pt x="125" y="242"/>
                    <a:pt x="144" y="242"/>
                    <a:pt x="150" y="243"/>
                  </a:cubicBezTo>
                  <a:cubicBezTo>
                    <a:pt x="159" y="244"/>
                    <a:pt x="169" y="245"/>
                    <a:pt x="178" y="247"/>
                  </a:cubicBezTo>
                  <a:cubicBezTo>
                    <a:pt x="192" y="249"/>
                    <a:pt x="206" y="252"/>
                    <a:pt x="220" y="254"/>
                  </a:cubicBezTo>
                  <a:cubicBezTo>
                    <a:pt x="229" y="256"/>
                    <a:pt x="237" y="261"/>
                    <a:pt x="246" y="265"/>
                  </a:cubicBezTo>
                  <a:cubicBezTo>
                    <a:pt x="247" y="265"/>
                    <a:pt x="257" y="254"/>
                    <a:pt x="258" y="252"/>
                  </a:cubicBezTo>
                  <a:cubicBezTo>
                    <a:pt x="261" y="249"/>
                    <a:pt x="266" y="257"/>
                    <a:pt x="269" y="256"/>
                  </a:cubicBezTo>
                  <a:cubicBezTo>
                    <a:pt x="274" y="254"/>
                    <a:pt x="296" y="240"/>
                    <a:pt x="299" y="246"/>
                  </a:cubicBezTo>
                  <a:cubicBezTo>
                    <a:pt x="291" y="250"/>
                    <a:pt x="283" y="254"/>
                    <a:pt x="275" y="258"/>
                  </a:cubicBezTo>
                  <a:cubicBezTo>
                    <a:pt x="281" y="263"/>
                    <a:pt x="302" y="245"/>
                    <a:pt x="303" y="252"/>
                  </a:cubicBezTo>
                  <a:cubicBezTo>
                    <a:pt x="306" y="249"/>
                    <a:pt x="308" y="247"/>
                    <a:pt x="311" y="244"/>
                  </a:cubicBezTo>
                  <a:cubicBezTo>
                    <a:pt x="312" y="242"/>
                    <a:pt x="308" y="241"/>
                    <a:pt x="311" y="238"/>
                  </a:cubicBezTo>
                  <a:cubicBezTo>
                    <a:pt x="317" y="245"/>
                    <a:pt x="323" y="252"/>
                    <a:pt x="330" y="258"/>
                  </a:cubicBezTo>
                  <a:cubicBezTo>
                    <a:pt x="332" y="251"/>
                    <a:pt x="333" y="249"/>
                    <a:pt x="338" y="245"/>
                  </a:cubicBezTo>
                  <a:cubicBezTo>
                    <a:pt x="341" y="248"/>
                    <a:pt x="336" y="249"/>
                    <a:pt x="340" y="252"/>
                  </a:cubicBezTo>
                  <a:cubicBezTo>
                    <a:pt x="342" y="253"/>
                    <a:pt x="339" y="256"/>
                    <a:pt x="338" y="257"/>
                  </a:cubicBezTo>
                  <a:cubicBezTo>
                    <a:pt x="341" y="257"/>
                    <a:pt x="346" y="257"/>
                    <a:pt x="348" y="255"/>
                  </a:cubicBezTo>
                  <a:cubicBezTo>
                    <a:pt x="349" y="254"/>
                    <a:pt x="347" y="251"/>
                    <a:pt x="349" y="251"/>
                  </a:cubicBezTo>
                  <a:cubicBezTo>
                    <a:pt x="350" y="250"/>
                    <a:pt x="352" y="250"/>
                    <a:pt x="353" y="250"/>
                  </a:cubicBezTo>
                  <a:cubicBezTo>
                    <a:pt x="358" y="249"/>
                    <a:pt x="366" y="254"/>
                    <a:pt x="371" y="257"/>
                  </a:cubicBezTo>
                  <a:cubicBezTo>
                    <a:pt x="381" y="261"/>
                    <a:pt x="392" y="263"/>
                    <a:pt x="403" y="265"/>
                  </a:cubicBezTo>
                  <a:cubicBezTo>
                    <a:pt x="403" y="265"/>
                    <a:pt x="402" y="264"/>
                    <a:pt x="402" y="263"/>
                  </a:cubicBezTo>
                  <a:cubicBezTo>
                    <a:pt x="409" y="263"/>
                    <a:pt x="413" y="267"/>
                    <a:pt x="419" y="270"/>
                  </a:cubicBezTo>
                  <a:cubicBezTo>
                    <a:pt x="423" y="274"/>
                    <a:pt x="410" y="278"/>
                    <a:pt x="409" y="279"/>
                  </a:cubicBezTo>
                  <a:cubicBezTo>
                    <a:pt x="413" y="280"/>
                    <a:pt x="418" y="282"/>
                    <a:pt x="423" y="282"/>
                  </a:cubicBezTo>
                  <a:cubicBezTo>
                    <a:pt x="430" y="281"/>
                    <a:pt x="438" y="281"/>
                    <a:pt x="446" y="280"/>
                  </a:cubicBezTo>
                  <a:cubicBezTo>
                    <a:pt x="449" y="280"/>
                    <a:pt x="456" y="279"/>
                    <a:pt x="458" y="283"/>
                  </a:cubicBezTo>
                  <a:cubicBezTo>
                    <a:pt x="462" y="288"/>
                    <a:pt x="465" y="293"/>
                    <a:pt x="469" y="299"/>
                  </a:cubicBezTo>
                  <a:cubicBezTo>
                    <a:pt x="468" y="296"/>
                    <a:pt x="468" y="294"/>
                    <a:pt x="467" y="292"/>
                  </a:cubicBezTo>
                  <a:cubicBezTo>
                    <a:pt x="467" y="290"/>
                    <a:pt x="468" y="289"/>
                    <a:pt x="468" y="288"/>
                  </a:cubicBezTo>
                  <a:cubicBezTo>
                    <a:pt x="467" y="282"/>
                    <a:pt x="465" y="283"/>
                    <a:pt x="468" y="278"/>
                  </a:cubicBezTo>
                  <a:cubicBezTo>
                    <a:pt x="470" y="275"/>
                    <a:pt x="486" y="274"/>
                    <a:pt x="482" y="269"/>
                  </a:cubicBezTo>
                  <a:cubicBezTo>
                    <a:pt x="475" y="272"/>
                    <a:pt x="469" y="274"/>
                    <a:pt x="461" y="274"/>
                  </a:cubicBezTo>
                  <a:cubicBezTo>
                    <a:pt x="463" y="267"/>
                    <a:pt x="465" y="268"/>
                    <a:pt x="472" y="266"/>
                  </a:cubicBezTo>
                  <a:cubicBezTo>
                    <a:pt x="478" y="263"/>
                    <a:pt x="479" y="263"/>
                    <a:pt x="485" y="266"/>
                  </a:cubicBezTo>
                  <a:cubicBezTo>
                    <a:pt x="487" y="267"/>
                    <a:pt x="488" y="271"/>
                    <a:pt x="489" y="273"/>
                  </a:cubicBezTo>
                  <a:cubicBezTo>
                    <a:pt x="490" y="275"/>
                    <a:pt x="492" y="275"/>
                    <a:pt x="494" y="276"/>
                  </a:cubicBezTo>
                  <a:cubicBezTo>
                    <a:pt x="499" y="277"/>
                    <a:pt x="504" y="278"/>
                    <a:pt x="509" y="280"/>
                  </a:cubicBezTo>
                  <a:cubicBezTo>
                    <a:pt x="513" y="282"/>
                    <a:pt x="535" y="284"/>
                    <a:pt x="536" y="281"/>
                  </a:cubicBezTo>
                  <a:cubicBezTo>
                    <a:pt x="537" y="275"/>
                    <a:pt x="538" y="272"/>
                    <a:pt x="545" y="272"/>
                  </a:cubicBezTo>
                  <a:cubicBezTo>
                    <a:pt x="549" y="272"/>
                    <a:pt x="554" y="274"/>
                    <a:pt x="558" y="275"/>
                  </a:cubicBezTo>
                  <a:cubicBezTo>
                    <a:pt x="558" y="277"/>
                    <a:pt x="555" y="284"/>
                    <a:pt x="556" y="285"/>
                  </a:cubicBezTo>
                  <a:cubicBezTo>
                    <a:pt x="556" y="287"/>
                    <a:pt x="562" y="290"/>
                    <a:pt x="564" y="291"/>
                  </a:cubicBezTo>
                  <a:cubicBezTo>
                    <a:pt x="562" y="284"/>
                    <a:pt x="559" y="278"/>
                    <a:pt x="568" y="276"/>
                  </a:cubicBezTo>
                  <a:cubicBezTo>
                    <a:pt x="572" y="276"/>
                    <a:pt x="574" y="273"/>
                    <a:pt x="576" y="270"/>
                  </a:cubicBezTo>
                  <a:cubicBezTo>
                    <a:pt x="578" y="268"/>
                    <a:pt x="577" y="266"/>
                    <a:pt x="577" y="263"/>
                  </a:cubicBezTo>
                  <a:cubicBezTo>
                    <a:pt x="574" y="264"/>
                    <a:pt x="572" y="265"/>
                    <a:pt x="570" y="266"/>
                  </a:cubicBezTo>
                  <a:cubicBezTo>
                    <a:pt x="569" y="259"/>
                    <a:pt x="574" y="258"/>
                    <a:pt x="579" y="258"/>
                  </a:cubicBezTo>
                  <a:cubicBezTo>
                    <a:pt x="579" y="252"/>
                    <a:pt x="574" y="256"/>
                    <a:pt x="570" y="255"/>
                  </a:cubicBezTo>
                  <a:cubicBezTo>
                    <a:pt x="568" y="254"/>
                    <a:pt x="558" y="252"/>
                    <a:pt x="557" y="249"/>
                  </a:cubicBezTo>
                  <a:cubicBezTo>
                    <a:pt x="555" y="243"/>
                    <a:pt x="555" y="239"/>
                    <a:pt x="555" y="233"/>
                  </a:cubicBezTo>
                  <a:cubicBezTo>
                    <a:pt x="555" y="226"/>
                    <a:pt x="558" y="225"/>
                    <a:pt x="563" y="227"/>
                  </a:cubicBezTo>
                  <a:cubicBezTo>
                    <a:pt x="564" y="224"/>
                    <a:pt x="562" y="223"/>
                    <a:pt x="559" y="223"/>
                  </a:cubicBezTo>
                  <a:cubicBezTo>
                    <a:pt x="564" y="220"/>
                    <a:pt x="564" y="221"/>
                    <a:pt x="564" y="215"/>
                  </a:cubicBezTo>
                  <a:cubicBezTo>
                    <a:pt x="564" y="209"/>
                    <a:pt x="564" y="207"/>
                    <a:pt x="562" y="203"/>
                  </a:cubicBezTo>
                  <a:cubicBezTo>
                    <a:pt x="560" y="199"/>
                    <a:pt x="561" y="194"/>
                    <a:pt x="561" y="191"/>
                  </a:cubicBezTo>
                  <a:cubicBezTo>
                    <a:pt x="562" y="187"/>
                    <a:pt x="567" y="189"/>
                    <a:pt x="569" y="189"/>
                  </a:cubicBezTo>
                  <a:cubicBezTo>
                    <a:pt x="560" y="180"/>
                    <a:pt x="575" y="182"/>
                    <a:pt x="581" y="182"/>
                  </a:cubicBezTo>
                  <a:cubicBezTo>
                    <a:pt x="590" y="182"/>
                    <a:pt x="595" y="183"/>
                    <a:pt x="603" y="185"/>
                  </a:cubicBezTo>
                  <a:cubicBezTo>
                    <a:pt x="600" y="190"/>
                    <a:pt x="595" y="201"/>
                    <a:pt x="591" y="204"/>
                  </a:cubicBezTo>
                  <a:cubicBezTo>
                    <a:pt x="586" y="206"/>
                    <a:pt x="576" y="204"/>
                    <a:pt x="572" y="204"/>
                  </a:cubicBezTo>
                  <a:cubicBezTo>
                    <a:pt x="586" y="206"/>
                    <a:pt x="570" y="215"/>
                    <a:pt x="570" y="220"/>
                  </a:cubicBezTo>
                  <a:cubicBezTo>
                    <a:pt x="578" y="219"/>
                    <a:pt x="582" y="225"/>
                    <a:pt x="583" y="232"/>
                  </a:cubicBezTo>
                  <a:cubicBezTo>
                    <a:pt x="584" y="236"/>
                    <a:pt x="591" y="242"/>
                    <a:pt x="594" y="245"/>
                  </a:cubicBezTo>
                  <a:cubicBezTo>
                    <a:pt x="590" y="247"/>
                    <a:pt x="587" y="250"/>
                    <a:pt x="583" y="252"/>
                  </a:cubicBezTo>
                  <a:cubicBezTo>
                    <a:pt x="587" y="253"/>
                    <a:pt x="590" y="256"/>
                    <a:pt x="593" y="254"/>
                  </a:cubicBezTo>
                  <a:cubicBezTo>
                    <a:pt x="596" y="251"/>
                    <a:pt x="599" y="254"/>
                    <a:pt x="603" y="256"/>
                  </a:cubicBezTo>
                  <a:cubicBezTo>
                    <a:pt x="601" y="257"/>
                    <a:pt x="599" y="258"/>
                    <a:pt x="597" y="259"/>
                  </a:cubicBezTo>
                  <a:cubicBezTo>
                    <a:pt x="601" y="262"/>
                    <a:pt x="603" y="262"/>
                    <a:pt x="602" y="267"/>
                  </a:cubicBezTo>
                  <a:cubicBezTo>
                    <a:pt x="600" y="271"/>
                    <a:pt x="600" y="272"/>
                    <a:pt x="604" y="275"/>
                  </a:cubicBezTo>
                  <a:cubicBezTo>
                    <a:pt x="606" y="271"/>
                    <a:pt x="608" y="270"/>
                    <a:pt x="608" y="265"/>
                  </a:cubicBezTo>
                  <a:cubicBezTo>
                    <a:pt x="608" y="264"/>
                    <a:pt x="609" y="257"/>
                    <a:pt x="612" y="259"/>
                  </a:cubicBezTo>
                  <a:cubicBezTo>
                    <a:pt x="614" y="260"/>
                    <a:pt x="621" y="262"/>
                    <a:pt x="621" y="265"/>
                  </a:cubicBezTo>
                  <a:cubicBezTo>
                    <a:pt x="622" y="269"/>
                    <a:pt x="625" y="273"/>
                    <a:pt x="620" y="275"/>
                  </a:cubicBezTo>
                  <a:cubicBezTo>
                    <a:pt x="620" y="274"/>
                    <a:pt x="619" y="273"/>
                    <a:pt x="619" y="272"/>
                  </a:cubicBezTo>
                  <a:cubicBezTo>
                    <a:pt x="609" y="277"/>
                    <a:pt x="631" y="297"/>
                    <a:pt x="632" y="286"/>
                  </a:cubicBezTo>
                  <a:cubicBezTo>
                    <a:pt x="633" y="283"/>
                    <a:pt x="632" y="282"/>
                    <a:pt x="634" y="280"/>
                  </a:cubicBezTo>
                  <a:cubicBezTo>
                    <a:pt x="635" y="279"/>
                    <a:pt x="639" y="277"/>
                    <a:pt x="639" y="275"/>
                  </a:cubicBezTo>
                  <a:cubicBezTo>
                    <a:pt x="639" y="267"/>
                    <a:pt x="639" y="268"/>
                    <a:pt x="646" y="265"/>
                  </a:cubicBezTo>
                  <a:cubicBezTo>
                    <a:pt x="643" y="260"/>
                    <a:pt x="640" y="258"/>
                    <a:pt x="641" y="253"/>
                  </a:cubicBezTo>
                  <a:cubicBezTo>
                    <a:pt x="642" y="248"/>
                    <a:pt x="645" y="250"/>
                    <a:pt x="650" y="250"/>
                  </a:cubicBezTo>
                  <a:cubicBezTo>
                    <a:pt x="652" y="251"/>
                    <a:pt x="660" y="251"/>
                    <a:pt x="662" y="253"/>
                  </a:cubicBezTo>
                  <a:cubicBezTo>
                    <a:pt x="666" y="257"/>
                    <a:pt x="667" y="258"/>
                    <a:pt x="673" y="259"/>
                  </a:cubicBezTo>
                  <a:cubicBezTo>
                    <a:pt x="671" y="263"/>
                    <a:pt x="674" y="266"/>
                    <a:pt x="672" y="269"/>
                  </a:cubicBezTo>
                  <a:cubicBezTo>
                    <a:pt x="670" y="271"/>
                    <a:pt x="665" y="270"/>
                    <a:pt x="663" y="270"/>
                  </a:cubicBezTo>
                  <a:cubicBezTo>
                    <a:pt x="665" y="275"/>
                    <a:pt x="666" y="279"/>
                    <a:pt x="669" y="282"/>
                  </a:cubicBezTo>
                  <a:cubicBezTo>
                    <a:pt x="673" y="285"/>
                    <a:pt x="675" y="288"/>
                    <a:pt x="671" y="293"/>
                  </a:cubicBezTo>
                  <a:cubicBezTo>
                    <a:pt x="668" y="296"/>
                    <a:pt x="662" y="298"/>
                    <a:pt x="659" y="300"/>
                  </a:cubicBezTo>
                  <a:cubicBezTo>
                    <a:pt x="655" y="302"/>
                    <a:pt x="653" y="298"/>
                    <a:pt x="650" y="295"/>
                  </a:cubicBezTo>
                  <a:cubicBezTo>
                    <a:pt x="652" y="298"/>
                    <a:pt x="653" y="301"/>
                    <a:pt x="654" y="304"/>
                  </a:cubicBezTo>
                  <a:cubicBezTo>
                    <a:pt x="652" y="303"/>
                    <a:pt x="650" y="302"/>
                    <a:pt x="648" y="301"/>
                  </a:cubicBezTo>
                  <a:cubicBezTo>
                    <a:pt x="648" y="302"/>
                    <a:pt x="648" y="303"/>
                    <a:pt x="649" y="304"/>
                  </a:cubicBezTo>
                  <a:cubicBezTo>
                    <a:pt x="646" y="303"/>
                    <a:pt x="644" y="303"/>
                    <a:pt x="642" y="302"/>
                  </a:cubicBezTo>
                  <a:cubicBezTo>
                    <a:pt x="641" y="302"/>
                    <a:pt x="642" y="298"/>
                    <a:pt x="640" y="298"/>
                  </a:cubicBezTo>
                  <a:cubicBezTo>
                    <a:pt x="637" y="298"/>
                    <a:pt x="633" y="297"/>
                    <a:pt x="631" y="301"/>
                  </a:cubicBezTo>
                  <a:cubicBezTo>
                    <a:pt x="633" y="302"/>
                    <a:pt x="635" y="303"/>
                    <a:pt x="637" y="304"/>
                  </a:cubicBezTo>
                  <a:cubicBezTo>
                    <a:pt x="635" y="308"/>
                    <a:pt x="633" y="312"/>
                    <a:pt x="630" y="313"/>
                  </a:cubicBezTo>
                  <a:cubicBezTo>
                    <a:pt x="625" y="316"/>
                    <a:pt x="623" y="314"/>
                    <a:pt x="618" y="311"/>
                  </a:cubicBezTo>
                  <a:cubicBezTo>
                    <a:pt x="610" y="307"/>
                    <a:pt x="604" y="308"/>
                    <a:pt x="595" y="307"/>
                  </a:cubicBezTo>
                  <a:cubicBezTo>
                    <a:pt x="601" y="310"/>
                    <a:pt x="607" y="313"/>
                    <a:pt x="613" y="316"/>
                  </a:cubicBezTo>
                  <a:cubicBezTo>
                    <a:pt x="617" y="318"/>
                    <a:pt x="624" y="318"/>
                    <a:pt x="629" y="318"/>
                  </a:cubicBezTo>
                  <a:cubicBezTo>
                    <a:pt x="627" y="321"/>
                    <a:pt x="624" y="330"/>
                    <a:pt x="621" y="332"/>
                  </a:cubicBezTo>
                  <a:cubicBezTo>
                    <a:pt x="619" y="333"/>
                    <a:pt x="617" y="335"/>
                    <a:pt x="615" y="334"/>
                  </a:cubicBezTo>
                  <a:cubicBezTo>
                    <a:pt x="612" y="334"/>
                    <a:pt x="610" y="333"/>
                    <a:pt x="608" y="335"/>
                  </a:cubicBezTo>
                  <a:cubicBezTo>
                    <a:pt x="601" y="339"/>
                    <a:pt x="600" y="340"/>
                    <a:pt x="593" y="337"/>
                  </a:cubicBezTo>
                  <a:cubicBezTo>
                    <a:pt x="588" y="336"/>
                    <a:pt x="584" y="335"/>
                    <a:pt x="579" y="334"/>
                  </a:cubicBezTo>
                  <a:cubicBezTo>
                    <a:pt x="582" y="335"/>
                    <a:pt x="585" y="336"/>
                    <a:pt x="588" y="338"/>
                  </a:cubicBezTo>
                  <a:cubicBezTo>
                    <a:pt x="588" y="339"/>
                    <a:pt x="587" y="339"/>
                    <a:pt x="586" y="340"/>
                  </a:cubicBezTo>
                  <a:cubicBezTo>
                    <a:pt x="591" y="339"/>
                    <a:pt x="592" y="339"/>
                    <a:pt x="597" y="341"/>
                  </a:cubicBezTo>
                  <a:cubicBezTo>
                    <a:pt x="599" y="343"/>
                    <a:pt x="603" y="346"/>
                    <a:pt x="599" y="348"/>
                  </a:cubicBezTo>
                  <a:cubicBezTo>
                    <a:pt x="595" y="350"/>
                    <a:pt x="593" y="350"/>
                    <a:pt x="588" y="350"/>
                  </a:cubicBezTo>
                  <a:cubicBezTo>
                    <a:pt x="586" y="350"/>
                    <a:pt x="584" y="355"/>
                    <a:pt x="583" y="356"/>
                  </a:cubicBezTo>
                  <a:cubicBezTo>
                    <a:pt x="579" y="362"/>
                    <a:pt x="573" y="369"/>
                    <a:pt x="572" y="376"/>
                  </a:cubicBezTo>
                  <a:cubicBezTo>
                    <a:pt x="570" y="384"/>
                    <a:pt x="569" y="392"/>
                    <a:pt x="567" y="400"/>
                  </a:cubicBezTo>
                  <a:cubicBezTo>
                    <a:pt x="570" y="401"/>
                    <a:pt x="577" y="401"/>
                    <a:pt x="580" y="403"/>
                  </a:cubicBezTo>
                  <a:cubicBezTo>
                    <a:pt x="582" y="406"/>
                    <a:pt x="584" y="415"/>
                    <a:pt x="585" y="419"/>
                  </a:cubicBezTo>
                  <a:cubicBezTo>
                    <a:pt x="588" y="426"/>
                    <a:pt x="589" y="423"/>
                    <a:pt x="596" y="422"/>
                  </a:cubicBezTo>
                  <a:cubicBezTo>
                    <a:pt x="599" y="421"/>
                    <a:pt x="603" y="423"/>
                    <a:pt x="606" y="424"/>
                  </a:cubicBezTo>
                  <a:cubicBezTo>
                    <a:pt x="615" y="428"/>
                    <a:pt x="622" y="431"/>
                    <a:pt x="631" y="437"/>
                  </a:cubicBezTo>
                  <a:cubicBezTo>
                    <a:pt x="633" y="439"/>
                    <a:pt x="638" y="444"/>
                    <a:pt x="642" y="445"/>
                  </a:cubicBezTo>
                  <a:cubicBezTo>
                    <a:pt x="646" y="445"/>
                    <a:pt x="651" y="446"/>
                    <a:pt x="656" y="446"/>
                  </a:cubicBezTo>
                  <a:cubicBezTo>
                    <a:pt x="657" y="447"/>
                    <a:pt x="666" y="446"/>
                    <a:pt x="666" y="448"/>
                  </a:cubicBezTo>
                  <a:cubicBezTo>
                    <a:pt x="666" y="455"/>
                    <a:pt x="666" y="461"/>
                    <a:pt x="666" y="468"/>
                  </a:cubicBezTo>
                  <a:cubicBezTo>
                    <a:pt x="665" y="477"/>
                    <a:pt x="674" y="484"/>
                    <a:pt x="680" y="491"/>
                  </a:cubicBezTo>
                  <a:cubicBezTo>
                    <a:pt x="685" y="497"/>
                    <a:pt x="696" y="485"/>
                    <a:pt x="695" y="480"/>
                  </a:cubicBezTo>
                  <a:cubicBezTo>
                    <a:pt x="694" y="474"/>
                    <a:pt x="693" y="468"/>
                    <a:pt x="692" y="462"/>
                  </a:cubicBezTo>
                  <a:cubicBezTo>
                    <a:pt x="692" y="459"/>
                    <a:pt x="687" y="455"/>
                    <a:pt x="686" y="452"/>
                  </a:cubicBezTo>
                  <a:cubicBezTo>
                    <a:pt x="692" y="448"/>
                    <a:pt x="703" y="444"/>
                    <a:pt x="707" y="439"/>
                  </a:cubicBezTo>
                  <a:cubicBezTo>
                    <a:pt x="710" y="433"/>
                    <a:pt x="711" y="419"/>
                    <a:pt x="707" y="415"/>
                  </a:cubicBezTo>
                  <a:cubicBezTo>
                    <a:pt x="703" y="412"/>
                    <a:pt x="700" y="409"/>
                    <a:pt x="698" y="405"/>
                  </a:cubicBezTo>
                  <a:cubicBezTo>
                    <a:pt x="694" y="400"/>
                    <a:pt x="693" y="401"/>
                    <a:pt x="697" y="397"/>
                  </a:cubicBezTo>
                  <a:cubicBezTo>
                    <a:pt x="702" y="392"/>
                    <a:pt x="703" y="393"/>
                    <a:pt x="701" y="386"/>
                  </a:cubicBezTo>
                  <a:cubicBezTo>
                    <a:pt x="700" y="382"/>
                    <a:pt x="698" y="378"/>
                    <a:pt x="699" y="374"/>
                  </a:cubicBezTo>
                  <a:cubicBezTo>
                    <a:pt x="701" y="368"/>
                    <a:pt x="701" y="366"/>
                    <a:pt x="699" y="360"/>
                  </a:cubicBezTo>
                  <a:cubicBezTo>
                    <a:pt x="698" y="356"/>
                    <a:pt x="700" y="354"/>
                    <a:pt x="705" y="354"/>
                  </a:cubicBezTo>
                  <a:cubicBezTo>
                    <a:pt x="713" y="353"/>
                    <a:pt x="720" y="359"/>
                    <a:pt x="727" y="356"/>
                  </a:cubicBezTo>
                  <a:cubicBezTo>
                    <a:pt x="732" y="354"/>
                    <a:pt x="734" y="356"/>
                    <a:pt x="738" y="359"/>
                  </a:cubicBezTo>
                  <a:cubicBezTo>
                    <a:pt x="740" y="361"/>
                    <a:pt x="746" y="364"/>
                    <a:pt x="747" y="366"/>
                  </a:cubicBezTo>
                  <a:cubicBezTo>
                    <a:pt x="748" y="371"/>
                    <a:pt x="750" y="374"/>
                    <a:pt x="755" y="373"/>
                  </a:cubicBezTo>
                  <a:cubicBezTo>
                    <a:pt x="759" y="373"/>
                    <a:pt x="762" y="375"/>
                    <a:pt x="765" y="376"/>
                  </a:cubicBezTo>
                  <a:cubicBezTo>
                    <a:pt x="763" y="380"/>
                    <a:pt x="762" y="381"/>
                    <a:pt x="763" y="385"/>
                  </a:cubicBezTo>
                  <a:cubicBezTo>
                    <a:pt x="763" y="388"/>
                    <a:pt x="764" y="392"/>
                    <a:pt x="763" y="395"/>
                  </a:cubicBezTo>
                  <a:cubicBezTo>
                    <a:pt x="764" y="395"/>
                    <a:pt x="765" y="396"/>
                    <a:pt x="766" y="395"/>
                  </a:cubicBezTo>
                  <a:cubicBezTo>
                    <a:pt x="764" y="398"/>
                    <a:pt x="759" y="402"/>
                    <a:pt x="762" y="404"/>
                  </a:cubicBezTo>
                  <a:cubicBezTo>
                    <a:pt x="767" y="389"/>
                    <a:pt x="785" y="422"/>
                    <a:pt x="788" y="402"/>
                  </a:cubicBezTo>
                  <a:cubicBezTo>
                    <a:pt x="789" y="403"/>
                    <a:pt x="791" y="403"/>
                    <a:pt x="791" y="404"/>
                  </a:cubicBezTo>
                  <a:cubicBezTo>
                    <a:pt x="793" y="399"/>
                    <a:pt x="797" y="395"/>
                    <a:pt x="796" y="391"/>
                  </a:cubicBezTo>
                  <a:cubicBezTo>
                    <a:pt x="795" y="387"/>
                    <a:pt x="800" y="381"/>
                    <a:pt x="803" y="381"/>
                  </a:cubicBezTo>
                  <a:cubicBezTo>
                    <a:pt x="803" y="383"/>
                    <a:pt x="803" y="385"/>
                    <a:pt x="802" y="387"/>
                  </a:cubicBezTo>
                  <a:cubicBezTo>
                    <a:pt x="810" y="387"/>
                    <a:pt x="815" y="403"/>
                    <a:pt x="819" y="409"/>
                  </a:cubicBezTo>
                  <a:cubicBezTo>
                    <a:pt x="821" y="413"/>
                    <a:pt x="827" y="420"/>
                    <a:pt x="828" y="424"/>
                  </a:cubicBezTo>
                  <a:cubicBezTo>
                    <a:pt x="828" y="426"/>
                    <a:pt x="824" y="429"/>
                    <a:pt x="824" y="432"/>
                  </a:cubicBezTo>
                  <a:cubicBezTo>
                    <a:pt x="824" y="433"/>
                    <a:pt x="828" y="435"/>
                    <a:pt x="829" y="435"/>
                  </a:cubicBezTo>
                  <a:cubicBezTo>
                    <a:pt x="831" y="437"/>
                    <a:pt x="834" y="439"/>
                    <a:pt x="835" y="441"/>
                  </a:cubicBezTo>
                  <a:cubicBezTo>
                    <a:pt x="837" y="443"/>
                    <a:pt x="834" y="445"/>
                    <a:pt x="838" y="446"/>
                  </a:cubicBezTo>
                  <a:cubicBezTo>
                    <a:pt x="844" y="446"/>
                    <a:pt x="846" y="446"/>
                    <a:pt x="851" y="449"/>
                  </a:cubicBezTo>
                  <a:cubicBezTo>
                    <a:pt x="854" y="452"/>
                    <a:pt x="861" y="455"/>
                    <a:pt x="854" y="456"/>
                  </a:cubicBezTo>
                  <a:cubicBezTo>
                    <a:pt x="850" y="457"/>
                    <a:pt x="846" y="458"/>
                    <a:pt x="842" y="460"/>
                  </a:cubicBezTo>
                  <a:cubicBezTo>
                    <a:pt x="844" y="461"/>
                    <a:pt x="847" y="459"/>
                    <a:pt x="850" y="458"/>
                  </a:cubicBezTo>
                  <a:cubicBezTo>
                    <a:pt x="848" y="461"/>
                    <a:pt x="842" y="462"/>
                    <a:pt x="839" y="463"/>
                  </a:cubicBezTo>
                  <a:cubicBezTo>
                    <a:pt x="836" y="464"/>
                    <a:pt x="837" y="470"/>
                    <a:pt x="839" y="468"/>
                  </a:cubicBezTo>
                  <a:cubicBezTo>
                    <a:pt x="840" y="466"/>
                    <a:pt x="841" y="466"/>
                    <a:pt x="843" y="465"/>
                  </a:cubicBezTo>
                  <a:cubicBezTo>
                    <a:pt x="845" y="464"/>
                    <a:pt x="845" y="463"/>
                    <a:pt x="846" y="462"/>
                  </a:cubicBezTo>
                  <a:cubicBezTo>
                    <a:pt x="849" y="461"/>
                    <a:pt x="852" y="460"/>
                    <a:pt x="855" y="460"/>
                  </a:cubicBezTo>
                  <a:cubicBezTo>
                    <a:pt x="853" y="459"/>
                    <a:pt x="853" y="459"/>
                    <a:pt x="852" y="458"/>
                  </a:cubicBezTo>
                  <a:cubicBezTo>
                    <a:pt x="854" y="458"/>
                    <a:pt x="859" y="458"/>
                    <a:pt x="860" y="461"/>
                  </a:cubicBezTo>
                  <a:cubicBezTo>
                    <a:pt x="861" y="464"/>
                    <a:pt x="857" y="464"/>
                    <a:pt x="859" y="467"/>
                  </a:cubicBezTo>
                  <a:cubicBezTo>
                    <a:pt x="862" y="462"/>
                    <a:pt x="865" y="464"/>
                    <a:pt x="869" y="466"/>
                  </a:cubicBezTo>
                  <a:cubicBezTo>
                    <a:pt x="873" y="467"/>
                    <a:pt x="870" y="473"/>
                    <a:pt x="869" y="475"/>
                  </a:cubicBezTo>
                  <a:cubicBezTo>
                    <a:pt x="868" y="479"/>
                    <a:pt x="872" y="480"/>
                    <a:pt x="869" y="485"/>
                  </a:cubicBezTo>
                  <a:cubicBezTo>
                    <a:pt x="868" y="486"/>
                    <a:pt x="862" y="490"/>
                    <a:pt x="860" y="490"/>
                  </a:cubicBezTo>
                  <a:cubicBezTo>
                    <a:pt x="857" y="491"/>
                    <a:pt x="854" y="490"/>
                    <a:pt x="850" y="492"/>
                  </a:cubicBezTo>
                  <a:cubicBezTo>
                    <a:pt x="846" y="493"/>
                    <a:pt x="845" y="495"/>
                    <a:pt x="842" y="498"/>
                  </a:cubicBezTo>
                  <a:cubicBezTo>
                    <a:pt x="837" y="504"/>
                    <a:pt x="832" y="505"/>
                    <a:pt x="824" y="504"/>
                  </a:cubicBezTo>
                  <a:cubicBezTo>
                    <a:pt x="815" y="503"/>
                    <a:pt x="808" y="503"/>
                    <a:pt x="799" y="504"/>
                  </a:cubicBezTo>
                  <a:cubicBezTo>
                    <a:pt x="792" y="504"/>
                    <a:pt x="784" y="502"/>
                    <a:pt x="782" y="511"/>
                  </a:cubicBezTo>
                  <a:cubicBezTo>
                    <a:pt x="782" y="514"/>
                    <a:pt x="775" y="515"/>
                    <a:pt x="773" y="516"/>
                  </a:cubicBezTo>
                  <a:cubicBezTo>
                    <a:pt x="769" y="518"/>
                    <a:pt x="767" y="523"/>
                    <a:pt x="764" y="525"/>
                  </a:cubicBezTo>
                  <a:cubicBezTo>
                    <a:pt x="759" y="531"/>
                    <a:pt x="756" y="537"/>
                    <a:pt x="751" y="541"/>
                  </a:cubicBezTo>
                  <a:cubicBezTo>
                    <a:pt x="761" y="537"/>
                    <a:pt x="766" y="526"/>
                    <a:pt x="776" y="521"/>
                  </a:cubicBezTo>
                  <a:cubicBezTo>
                    <a:pt x="783" y="518"/>
                    <a:pt x="801" y="508"/>
                    <a:pt x="806" y="520"/>
                  </a:cubicBezTo>
                  <a:cubicBezTo>
                    <a:pt x="805" y="519"/>
                    <a:pt x="804" y="519"/>
                    <a:pt x="803" y="519"/>
                  </a:cubicBezTo>
                  <a:cubicBezTo>
                    <a:pt x="808" y="522"/>
                    <a:pt x="802" y="525"/>
                    <a:pt x="799" y="527"/>
                  </a:cubicBezTo>
                  <a:cubicBezTo>
                    <a:pt x="796" y="530"/>
                    <a:pt x="793" y="525"/>
                    <a:pt x="789" y="527"/>
                  </a:cubicBezTo>
                  <a:cubicBezTo>
                    <a:pt x="791" y="528"/>
                    <a:pt x="795" y="532"/>
                    <a:pt x="795" y="532"/>
                  </a:cubicBezTo>
                  <a:cubicBezTo>
                    <a:pt x="797" y="531"/>
                    <a:pt x="799" y="530"/>
                    <a:pt x="802" y="531"/>
                  </a:cubicBezTo>
                  <a:cubicBezTo>
                    <a:pt x="801" y="534"/>
                    <a:pt x="799" y="537"/>
                    <a:pt x="797" y="538"/>
                  </a:cubicBezTo>
                  <a:cubicBezTo>
                    <a:pt x="798" y="538"/>
                    <a:pt x="800" y="538"/>
                    <a:pt x="801" y="538"/>
                  </a:cubicBezTo>
                  <a:cubicBezTo>
                    <a:pt x="799" y="543"/>
                    <a:pt x="804" y="547"/>
                    <a:pt x="808" y="548"/>
                  </a:cubicBezTo>
                  <a:cubicBezTo>
                    <a:pt x="808" y="549"/>
                    <a:pt x="808" y="549"/>
                    <a:pt x="807" y="549"/>
                  </a:cubicBezTo>
                  <a:cubicBezTo>
                    <a:pt x="813" y="552"/>
                    <a:pt x="818" y="555"/>
                    <a:pt x="823" y="551"/>
                  </a:cubicBezTo>
                  <a:cubicBezTo>
                    <a:pt x="824" y="552"/>
                    <a:pt x="824" y="553"/>
                    <a:pt x="824" y="554"/>
                  </a:cubicBezTo>
                  <a:cubicBezTo>
                    <a:pt x="825" y="554"/>
                    <a:pt x="827" y="553"/>
                    <a:pt x="827" y="553"/>
                  </a:cubicBezTo>
                  <a:cubicBezTo>
                    <a:pt x="824" y="548"/>
                    <a:pt x="831" y="542"/>
                    <a:pt x="833" y="538"/>
                  </a:cubicBezTo>
                  <a:cubicBezTo>
                    <a:pt x="838" y="540"/>
                    <a:pt x="835" y="544"/>
                    <a:pt x="834" y="547"/>
                  </a:cubicBezTo>
                  <a:cubicBezTo>
                    <a:pt x="837" y="545"/>
                    <a:pt x="842" y="550"/>
                    <a:pt x="839" y="551"/>
                  </a:cubicBezTo>
                  <a:cubicBezTo>
                    <a:pt x="836" y="553"/>
                    <a:pt x="832" y="555"/>
                    <a:pt x="828" y="554"/>
                  </a:cubicBezTo>
                  <a:cubicBezTo>
                    <a:pt x="829" y="555"/>
                    <a:pt x="829" y="556"/>
                    <a:pt x="830" y="557"/>
                  </a:cubicBezTo>
                  <a:cubicBezTo>
                    <a:pt x="826" y="559"/>
                    <a:pt x="821" y="561"/>
                    <a:pt x="816" y="563"/>
                  </a:cubicBezTo>
                  <a:cubicBezTo>
                    <a:pt x="814" y="564"/>
                    <a:pt x="812" y="564"/>
                    <a:pt x="811" y="565"/>
                  </a:cubicBezTo>
                  <a:cubicBezTo>
                    <a:pt x="809" y="567"/>
                    <a:pt x="808" y="563"/>
                    <a:pt x="807" y="564"/>
                  </a:cubicBezTo>
                  <a:cubicBezTo>
                    <a:pt x="804" y="567"/>
                    <a:pt x="801" y="572"/>
                    <a:pt x="797" y="575"/>
                  </a:cubicBezTo>
                  <a:cubicBezTo>
                    <a:pt x="795" y="577"/>
                    <a:pt x="793" y="574"/>
                    <a:pt x="791" y="574"/>
                  </a:cubicBezTo>
                  <a:cubicBezTo>
                    <a:pt x="786" y="567"/>
                    <a:pt x="798" y="561"/>
                    <a:pt x="802" y="558"/>
                  </a:cubicBezTo>
                  <a:cubicBezTo>
                    <a:pt x="805" y="556"/>
                    <a:pt x="804" y="558"/>
                    <a:pt x="805" y="559"/>
                  </a:cubicBezTo>
                  <a:cubicBezTo>
                    <a:pt x="808" y="562"/>
                    <a:pt x="809" y="558"/>
                    <a:pt x="812" y="556"/>
                  </a:cubicBezTo>
                  <a:cubicBezTo>
                    <a:pt x="809" y="556"/>
                    <a:pt x="805" y="555"/>
                    <a:pt x="802" y="557"/>
                  </a:cubicBezTo>
                  <a:cubicBezTo>
                    <a:pt x="802" y="555"/>
                    <a:pt x="803" y="553"/>
                    <a:pt x="804" y="552"/>
                  </a:cubicBezTo>
                  <a:cubicBezTo>
                    <a:pt x="801" y="551"/>
                    <a:pt x="796" y="556"/>
                    <a:pt x="793" y="558"/>
                  </a:cubicBezTo>
                  <a:cubicBezTo>
                    <a:pt x="791" y="559"/>
                    <a:pt x="791" y="556"/>
                    <a:pt x="789" y="559"/>
                  </a:cubicBezTo>
                  <a:cubicBezTo>
                    <a:pt x="788" y="560"/>
                    <a:pt x="785" y="559"/>
                    <a:pt x="783" y="559"/>
                  </a:cubicBezTo>
                  <a:cubicBezTo>
                    <a:pt x="786" y="567"/>
                    <a:pt x="773" y="564"/>
                    <a:pt x="771" y="568"/>
                  </a:cubicBezTo>
                  <a:cubicBezTo>
                    <a:pt x="771" y="567"/>
                    <a:pt x="770" y="566"/>
                    <a:pt x="770" y="566"/>
                  </a:cubicBezTo>
                  <a:cubicBezTo>
                    <a:pt x="768" y="570"/>
                    <a:pt x="766" y="570"/>
                    <a:pt x="762" y="572"/>
                  </a:cubicBezTo>
                  <a:cubicBezTo>
                    <a:pt x="759" y="573"/>
                    <a:pt x="759" y="575"/>
                    <a:pt x="758" y="577"/>
                  </a:cubicBezTo>
                  <a:cubicBezTo>
                    <a:pt x="757" y="582"/>
                    <a:pt x="749" y="595"/>
                    <a:pt x="759" y="594"/>
                  </a:cubicBezTo>
                  <a:cubicBezTo>
                    <a:pt x="759" y="593"/>
                    <a:pt x="759" y="593"/>
                    <a:pt x="759" y="592"/>
                  </a:cubicBezTo>
                  <a:cubicBezTo>
                    <a:pt x="759" y="593"/>
                    <a:pt x="760" y="594"/>
                    <a:pt x="761" y="594"/>
                  </a:cubicBezTo>
                  <a:cubicBezTo>
                    <a:pt x="758" y="597"/>
                    <a:pt x="754" y="595"/>
                    <a:pt x="751" y="594"/>
                  </a:cubicBezTo>
                  <a:cubicBezTo>
                    <a:pt x="750" y="594"/>
                    <a:pt x="750" y="598"/>
                    <a:pt x="748" y="598"/>
                  </a:cubicBezTo>
                  <a:cubicBezTo>
                    <a:pt x="740" y="599"/>
                    <a:pt x="737" y="599"/>
                    <a:pt x="731" y="604"/>
                  </a:cubicBezTo>
                  <a:cubicBezTo>
                    <a:pt x="735" y="603"/>
                    <a:pt x="739" y="601"/>
                    <a:pt x="743" y="600"/>
                  </a:cubicBezTo>
                  <a:cubicBezTo>
                    <a:pt x="743" y="601"/>
                    <a:pt x="742" y="601"/>
                    <a:pt x="742" y="601"/>
                  </a:cubicBezTo>
                  <a:cubicBezTo>
                    <a:pt x="743" y="601"/>
                    <a:pt x="744" y="602"/>
                    <a:pt x="746" y="601"/>
                  </a:cubicBezTo>
                  <a:cubicBezTo>
                    <a:pt x="743" y="603"/>
                    <a:pt x="740" y="605"/>
                    <a:pt x="737" y="605"/>
                  </a:cubicBezTo>
                  <a:cubicBezTo>
                    <a:pt x="734" y="605"/>
                    <a:pt x="729" y="604"/>
                    <a:pt x="728" y="607"/>
                  </a:cubicBezTo>
                  <a:cubicBezTo>
                    <a:pt x="734" y="608"/>
                    <a:pt x="725" y="621"/>
                    <a:pt x="722" y="623"/>
                  </a:cubicBezTo>
                  <a:cubicBezTo>
                    <a:pt x="724" y="620"/>
                    <a:pt x="719" y="618"/>
                    <a:pt x="718" y="615"/>
                  </a:cubicBezTo>
                  <a:cubicBezTo>
                    <a:pt x="718" y="619"/>
                    <a:pt x="723" y="624"/>
                    <a:pt x="721" y="628"/>
                  </a:cubicBezTo>
                  <a:cubicBezTo>
                    <a:pt x="719" y="632"/>
                    <a:pt x="716" y="636"/>
                    <a:pt x="715" y="640"/>
                  </a:cubicBezTo>
                  <a:cubicBezTo>
                    <a:pt x="714" y="640"/>
                    <a:pt x="714" y="640"/>
                    <a:pt x="714" y="640"/>
                  </a:cubicBezTo>
                  <a:cubicBezTo>
                    <a:pt x="714" y="637"/>
                    <a:pt x="716" y="635"/>
                    <a:pt x="717" y="632"/>
                  </a:cubicBezTo>
                  <a:cubicBezTo>
                    <a:pt x="715" y="631"/>
                    <a:pt x="716" y="627"/>
                    <a:pt x="712" y="628"/>
                  </a:cubicBezTo>
                  <a:cubicBezTo>
                    <a:pt x="713" y="626"/>
                    <a:pt x="713" y="623"/>
                    <a:pt x="714" y="620"/>
                  </a:cubicBezTo>
                  <a:cubicBezTo>
                    <a:pt x="714" y="620"/>
                    <a:pt x="716" y="615"/>
                    <a:pt x="714" y="617"/>
                  </a:cubicBezTo>
                  <a:cubicBezTo>
                    <a:pt x="708" y="621"/>
                    <a:pt x="710" y="624"/>
                    <a:pt x="711" y="631"/>
                  </a:cubicBezTo>
                  <a:cubicBezTo>
                    <a:pt x="710" y="629"/>
                    <a:pt x="708" y="628"/>
                    <a:pt x="706" y="628"/>
                  </a:cubicBezTo>
                  <a:cubicBezTo>
                    <a:pt x="707" y="630"/>
                    <a:pt x="711" y="631"/>
                    <a:pt x="712" y="633"/>
                  </a:cubicBezTo>
                  <a:cubicBezTo>
                    <a:pt x="713" y="634"/>
                    <a:pt x="711" y="639"/>
                    <a:pt x="711" y="641"/>
                  </a:cubicBezTo>
                  <a:cubicBezTo>
                    <a:pt x="712" y="644"/>
                    <a:pt x="716" y="642"/>
                    <a:pt x="715" y="647"/>
                  </a:cubicBezTo>
                  <a:cubicBezTo>
                    <a:pt x="714" y="651"/>
                    <a:pt x="712" y="650"/>
                    <a:pt x="708" y="652"/>
                  </a:cubicBezTo>
                  <a:cubicBezTo>
                    <a:pt x="711" y="652"/>
                    <a:pt x="716" y="651"/>
                    <a:pt x="716" y="655"/>
                  </a:cubicBezTo>
                  <a:cubicBezTo>
                    <a:pt x="715" y="657"/>
                    <a:pt x="709" y="657"/>
                    <a:pt x="708" y="657"/>
                  </a:cubicBezTo>
                  <a:cubicBezTo>
                    <a:pt x="709" y="658"/>
                    <a:pt x="709" y="658"/>
                    <a:pt x="710" y="659"/>
                  </a:cubicBezTo>
                  <a:cubicBezTo>
                    <a:pt x="709" y="659"/>
                    <a:pt x="708" y="660"/>
                    <a:pt x="707" y="660"/>
                  </a:cubicBezTo>
                  <a:cubicBezTo>
                    <a:pt x="708" y="664"/>
                    <a:pt x="710" y="661"/>
                    <a:pt x="712" y="662"/>
                  </a:cubicBezTo>
                  <a:cubicBezTo>
                    <a:pt x="711" y="663"/>
                    <a:pt x="709" y="664"/>
                    <a:pt x="707" y="665"/>
                  </a:cubicBezTo>
                  <a:cubicBezTo>
                    <a:pt x="706" y="665"/>
                    <a:pt x="704" y="663"/>
                    <a:pt x="703" y="664"/>
                  </a:cubicBezTo>
                  <a:cubicBezTo>
                    <a:pt x="701" y="665"/>
                    <a:pt x="699" y="670"/>
                    <a:pt x="698" y="672"/>
                  </a:cubicBezTo>
                  <a:cubicBezTo>
                    <a:pt x="697" y="673"/>
                    <a:pt x="693" y="673"/>
                    <a:pt x="692" y="675"/>
                  </a:cubicBezTo>
                  <a:cubicBezTo>
                    <a:pt x="690" y="677"/>
                    <a:pt x="688" y="680"/>
                    <a:pt x="686" y="681"/>
                  </a:cubicBezTo>
                  <a:cubicBezTo>
                    <a:pt x="678" y="686"/>
                    <a:pt x="677" y="688"/>
                    <a:pt x="673" y="696"/>
                  </a:cubicBezTo>
                  <a:cubicBezTo>
                    <a:pt x="671" y="701"/>
                    <a:pt x="672" y="708"/>
                    <a:pt x="674" y="712"/>
                  </a:cubicBezTo>
                  <a:cubicBezTo>
                    <a:pt x="677" y="719"/>
                    <a:pt x="679" y="725"/>
                    <a:pt x="682" y="733"/>
                  </a:cubicBezTo>
                  <a:cubicBezTo>
                    <a:pt x="683" y="737"/>
                    <a:pt x="684" y="747"/>
                    <a:pt x="681" y="750"/>
                  </a:cubicBezTo>
                  <a:cubicBezTo>
                    <a:pt x="679" y="752"/>
                    <a:pt x="677" y="755"/>
                    <a:pt x="675" y="752"/>
                  </a:cubicBezTo>
                  <a:cubicBezTo>
                    <a:pt x="674" y="750"/>
                    <a:pt x="669" y="746"/>
                    <a:pt x="669" y="746"/>
                  </a:cubicBezTo>
                  <a:cubicBezTo>
                    <a:pt x="668" y="742"/>
                    <a:pt x="667" y="740"/>
                    <a:pt x="666" y="737"/>
                  </a:cubicBezTo>
                  <a:cubicBezTo>
                    <a:pt x="664" y="734"/>
                    <a:pt x="663" y="733"/>
                    <a:pt x="664" y="729"/>
                  </a:cubicBezTo>
                  <a:cubicBezTo>
                    <a:pt x="663" y="729"/>
                    <a:pt x="662" y="730"/>
                    <a:pt x="662" y="730"/>
                  </a:cubicBezTo>
                  <a:cubicBezTo>
                    <a:pt x="661" y="726"/>
                    <a:pt x="665" y="719"/>
                    <a:pt x="660" y="716"/>
                  </a:cubicBezTo>
                  <a:cubicBezTo>
                    <a:pt x="656" y="713"/>
                    <a:pt x="654" y="707"/>
                    <a:pt x="649" y="709"/>
                  </a:cubicBezTo>
                  <a:cubicBezTo>
                    <a:pt x="646" y="710"/>
                    <a:pt x="644" y="712"/>
                    <a:pt x="641" y="710"/>
                  </a:cubicBezTo>
                  <a:cubicBezTo>
                    <a:pt x="639" y="709"/>
                    <a:pt x="636" y="706"/>
                    <a:pt x="634" y="705"/>
                  </a:cubicBezTo>
                  <a:cubicBezTo>
                    <a:pt x="629" y="704"/>
                    <a:pt x="622" y="710"/>
                    <a:pt x="621" y="702"/>
                  </a:cubicBezTo>
                  <a:cubicBezTo>
                    <a:pt x="620" y="709"/>
                    <a:pt x="606" y="704"/>
                    <a:pt x="602" y="707"/>
                  </a:cubicBezTo>
                  <a:cubicBezTo>
                    <a:pt x="605" y="708"/>
                    <a:pt x="616" y="709"/>
                    <a:pt x="608" y="713"/>
                  </a:cubicBezTo>
                  <a:cubicBezTo>
                    <a:pt x="608" y="713"/>
                    <a:pt x="613" y="715"/>
                    <a:pt x="613" y="716"/>
                  </a:cubicBezTo>
                  <a:cubicBezTo>
                    <a:pt x="614" y="718"/>
                    <a:pt x="612" y="719"/>
                    <a:pt x="610" y="718"/>
                  </a:cubicBezTo>
                  <a:cubicBezTo>
                    <a:pt x="611" y="716"/>
                    <a:pt x="607" y="714"/>
                    <a:pt x="605" y="713"/>
                  </a:cubicBezTo>
                  <a:cubicBezTo>
                    <a:pt x="605" y="715"/>
                    <a:pt x="604" y="716"/>
                    <a:pt x="604" y="718"/>
                  </a:cubicBezTo>
                  <a:cubicBezTo>
                    <a:pt x="602" y="713"/>
                    <a:pt x="601" y="718"/>
                    <a:pt x="598" y="716"/>
                  </a:cubicBezTo>
                  <a:cubicBezTo>
                    <a:pt x="595" y="713"/>
                    <a:pt x="593" y="711"/>
                    <a:pt x="589" y="712"/>
                  </a:cubicBezTo>
                  <a:cubicBezTo>
                    <a:pt x="587" y="713"/>
                    <a:pt x="584" y="711"/>
                    <a:pt x="582" y="710"/>
                  </a:cubicBezTo>
                  <a:cubicBezTo>
                    <a:pt x="578" y="709"/>
                    <a:pt x="572" y="713"/>
                    <a:pt x="568" y="715"/>
                  </a:cubicBezTo>
                  <a:cubicBezTo>
                    <a:pt x="562" y="717"/>
                    <a:pt x="547" y="728"/>
                    <a:pt x="547" y="737"/>
                  </a:cubicBezTo>
                  <a:cubicBezTo>
                    <a:pt x="547" y="740"/>
                    <a:pt x="550" y="743"/>
                    <a:pt x="551" y="746"/>
                  </a:cubicBezTo>
                  <a:cubicBezTo>
                    <a:pt x="551" y="747"/>
                    <a:pt x="549" y="750"/>
                    <a:pt x="549" y="752"/>
                  </a:cubicBezTo>
                  <a:cubicBezTo>
                    <a:pt x="547" y="757"/>
                    <a:pt x="545" y="762"/>
                    <a:pt x="545" y="767"/>
                  </a:cubicBezTo>
                  <a:cubicBezTo>
                    <a:pt x="545" y="780"/>
                    <a:pt x="547" y="789"/>
                    <a:pt x="554" y="800"/>
                  </a:cubicBezTo>
                  <a:cubicBezTo>
                    <a:pt x="558" y="807"/>
                    <a:pt x="560" y="811"/>
                    <a:pt x="567" y="813"/>
                  </a:cubicBezTo>
                  <a:cubicBezTo>
                    <a:pt x="568" y="813"/>
                    <a:pt x="570" y="817"/>
                    <a:pt x="572" y="817"/>
                  </a:cubicBezTo>
                  <a:cubicBezTo>
                    <a:pt x="574" y="815"/>
                    <a:pt x="577" y="814"/>
                    <a:pt x="580" y="813"/>
                  </a:cubicBezTo>
                  <a:cubicBezTo>
                    <a:pt x="583" y="812"/>
                    <a:pt x="585" y="812"/>
                    <a:pt x="588" y="812"/>
                  </a:cubicBezTo>
                  <a:cubicBezTo>
                    <a:pt x="590" y="811"/>
                    <a:pt x="591" y="814"/>
                    <a:pt x="592" y="814"/>
                  </a:cubicBezTo>
                  <a:cubicBezTo>
                    <a:pt x="593" y="813"/>
                    <a:pt x="595" y="813"/>
                    <a:pt x="596" y="812"/>
                  </a:cubicBezTo>
                  <a:cubicBezTo>
                    <a:pt x="597" y="811"/>
                    <a:pt x="595" y="810"/>
                    <a:pt x="596" y="809"/>
                  </a:cubicBezTo>
                  <a:cubicBezTo>
                    <a:pt x="598" y="807"/>
                    <a:pt x="600" y="806"/>
                    <a:pt x="600" y="802"/>
                  </a:cubicBezTo>
                  <a:cubicBezTo>
                    <a:pt x="602" y="797"/>
                    <a:pt x="602" y="791"/>
                    <a:pt x="607" y="788"/>
                  </a:cubicBezTo>
                  <a:cubicBezTo>
                    <a:pt x="610" y="787"/>
                    <a:pt x="618" y="785"/>
                    <a:pt x="620" y="786"/>
                  </a:cubicBezTo>
                  <a:cubicBezTo>
                    <a:pt x="623" y="786"/>
                    <a:pt x="633" y="784"/>
                    <a:pt x="630" y="791"/>
                  </a:cubicBezTo>
                  <a:cubicBezTo>
                    <a:pt x="629" y="794"/>
                    <a:pt x="625" y="802"/>
                    <a:pt x="623" y="803"/>
                  </a:cubicBezTo>
                  <a:cubicBezTo>
                    <a:pt x="624" y="803"/>
                    <a:pt x="623" y="804"/>
                    <a:pt x="626" y="804"/>
                  </a:cubicBezTo>
                  <a:cubicBezTo>
                    <a:pt x="625" y="805"/>
                    <a:pt x="624" y="806"/>
                    <a:pt x="623" y="806"/>
                  </a:cubicBezTo>
                  <a:cubicBezTo>
                    <a:pt x="624" y="807"/>
                    <a:pt x="624" y="807"/>
                    <a:pt x="624" y="807"/>
                  </a:cubicBezTo>
                  <a:cubicBezTo>
                    <a:pt x="624" y="807"/>
                    <a:pt x="624" y="806"/>
                    <a:pt x="625" y="806"/>
                  </a:cubicBezTo>
                  <a:cubicBezTo>
                    <a:pt x="624" y="809"/>
                    <a:pt x="623" y="813"/>
                    <a:pt x="622" y="816"/>
                  </a:cubicBezTo>
                  <a:cubicBezTo>
                    <a:pt x="621" y="815"/>
                    <a:pt x="620" y="813"/>
                    <a:pt x="621" y="810"/>
                  </a:cubicBezTo>
                  <a:cubicBezTo>
                    <a:pt x="620" y="811"/>
                    <a:pt x="619" y="813"/>
                    <a:pt x="618" y="814"/>
                  </a:cubicBezTo>
                  <a:cubicBezTo>
                    <a:pt x="623" y="814"/>
                    <a:pt x="618" y="823"/>
                    <a:pt x="619" y="826"/>
                  </a:cubicBezTo>
                  <a:cubicBezTo>
                    <a:pt x="620" y="829"/>
                    <a:pt x="616" y="834"/>
                    <a:pt x="614" y="836"/>
                  </a:cubicBezTo>
                  <a:cubicBezTo>
                    <a:pt x="620" y="838"/>
                    <a:pt x="626" y="836"/>
                    <a:pt x="633" y="837"/>
                  </a:cubicBezTo>
                  <a:cubicBezTo>
                    <a:pt x="635" y="838"/>
                    <a:pt x="637" y="835"/>
                    <a:pt x="640" y="836"/>
                  </a:cubicBezTo>
                  <a:cubicBezTo>
                    <a:pt x="643" y="836"/>
                    <a:pt x="647" y="836"/>
                    <a:pt x="650" y="837"/>
                  </a:cubicBezTo>
                  <a:cubicBezTo>
                    <a:pt x="655" y="840"/>
                    <a:pt x="659" y="844"/>
                    <a:pt x="658" y="850"/>
                  </a:cubicBezTo>
                  <a:cubicBezTo>
                    <a:pt x="657" y="855"/>
                    <a:pt x="657" y="859"/>
                    <a:pt x="656" y="863"/>
                  </a:cubicBezTo>
                  <a:cubicBezTo>
                    <a:pt x="656" y="866"/>
                    <a:pt x="654" y="868"/>
                    <a:pt x="653" y="870"/>
                  </a:cubicBezTo>
                  <a:cubicBezTo>
                    <a:pt x="652" y="882"/>
                    <a:pt x="666" y="901"/>
                    <a:pt x="676" y="897"/>
                  </a:cubicBezTo>
                  <a:cubicBezTo>
                    <a:pt x="683" y="894"/>
                    <a:pt x="686" y="891"/>
                    <a:pt x="693" y="893"/>
                  </a:cubicBezTo>
                  <a:cubicBezTo>
                    <a:pt x="700" y="895"/>
                    <a:pt x="702" y="899"/>
                    <a:pt x="707" y="904"/>
                  </a:cubicBezTo>
                  <a:cubicBezTo>
                    <a:pt x="707" y="896"/>
                    <a:pt x="717" y="885"/>
                    <a:pt x="721" y="878"/>
                  </a:cubicBezTo>
                  <a:cubicBezTo>
                    <a:pt x="722" y="876"/>
                    <a:pt x="730" y="875"/>
                    <a:pt x="732" y="874"/>
                  </a:cubicBezTo>
                  <a:cubicBezTo>
                    <a:pt x="738" y="872"/>
                    <a:pt x="743" y="870"/>
                    <a:pt x="749" y="868"/>
                  </a:cubicBezTo>
                  <a:cubicBezTo>
                    <a:pt x="754" y="866"/>
                    <a:pt x="763" y="871"/>
                    <a:pt x="768" y="872"/>
                  </a:cubicBezTo>
                  <a:cubicBezTo>
                    <a:pt x="781" y="875"/>
                    <a:pt x="794" y="878"/>
                    <a:pt x="808" y="881"/>
                  </a:cubicBezTo>
                  <a:cubicBezTo>
                    <a:pt x="815" y="883"/>
                    <a:pt x="822" y="883"/>
                    <a:pt x="828" y="888"/>
                  </a:cubicBezTo>
                  <a:cubicBezTo>
                    <a:pt x="838" y="898"/>
                    <a:pt x="848" y="908"/>
                    <a:pt x="858" y="918"/>
                  </a:cubicBezTo>
                  <a:cubicBezTo>
                    <a:pt x="865" y="924"/>
                    <a:pt x="879" y="924"/>
                    <a:pt x="887" y="926"/>
                  </a:cubicBezTo>
                  <a:cubicBezTo>
                    <a:pt x="895" y="928"/>
                    <a:pt x="901" y="941"/>
                    <a:pt x="906" y="947"/>
                  </a:cubicBezTo>
                  <a:cubicBezTo>
                    <a:pt x="911" y="954"/>
                    <a:pt x="916" y="960"/>
                    <a:pt x="921" y="967"/>
                  </a:cubicBezTo>
                  <a:cubicBezTo>
                    <a:pt x="922" y="968"/>
                    <a:pt x="925" y="974"/>
                    <a:pt x="927" y="974"/>
                  </a:cubicBezTo>
                  <a:cubicBezTo>
                    <a:pt x="937" y="978"/>
                    <a:pt x="948" y="982"/>
                    <a:pt x="958" y="986"/>
                  </a:cubicBezTo>
                  <a:cubicBezTo>
                    <a:pt x="969" y="990"/>
                    <a:pt x="980" y="993"/>
                    <a:pt x="990" y="997"/>
                  </a:cubicBezTo>
                  <a:cubicBezTo>
                    <a:pt x="999" y="1000"/>
                    <a:pt x="1008" y="1010"/>
                    <a:pt x="1016" y="1016"/>
                  </a:cubicBezTo>
                  <a:cubicBezTo>
                    <a:pt x="1017" y="1016"/>
                    <a:pt x="1027" y="1016"/>
                    <a:pt x="1027" y="1017"/>
                  </a:cubicBezTo>
                  <a:cubicBezTo>
                    <a:pt x="1029" y="1022"/>
                    <a:pt x="1030" y="1027"/>
                    <a:pt x="1031" y="1031"/>
                  </a:cubicBezTo>
                  <a:close/>
                  <a:moveTo>
                    <a:pt x="690" y="580"/>
                  </a:moveTo>
                  <a:cubicBezTo>
                    <a:pt x="690" y="583"/>
                    <a:pt x="680" y="586"/>
                    <a:pt x="677" y="585"/>
                  </a:cubicBezTo>
                  <a:cubicBezTo>
                    <a:pt x="672" y="585"/>
                    <a:pt x="671" y="585"/>
                    <a:pt x="668" y="589"/>
                  </a:cubicBezTo>
                  <a:cubicBezTo>
                    <a:pt x="665" y="591"/>
                    <a:pt x="664" y="593"/>
                    <a:pt x="660" y="592"/>
                  </a:cubicBezTo>
                  <a:cubicBezTo>
                    <a:pt x="661" y="589"/>
                    <a:pt x="663" y="588"/>
                    <a:pt x="665" y="587"/>
                  </a:cubicBezTo>
                  <a:cubicBezTo>
                    <a:pt x="664" y="585"/>
                    <a:pt x="663" y="587"/>
                    <a:pt x="663" y="584"/>
                  </a:cubicBezTo>
                  <a:cubicBezTo>
                    <a:pt x="660" y="588"/>
                    <a:pt x="658" y="590"/>
                    <a:pt x="656" y="594"/>
                  </a:cubicBezTo>
                  <a:cubicBezTo>
                    <a:pt x="658" y="595"/>
                    <a:pt x="660" y="595"/>
                    <a:pt x="661" y="596"/>
                  </a:cubicBezTo>
                  <a:cubicBezTo>
                    <a:pt x="661" y="596"/>
                    <a:pt x="661" y="597"/>
                    <a:pt x="660" y="597"/>
                  </a:cubicBezTo>
                  <a:cubicBezTo>
                    <a:pt x="667" y="598"/>
                    <a:pt x="670" y="595"/>
                    <a:pt x="676" y="592"/>
                  </a:cubicBezTo>
                  <a:cubicBezTo>
                    <a:pt x="682" y="590"/>
                    <a:pt x="686" y="587"/>
                    <a:pt x="692" y="583"/>
                  </a:cubicBezTo>
                  <a:cubicBezTo>
                    <a:pt x="692" y="582"/>
                    <a:pt x="692" y="581"/>
                    <a:pt x="690" y="580"/>
                  </a:cubicBezTo>
                  <a:close/>
                  <a:moveTo>
                    <a:pt x="700" y="577"/>
                  </a:moveTo>
                  <a:cubicBezTo>
                    <a:pt x="705" y="583"/>
                    <a:pt x="717" y="573"/>
                    <a:pt x="711" y="570"/>
                  </a:cubicBezTo>
                  <a:cubicBezTo>
                    <a:pt x="712" y="569"/>
                    <a:pt x="714" y="567"/>
                    <a:pt x="716" y="566"/>
                  </a:cubicBezTo>
                  <a:cubicBezTo>
                    <a:pt x="712" y="567"/>
                    <a:pt x="705" y="573"/>
                    <a:pt x="703" y="571"/>
                  </a:cubicBezTo>
                  <a:cubicBezTo>
                    <a:pt x="699" y="570"/>
                    <a:pt x="693" y="572"/>
                    <a:pt x="689" y="573"/>
                  </a:cubicBezTo>
                  <a:cubicBezTo>
                    <a:pt x="679" y="585"/>
                    <a:pt x="696" y="574"/>
                    <a:pt x="700" y="577"/>
                  </a:cubicBezTo>
                  <a:close/>
                  <a:moveTo>
                    <a:pt x="590" y="541"/>
                  </a:moveTo>
                  <a:cubicBezTo>
                    <a:pt x="593" y="543"/>
                    <a:pt x="596" y="541"/>
                    <a:pt x="599" y="540"/>
                  </a:cubicBezTo>
                  <a:cubicBezTo>
                    <a:pt x="599" y="540"/>
                    <a:pt x="599" y="541"/>
                    <a:pt x="599" y="542"/>
                  </a:cubicBezTo>
                  <a:cubicBezTo>
                    <a:pt x="606" y="546"/>
                    <a:pt x="617" y="530"/>
                    <a:pt x="623" y="535"/>
                  </a:cubicBezTo>
                  <a:cubicBezTo>
                    <a:pt x="620" y="535"/>
                    <a:pt x="618" y="538"/>
                    <a:pt x="617" y="541"/>
                  </a:cubicBezTo>
                  <a:cubicBezTo>
                    <a:pt x="620" y="540"/>
                    <a:pt x="622" y="539"/>
                    <a:pt x="624" y="542"/>
                  </a:cubicBezTo>
                  <a:cubicBezTo>
                    <a:pt x="626" y="545"/>
                    <a:pt x="628" y="543"/>
                    <a:pt x="630" y="545"/>
                  </a:cubicBezTo>
                  <a:cubicBezTo>
                    <a:pt x="631" y="545"/>
                    <a:pt x="643" y="541"/>
                    <a:pt x="644" y="541"/>
                  </a:cubicBezTo>
                  <a:cubicBezTo>
                    <a:pt x="643" y="545"/>
                    <a:pt x="647" y="544"/>
                    <a:pt x="649" y="545"/>
                  </a:cubicBezTo>
                  <a:cubicBezTo>
                    <a:pt x="650" y="545"/>
                    <a:pt x="651" y="548"/>
                    <a:pt x="653" y="550"/>
                  </a:cubicBezTo>
                  <a:cubicBezTo>
                    <a:pt x="650" y="549"/>
                    <a:pt x="647" y="548"/>
                    <a:pt x="646" y="551"/>
                  </a:cubicBezTo>
                  <a:cubicBezTo>
                    <a:pt x="642" y="547"/>
                    <a:pt x="634" y="549"/>
                    <a:pt x="632" y="554"/>
                  </a:cubicBezTo>
                  <a:cubicBezTo>
                    <a:pt x="631" y="553"/>
                    <a:pt x="631" y="553"/>
                    <a:pt x="631" y="553"/>
                  </a:cubicBezTo>
                  <a:cubicBezTo>
                    <a:pt x="631" y="552"/>
                    <a:pt x="632" y="552"/>
                    <a:pt x="632" y="551"/>
                  </a:cubicBezTo>
                  <a:cubicBezTo>
                    <a:pt x="631" y="552"/>
                    <a:pt x="630" y="552"/>
                    <a:pt x="629" y="553"/>
                  </a:cubicBezTo>
                  <a:cubicBezTo>
                    <a:pt x="629" y="552"/>
                    <a:pt x="629" y="551"/>
                    <a:pt x="629" y="551"/>
                  </a:cubicBezTo>
                  <a:cubicBezTo>
                    <a:pt x="626" y="553"/>
                    <a:pt x="622" y="561"/>
                    <a:pt x="621" y="564"/>
                  </a:cubicBezTo>
                  <a:cubicBezTo>
                    <a:pt x="624" y="565"/>
                    <a:pt x="625" y="559"/>
                    <a:pt x="628" y="557"/>
                  </a:cubicBezTo>
                  <a:cubicBezTo>
                    <a:pt x="628" y="560"/>
                    <a:pt x="626" y="565"/>
                    <a:pt x="625" y="568"/>
                  </a:cubicBezTo>
                  <a:cubicBezTo>
                    <a:pt x="624" y="572"/>
                    <a:pt x="622" y="576"/>
                    <a:pt x="622" y="580"/>
                  </a:cubicBezTo>
                  <a:cubicBezTo>
                    <a:pt x="622" y="587"/>
                    <a:pt x="626" y="604"/>
                    <a:pt x="632" y="590"/>
                  </a:cubicBezTo>
                  <a:cubicBezTo>
                    <a:pt x="636" y="584"/>
                    <a:pt x="634" y="579"/>
                    <a:pt x="633" y="572"/>
                  </a:cubicBezTo>
                  <a:cubicBezTo>
                    <a:pt x="632" y="564"/>
                    <a:pt x="637" y="563"/>
                    <a:pt x="640" y="558"/>
                  </a:cubicBezTo>
                  <a:cubicBezTo>
                    <a:pt x="639" y="560"/>
                    <a:pt x="640" y="561"/>
                    <a:pt x="639" y="562"/>
                  </a:cubicBezTo>
                  <a:cubicBezTo>
                    <a:pt x="642" y="560"/>
                    <a:pt x="641" y="556"/>
                    <a:pt x="645" y="556"/>
                  </a:cubicBezTo>
                  <a:cubicBezTo>
                    <a:pt x="641" y="551"/>
                    <a:pt x="649" y="552"/>
                    <a:pt x="651" y="554"/>
                  </a:cubicBezTo>
                  <a:cubicBezTo>
                    <a:pt x="653" y="557"/>
                    <a:pt x="657" y="556"/>
                    <a:pt x="658" y="560"/>
                  </a:cubicBezTo>
                  <a:cubicBezTo>
                    <a:pt x="657" y="560"/>
                    <a:pt x="657" y="560"/>
                    <a:pt x="656" y="560"/>
                  </a:cubicBezTo>
                  <a:cubicBezTo>
                    <a:pt x="658" y="562"/>
                    <a:pt x="658" y="566"/>
                    <a:pt x="656" y="568"/>
                  </a:cubicBezTo>
                  <a:cubicBezTo>
                    <a:pt x="655" y="568"/>
                    <a:pt x="652" y="572"/>
                    <a:pt x="652" y="573"/>
                  </a:cubicBezTo>
                  <a:cubicBezTo>
                    <a:pt x="653" y="576"/>
                    <a:pt x="659" y="570"/>
                    <a:pt x="660" y="570"/>
                  </a:cubicBezTo>
                  <a:cubicBezTo>
                    <a:pt x="664" y="571"/>
                    <a:pt x="664" y="579"/>
                    <a:pt x="664" y="581"/>
                  </a:cubicBezTo>
                  <a:cubicBezTo>
                    <a:pt x="666" y="579"/>
                    <a:pt x="668" y="577"/>
                    <a:pt x="670" y="575"/>
                  </a:cubicBezTo>
                  <a:cubicBezTo>
                    <a:pt x="671" y="574"/>
                    <a:pt x="670" y="571"/>
                    <a:pt x="670" y="569"/>
                  </a:cubicBezTo>
                  <a:cubicBezTo>
                    <a:pt x="671" y="565"/>
                    <a:pt x="675" y="561"/>
                    <a:pt x="670" y="558"/>
                  </a:cubicBezTo>
                  <a:cubicBezTo>
                    <a:pt x="674" y="556"/>
                    <a:pt x="672" y="561"/>
                    <a:pt x="675" y="561"/>
                  </a:cubicBezTo>
                  <a:cubicBezTo>
                    <a:pt x="675" y="562"/>
                    <a:pt x="675" y="562"/>
                    <a:pt x="674" y="563"/>
                  </a:cubicBezTo>
                  <a:cubicBezTo>
                    <a:pt x="675" y="564"/>
                    <a:pt x="675" y="563"/>
                    <a:pt x="676" y="564"/>
                  </a:cubicBezTo>
                  <a:cubicBezTo>
                    <a:pt x="677" y="563"/>
                    <a:pt x="681" y="565"/>
                    <a:pt x="683" y="565"/>
                  </a:cubicBezTo>
                  <a:cubicBezTo>
                    <a:pt x="683" y="564"/>
                    <a:pt x="682" y="561"/>
                    <a:pt x="686" y="563"/>
                  </a:cubicBezTo>
                  <a:cubicBezTo>
                    <a:pt x="682" y="559"/>
                    <a:pt x="682" y="551"/>
                    <a:pt x="676" y="550"/>
                  </a:cubicBezTo>
                  <a:cubicBezTo>
                    <a:pt x="671" y="549"/>
                    <a:pt x="665" y="549"/>
                    <a:pt x="660" y="548"/>
                  </a:cubicBezTo>
                  <a:cubicBezTo>
                    <a:pt x="658" y="547"/>
                    <a:pt x="647" y="544"/>
                    <a:pt x="648" y="543"/>
                  </a:cubicBezTo>
                  <a:cubicBezTo>
                    <a:pt x="649" y="541"/>
                    <a:pt x="648" y="540"/>
                    <a:pt x="647" y="539"/>
                  </a:cubicBezTo>
                  <a:cubicBezTo>
                    <a:pt x="646" y="538"/>
                    <a:pt x="648" y="537"/>
                    <a:pt x="647" y="536"/>
                  </a:cubicBezTo>
                  <a:cubicBezTo>
                    <a:pt x="646" y="532"/>
                    <a:pt x="643" y="534"/>
                    <a:pt x="645" y="528"/>
                  </a:cubicBezTo>
                  <a:cubicBezTo>
                    <a:pt x="637" y="530"/>
                    <a:pt x="637" y="526"/>
                    <a:pt x="634" y="520"/>
                  </a:cubicBezTo>
                  <a:cubicBezTo>
                    <a:pt x="631" y="517"/>
                    <a:pt x="629" y="521"/>
                    <a:pt x="627" y="520"/>
                  </a:cubicBezTo>
                  <a:cubicBezTo>
                    <a:pt x="624" y="519"/>
                    <a:pt x="622" y="517"/>
                    <a:pt x="619" y="517"/>
                  </a:cubicBezTo>
                  <a:cubicBezTo>
                    <a:pt x="622" y="520"/>
                    <a:pt x="619" y="521"/>
                    <a:pt x="617" y="523"/>
                  </a:cubicBezTo>
                  <a:cubicBezTo>
                    <a:pt x="618" y="522"/>
                    <a:pt x="618" y="521"/>
                    <a:pt x="618" y="519"/>
                  </a:cubicBezTo>
                  <a:cubicBezTo>
                    <a:pt x="616" y="520"/>
                    <a:pt x="616" y="523"/>
                    <a:pt x="614" y="524"/>
                  </a:cubicBezTo>
                  <a:cubicBezTo>
                    <a:pt x="614" y="523"/>
                    <a:pt x="614" y="522"/>
                    <a:pt x="615" y="521"/>
                  </a:cubicBezTo>
                  <a:cubicBezTo>
                    <a:pt x="611" y="522"/>
                    <a:pt x="612" y="526"/>
                    <a:pt x="610" y="527"/>
                  </a:cubicBezTo>
                  <a:cubicBezTo>
                    <a:pt x="606" y="529"/>
                    <a:pt x="603" y="530"/>
                    <a:pt x="599" y="532"/>
                  </a:cubicBezTo>
                  <a:cubicBezTo>
                    <a:pt x="596" y="535"/>
                    <a:pt x="593" y="538"/>
                    <a:pt x="590" y="541"/>
                  </a:cubicBezTo>
                  <a:close/>
                  <a:moveTo>
                    <a:pt x="392" y="300"/>
                  </a:moveTo>
                  <a:cubicBezTo>
                    <a:pt x="391" y="300"/>
                    <a:pt x="390" y="299"/>
                    <a:pt x="389" y="299"/>
                  </a:cubicBezTo>
                  <a:cubicBezTo>
                    <a:pt x="390" y="299"/>
                    <a:pt x="390" y="298"/>
                    <a:pt x="391" y="297"/>
                  </a:cubicBezTo>
                  <a:cubicBezTo>
                    <a:pt x="388" y="296"/>
                    <a:pt x="385" y="301"/>
                    <a:pt x="382" y="301"/>
                  </a:cubicBezTo>
                  <a:cubicBezTo>
                    <a:pt x="377" y="302"/>
                    <a:pt x="375" y="303"/>
                    <a:pt x="370" y="301"/>
                  </a:cubicBezTo>
                  <a:cubicBezTo>
                    <a:pt x="372" y="297"/>
                    <a:pt x="377" y="296"/>
                    <a:pt x="381" y="294"/>
                  </a:cubicBezTo>
                  <a:cubicBezTo>
                    <a:pt x="374" y="292"/>
                    <a:pt x="372" y="291"/>
                    <a:pt x="366" y="294"/>
                  </a:cubicBezTo>
                  <a:cubicBezTo>
                    <a:pt x="362" y="295"/>
                    <a:pt x="358" y="297"/>
                    <a:pt x="354" y="298"/>
                  </a:cubicBezTo>
                  <a:cubicBezTo>
                    <a:pt x="349" y="299"/>
                    <a:pt x="345" y="300"/>
                    <a:pt x="340" y="301"/>
                  </a:cubicBezTo>
                  <a:cubicBezTo>
                    <a:pt x="338" y="302"/>
                    <a:pt x="328" y="303"/>
                    <a:pt x="335" y="307"/>
                  </a:cubicBezTo>
                  <a:cubicBezTo>
                    <a:pt x="336" y="307"/>
                    <a:pt x="337" y="306"/>
                    <a:pt x="337" y="306"/>
                  </a:cubicBezTo>
                  <a:cubicBezTo>
                    <a:pt x="337" y="305"/>
                    <a:pt x="337" y="305"/>
                    <a:pt x="337" y="304"/>
                  </a:cubicBezTo>
                  <a:cubicBezTo>
                    <a:pt x="339" y="303"/>
                    <a:pt x="347" y="303"/>
                    <a:pt x="350" y="304"/>
                  </a:cubicBezTo>
                  <a:cubicBezTo>
                    <a:pt x="350" y="303"/>
                    <a:pt x="350" y="303"/>
                    <a:pt x="349" y="303"/>
                  </a:cubicBezTo>
                  <a:cubicBezTo>
                    <a:pt x="354" y="302"/>
                    <a:pt x="359" y="303"/>
                    <a:pt x="363" y="305"/>
                  </a:cubicBezTo>
                  <a:cubicBezTo>
                    <a:pt x="361" y="309"/>
                    <a:pt x="355" y="306"/>
                    <a:pt x="351" y="307"/>
                  </a:cubicBezTo>
                  <a:cubicBezTo>
                    <a:pt x="353" y="308"/>
                    <a:pt x="354" y="309"/>
                    <a:pt x="355" y="311"/>
                  </a:cubicBezTo>
                  <a:cubicBezTo>
                    <a:pt x="353" y="311"/>
                    <a:pt x="352" y="312"/>
                    <a:pt x="350" y="313"/>
                  </a:cubicBezTo>
                  <a:cubicBezTo>
                    <a:pt x="353" y="317"/>
                    <a:pt x="348" y="317"/>
                    <a:pt x="346" y="318"/>
                  </a:cubicBezTo>
                  <a:cubicBezTo>
                    <a:pt x="349" y="320"/>
                    <a:pt x="353" y="319"/>
                    <a:pt x="356" y="320"/>
                  </a:cubicBezTo>
                  <a:cubicBezTo>
                    <a:pt x="358" y="321"/>
                    <a:pt x="361" y="315"/>
                    <a:pt x="363" y="314"/>
                  </a:cubicBezTo>
                  <a:cubicBezTo>
                    <a:pt x="367" y="312"/>
                    <a:pt x="373" y="313"/>
                    <a:pt x="368" y="317"/>
                  </a:cubicBezTo>
                  <a:cubicBezTo>
                    <a:pt x="366" y="318"/>
                    <a:pt x="366" y="320"/>
                    <a:pt x="365" y="320"/>
                  </a:cubicBezTo>
                  <a:cubicBezTo>
                    <a:pt x="364" y="321"/>
                    <a:pt x="362" y="321"/>
                    <a:pt x="361" y="322"/>
                  </a:cubicBezTo>
                  <a:cubicBezTo>
                    <a:pt x="366" y="326"/>
                    <a:pt x="371" y="314"/>
                    <a:pt x="377" y="316"/>
                  </a:cubicBezTo>
                  <a:cubicBezTo>
                    <a:pt x="376" y="314"/>
                    <a:pt x="375" y="312"/>
                    <a:pt x="373" y="312"/>
                  </a:cubicBezTo>
                  <a:cubicBezTo>
                    <a:pt x="378" y="307"/>
                    <a:pt x="387" y="314"/>
                    <a:pt x="390" y="309"/>
                  </a:cubicBezTo>
                  <a:cubicBezTo>
                    <a:pt x="389" y="309"/>
                    <a:pt x="388" y="309"/>
                    <a:pt x="387" y="309"/>
                  </a:cubicBezTo>
                  <a:cubicBezTo>
                    <a:pt x="387" y="305"/>
                    <a:pt x="389" y="307"/>
                    <a:pt x="390" y="305"/>
                  </a:cubicBezTo>
                  <a:cubicBezTo>
                    <a:pt x="391" y="304"/>
                    <a:pt x="391" y="302"/>
                    <a:pt x="392" y="300"/>
                  </a:cubicBezTo>
                  <a:close/>
                  <a:moveTo>
                    <a:pt x="459" y="350"/>
                  </a:moveTo>
                  <a:cubicBezTo>
                    <a:pt x="453" y="348"/>
                    <a:pt x="445" y="347"/>
                    <a:pt x="440" y="351"/>
                  </a:cubicBezTo>
                  <a:cubicBezTo>
                    <a:pt x="438" y="352"/>
                    <a:pt x="437" y="355"/>
                    <a:pt x="436" y="356"/>
                  </a:cubicBezTo>
                  <a:cubicBezTo>
                    <a:pt x="433" y="359"/>
                    <a:pt x="432" y="360"/>
                    <a:pt x="428" y="360"/>
                  </a:cubicBezTo>
                  <a:cubicBezTo>
                    <a:pt x="425" y="361"/>
                    <a:pt x="419" y="360"/>
                    <a:pt x="418" y="356"/>
                  </a:cubicBezTo>
                  <a:cubicBezTo>
                    <a:pt x="417" y="355"/>
                    <a:pt x="411" y="356"/>
                    <a:pt x="410" y="353"/>
                  </a:cubicBezTo>
                  <a:cubicBezTo>
                    <a:pt x="409" y="353"/>
                    <a:pt x="404" y="350"/>
                    <a:pt x="403" y="351"/>
                  </a:cubicBezTo>
                  <a:cubicBezTo>
                    <a:pt x="402" y="352"/>
                    <a:pt x="409" y="355"/>
                    <a:pt x="410" y="355"/>
                  </a:cubicBezTo>
                  <a:cubicBezTo>
                    <a:pt x="408" y="359"/>
                    <a:pt x="418" y="363"/>
                    <a:pt x="412" y="364"/>
                  </a:cubicBezTo>
                  <a:cubicBezTo>
                    <a:pt x="410" y="365"/>
                    <a:pt x="408" y="363"/>
                    <a:pt x="407" y="365"/>
                  </a:cubicBezTo>
                  <a:cubicBezTo>
                    <a:pt x="405" y="367"/>
                    <a:pt x="406" y="368"/>
                    <a:pt x="404" y="369"/>
                  </a:cubicBezTo>
                  <a:cubicBezTo>
                    <a:pt x="404" y="369"/>
                    <a:pt x="404" y="370"/>
                    <a:pt x="405" y="370"/>
                  </a:cubicBezTo>
                  <a:cubicBezTo>
                    <a:pt x="403" y="372"/>
                    <a:pt x="400" y="370"/>
                    <a:pt x="398" y="370"/>
                  </a:cubicBezTo>
                  <a:cubicBezTo>
                    <a:pt x="398" y="370"/>
                    <a:pt x="398" y="371"/>
                    <a:pt x="398" y="371"/>
                  </a:cubicBezTo>
                  <a:cubicBezTo>
                    <a:pt x="396" y="371"/>
                    <a:pt x="394" y="370"/>
                    <a:pt x="391" y="370"/>
                  </a:cubicBezTo>
                  <a:cubicBezTo>
                    <a:pt x="394" y="374"/>
                    <a:pt x="403" y="375"/>
                    <a:pt x="408" y="376"/>
                  </a:cubicBezTo>
                  <a:cubicBezTo>
                    <a:pt x="411" y="377"/>
                    <a:pt x="423" y="375"/>
                    <a:pt x="421" y="371"/>
                  </a:cubicBezTo>
                  <a:cubicBezTo>
                    <a:pt x="425" y="367"/>
                    <a:pt x="428" y="369"/>
                    <a:pt x="432" y="367"/>
                  </a:cubicBezTo>
                  <a:cubicBezTo>
                    <a:pt x="434" y="365"/>
                    <a:pt x="437" y="362"/>
                    <a:pt x="439" y="360"/>
                  </a:cubicBezTo>
                  <a:cubicBezTo>
                    <a:pt x="438" y="360"/>
                    <a:pt x="438" y="360"/>
                    <a:pt x="437" y="360"/>
                  </a:cubicBezTo>
                  <a:cubicBezTo>
                    <a:pt x="440" y="358"/>
                    <a:pt x="441" y="356"/>
                    <a:pt x="445" y="356"/>
                  </a:cubicBezTo>
                  <a:cubicBezTo>
                    <a:pt x="447" y="355"/>
                    <a:pt x="449" y="356"/>
                    <a:pt x="451" y="353"/>
                  </a:cubicBezTo>
                  <a:cubicBezTo>
                    <a:pt x="449" y="354"/>
                    <a:pt x="449" y="354"/>
                    <a:pt x="447" y="354"/>
                  </a:cubicBezTo>
                  <a:cubicBezTo>
                    <a:pt x="449" y="353"/>
                    <a:pt x="451" y="353"/>
                    <a:pt x="453" y="352"/>
                  </a:cubicBezTo>
                  <a:cubicBezTo>
                    <a:pt x="451" y="352"/>
                    <a:pt x="449" y="352"/>
                    <a:pt x="448" y="351"/>
                  </a:cubicBezTo>
                  <a:cubicBezTo>
                    <a:pt x="449" y="351"/>
                    <a:pt x="450" y="351"/>
                    <a:pt x="452" y="351"/>
                  </a:cubicBezTo>
                  <a:cubicBezTo>
                    <a:pt x="447" y="349"/>
                    <a:pt x="442" y="353"/>
                    <a:pt x="437" y="356"/>
                  </a:cubicBezTo>
                  <a:cubicBezTo>
                    <a:pt x="439" y="350"/>
                    <a:pt x="455" y="346"/>
                    <a:pt x="456" y="353"/>
                  </a:cubicBezTo>
                  <a:cubicBezTo>
                    <a:pt x="457" y="353"/>
                    <a:pt x="458" y="351"/>
                    <a:pt x="459" y="350"/>
                  </a:cubicBezTo>
                  <a:close/>
                  <a:moveTo>
                    <a:pt x="545" y="485"/>
                  </a:moveTo>
                  <a:cubicBezTo>
                    <a:pt x="546" y="482"/>
                    <a:pt x="545" y="483"/>
                    <a:pt x="547" y="482"/>
                  </a:cubicBezTo>
                  <a:cubicBezTo>
                    <a:pt x="547" y="483"/>
                    <a:pt x="547" y="484"/>
                    <a:pt x="547" y="484"/>
                  </a:cubicBezTo>
                  <a:cubicBezTo>
                    <a:pt x="547" y="484"/>
                    <a:pt x="547" y="484"/>
                    <a:pt x="548" y="483"/>
                  </a:cubicBezTo>
                  <a:cubicBezTo>
                    <a:pt x="550" y="484"/>
                    <a:pt x="549" y="487"/>
                    <a:pt x="549" y="490"/>
                  </a:cubicBezTo>
                  <a:cubicBezTo>
                    <a:pt x="550" y="488"/>
                    <a:pt x="551" y="487"/>
                    <a:pt x="553" y="487"/>
                  </a:cubicBezTo>
                  <a:cubicBezTo>
                    <a:pt x="554" y="488"/>
                    <a:pt x="552" y="491"/>
                    <a:pt x="551" y="493"/>
                  </a:cubicBezTo>
                  <a:cubicBezTo>
                    <a:pt x="553" y="492"/>
                    <a:pt x="553" y="492"/>
                    <a:pt x="554" y="491"/>
                  </a:cubicBezTo>
                  <a:cubicBezTo>
                    <a:pt x="551" y="493"/>
                    <a:pt x="551" y="497"/>
                    <a:pt x="552" y="501"/>
                  </a:cubicBezTo>
                  <a:cubicBezTo>
                    <a:pt x="553" y="504"/>
                    <a:pt x="555" y="500"/>
                    <a:pt x="555" y="498"/>
                  </a:cubicBezTo>
                  <a:cubicBezTo>
                    <a:pt x="555" y="499"/>
                    <a:pt x="556" y="499"/>
                    <a:pt x="557" y="499"/>
                  </a:cubicBezTo>
                  <a:cubicBezTo>
                    <a:pt x="555" y="496"/>
                    <a:pt x="558" y="493"/>
                    <a:pt x="556" y="491"/>
                  </a:cubicBezTo>
                  <a:cubicBezTo>
                    <a:pt x="554" y="489"/>
                    <a:pt x="552" y="484"/>
                    <a:pt x="551" y="482"/>
                  </a:cubicBezTo>
                  <a:cubicBezTo>
                    <a:pt x="550" y="478"/>
                    <a:pt x="542" y="461"/>
                    <a:pt x="546" y="459"/>
                  </a:cubicBezTo>
                  <a:cubicBezTo>
                    <a:pt x="545" y="459"/>
                    <a:pt x="545" y="459"/>
                    <a:pt x="545" y="459"/>
                  </a:cubicBezTo>
                  <a:cubicBezTo>
                    <a:pt x="544" y="460"/>
                    <a:pt x="543" y="460"/>
                    <a:pt x="542" y="460"/>
                  </a:cubicBezTo>
                  <a:cubicBezTo>
                    <a:pt x="542" y="458"/>
                    <a:pt x="543" y="457"/>
                    <a:pt x="545" y="457"/>
                  </a:cubicBezTo>
                  <a:cubicBezTo>
                    <a:pt x="545" y="456"/>
                    <a:pt x="544" y="455"/>
                    <a:pt x="543" y="455"/>
                  </a:cubicBezTo>
                  <a:cubicBezTo>
                    <a:pt x="541" y="460"/>
                    <a:pt x="541" y="461"/>
                    <a:pt x="544" y="464"/>
                  </a:cubicBezTo>
                  <a:cubicBezTo>
                    <a:pt x="542" y="462"/>
                    <a:pt x="536" y="460"/>
                    <a:pt x="535" y="464"/>
                  </a:cubicBezTo>
                  <a:cubicBezTo>
                    <a:pt x="533" y="472"/>
                    <a:pt x="534" y="470"/>
                    <a:pt x="540" y="472"/>
                  </a:cubicBezTo>
                  <a:cubicBezTo>
                    <a:pt x="534" y="473"/>
                    <a:pt x="541" y="480"/>
                    <a:pt x="543" y="484"/>
                  </a:cubicBezTo>
                  <a:cubicBezTo>
                    <a:pt x="544" y="484"/>
                    <a:pt x="544" y="484"/>
                    <a:pt x="545" y="485"/>
                  </a:cubicBezTo>
                  <a:close/>
                  <a:moveTo>
                    <a:pt x="18" y="383"/>
                  </a:moveTo>
                  <a:cubicBezTo>
                    <a:pt x="13" y="381"/>
                    <a:pt x="10" y="385"/>
                    <a:pt x="5" y="384"/>
                  </a:cubicBezTo>
                  <a:cubicBezTo>
                    <a:pt x="7" y="388"/>
                    <a:pt x="11" y="388"/>
                    <a:pt x="14" y="390"/>
                  </a:cubicBezTo>
                  <a:cubicBezTo>
                    <a:pt x="15" y="388"/>
                    <a:pt x="17" y="388"/>
                    <a:pt x="19" y="388"/>
                  </a:cubicBezTo>
                  <a:cubicBezTo>
                    <a:pt x="19" y="388"/>
                    <a:pt x="19" y="387"/>
                    <a:pt x="19" y="387"/>
                  </a:cubicBezTo>
                  <a:cubicBezTo>
                    <a:pt x="19" y="385"/>
                    <a:pt x="17" y="385"/>
                    <a:pt x="18" y="383"/>
                  </a:cubicBezTo>
                  <a:close/>
                  <a:moveTo>
                    <a:pt x="332" y="216"/>
                  </a:moveTo>
                  <a:cubicBezTo>
                    <a:pt x="337" y="219"/>
                    <a:pt x="341" y="220"/>
                    <a:pt x="344" y="225"/>
                  </a:cubicBezTo>
                  <a:cubicBezTo>
                    <a:pt x="350" y="231"/>
                    <a:pt x="349" y="231"/>
                    <a:pt x="357" y="227"/>
                  </a:cubicBezTo>
                  <a:cubicBezTo>
                    <a:pt x="358" y="226"/>
                    <a:pt x="359" y="226"/>
                    <a:pt x="360" y="225"/>
                  </a:cubicBezTo>
                  <a:cubicBezTo>
                    <a:pt x="361" y="224"/>
                    <a:pt x="361" y="227"/>
                    <a:pt x="362" y="226"/>
                  </a:cubicBezTo>
                  <a:cubicBezTo>
                    <a:pt x="364" y="226"/>
                    <a:pt x="367" y="224"/>
                    <a:pt x="369" y="223"/>
                  </a:cubicBezTo>
                  <a:cubicBezTo>
                    <a:pt x="371" y="213"/>
                    <a:pt x="371" y="213"/>
                    <a:pt x="371" y="213"/>
                  </a:cubicBezTo>
                  <a:cubicBezTo>
                    <a:pt x="374" y="215"/>
                    <a:pt x="378" y="212"/>
                    <a:pt x="379" y="208"/>
                  </a:cubicBezTo>
                  <a:cubicBezTo>
                    <a:pt x="380" y="205"/>
                    <a:pt x="381" y="205"/>
                    <a:pt x="384" y="204"/>
                  </a:cubicBezTo>
                  <a:cubicBezTo>
                    <a:pt x="391" y="201"/>
                    <a:pt x="400" y="199"/>
                    <a:pt x="406" y="195"/>
                  </a:cubicBezTo>
                  <a:cubicBezTo>
                    <a:pt x="409" y="192"/>
                    <a:pt x="409" y="190"/>
                    <a:pt x="405" y="187"/>
                  </a:cubicBezTo>
                  <a:cubicBezTo>
                    <a:pt x="402" y="185"/>
                    <a:pt x="400" y="183"/>
                    <a:pt x="397" y="182"/>
                  </a:cubicBezTo>
                  <a:cubicBezTo>
                    <a:pt x="391" y="179"/>
                    <a:pt x="384" y="177"/>
                    <a:pt x="379" y="183"/>
                  </a:cubicBezTo>
                  <a:cubicBezTo>
                    <a:pt x="379" y="182"/>
                    <a:pt x="379" y="181"/>
                    <a:pt x="379" y="180"/>
                  </a:cubicBezTo>
                  <a:cubicBezTo>
                    <a:pt x="372" y="182"/>
                    <a:pt x="366" y="174"/>
                    <a:pt x="360" y="174"/>
                  </a:cubicBezTo>
                  <a:cubicBezTo>
                    <a:pt x="352" y="176"/>
                    <a:pt x="344" y="177"/>
                    <a:pt x="336" y="178"/>
                  </a:cubicBezTo>
                  <a:cubicBezTo>
                    <a:pt x="338" y="180"/>
                    <a:pt x="343" y="188"/>
                    <a:pt x="342" y="189"/>
                  </a:cubicBezTo>
                  <a:cubicBezTo>
                    <a:pt x="340" y="192"/>
                    <a:pt x="333" y="198"/>
                    <a:pt x="337" y="201"/>
                  </a:cubicBezTo>
                  <a:cubicBezTo>
                    <a:pt x="330" y="202"/>
                    <a:pt x="335" y="204"/>
                    <a:pt x="333" y="207"/>
                  </a:cubicBezTo>
                  <a:cubicBezTo>
                    <a:pt x="331" y="210"/>
                    <a:pt x="327" y="213"/>
                    <a:pt x="328" y="217"/>
                  </a:cubicBezTo>
                  <a:cubicBezTo>
                    <a:pt x="329" y="217"/>
                    <a:pt x="331" y="217"/>
                    <a:pt x="332" y="216"/>
                  </a:cubicBezTo>
                  <a:close/>
                  <a:moveTo>
                    <a:pt x="362" y="152"/>
                  </a:moveTo>
                  <a:cubicBezTo>
                    <a:pt x="366" y="152"/>
                    <a:pt x="364" y="149"/>
                    <a:pt x="365" y="148"/>
                  </a:cubicBezTo>
                  <a:cubicBezTo>
                    <a:pt x="367" y="146"/>
                    <a:pt x="370" y="149"/>
                    <a:pt x="370" y="153"/>
                  </a:cubicBezTo>
                  <a:cubicBezTo>
                    <a:pt x="372" y="152"/>
                    <a:pt x="375" y="152"/>
                    <a:pt x="376" y="150"/>
                  </a:cubicBezTo>
                  <a:cubicBezTo>
                    <a:pt x="378" y="148"/>
                    <a:pt x="374" y="145"/>
                    <a:pt x="376" y="143"/>
                  </a:cubicBezTo>
                  <a:cubicBezTo>
                    <a:pt x="378" y="143"/>
                    <a:pt x="379" y="149"/>
                    <a:pt x="382" y="145"/>
                  </a:cubicBezTo>
                  <a:cubicBezTo>
                    <a:pt x="384" y="143"/>
                    <a:pt x="383" y="141"/>
                    <a:pt x="381" y="141"/>
                  </a:cubicBezTo>
                  <a:cubicBezTo>
                    <a:pt x="383" y="139"/>
                    <a:pt x="386" y="141"/>
                    <a:pt x="386" y="137"/>
                  </a:cubicBezTo>
                  <a:cubicBezTo>
                    <a:pt x="386" y="135"/>
                    <a:pt x="389" y="135"/>
                    <a:pt x="390" y="136"/>
                  </a:cubicBezTo>
                  <a:cubicBezTo>
                    <a:pt x="385" y="140"/>
                    <a:pt x="390" y="146"/>
                    <a:pt x="395" y="144"/>
                  </a:cubicBezTo>
                  <a:cubicBezTo>
                    <a:pt x="399" y="143"/>
                    <a:pt x="408" y="137"/>
                    <a:pt x="402" y="133"/>
                  </a:cubicBezTo>
                  <a:cubicBezTo>
                    <a:pt x="402" y="133"/>
                    <a:pt x="404" y="133"/>
                    <a:pt x="406" y="133"/>
                  </a:cubicBezTo>
                  <a:cubicBezTo>
                    <a:pt x="397" y="131"/>
                    <a:pt x="405" y="127"/>
                    <a:pt x="408" y="126"/>
                  </a:cubicBezTo>
                  <a:cubicBezTo>
                    <a:pt x="403" y="123"/>
                    <a:pt x="401" y="121"/>
                    <a:pt x="395" y="123"/>
                  </a:cubicBezTo>
                  <a:cubicBezTo>
                    <a:pt x="396" y="124"/>
                    <a:pt x="397" y="124"/>
                    <a:pt x="398" y="125"/>
                  </a:cubicBezTo>
                  <a:cubicBezTo>
                    <a:pt x="395" y="127"/>
                    <a:pt x="393" y="126"/>
                    <a:pt x="390" y="125"/>
                  </a:cubicBezTo>
                  <a:cubicBezTo>
                    <a:pt x="388" y="124"/>
                    <a:pt x="385" y="125"/>
                    <a:pt x="383" y="125"/>
                  </a:cubicBezTo>
                  <a:cubicBezTo>
                    <a:pt x="378" y="126"/>
                    <a:pt x="376" y="128"/>
                    <a:pt x="372" y="132"/>
                  </a:cubicBezTo>
                  <a:cubicBezTo>
                    <a:pt x="369" y="134"/>
                    <a:pt x="363" y="141"/>
                    <a:pt x="359" y="142"/>
                  </a:cubicBezTo>
                  <a:cubicBezTo>
                    <a:pt x="353" y="143"/>
                    <a:pt x="349" y="144"/>
                    <a:pt x="354" y="151"/>
                  </a:cubicBezTo>
                  <a:cubicBezTo>
                    <a:pt x="357" y="151"/>
                    <a:pt x="359" y="151"/>
                    <a:pt x="362" y="152"/>
                  </a:cubicBezTo>
                  <a:close/>
                  <a:moveTo>
                    <a:pt x="422" y="117"/>
                  </a:moveTo>
                  <a:cubicBezTo>
                    <a:pt x="417" y="112"/>
                    <a:pt x="417" y="112"/>
                    <a:pt x="411" y="114"/>
                  </a:cubicBezTo>
                  <a:cubicBezTo>
                    <a:pt x="413" y="116"/>
                    <a:pt x="415" y="117"/>
                    <a:pt x="418" y="119"/>
                  </a:cubicBezTo>
                  <a:cubicBezTo>
                    <a:pt x="419" y="118"/>
                    <a:pt x="421" y="118"/>
                    <a:pt x="422" y="117"/>
                  </a:cubicBezTo>
                  <a:close/>
                  <a:moveTo>
                    <a:pt x="115" y="411"/>
                  </a:moveTo>
                  <a:cubicBezTo>
                    <a:pt x="118" y="413"/>
                    <a:pt x="121" y="410"/>
                    <a:pt x="122" y="409"/>
                  </a:cubicBezTo>
                  <a:cubicBezTo>
                    <a:pt x="123" y="409"/>
                    <a:pt x="123" y="409"/>
                    <a:pt x="124" y="410"/>
                  </a:cubicBezTo>
                  <a:cubicBezTo>
                    <a:pt x="124" y="409"/>
                    <a:pt x="124" y="409"/>
                    <a:pt x="125" y="408"/>
                  </a:cubicBezTo>
                  <a:cubicBezTo>
                    <a:pt x="123" y="407"/>
                    <a:pt x="121" y="407"/>
                    <a:pt x="120" y="406"/>
                  </a:cubicBezTo>
                  <a:cubicBezTo>
                    <a:pt x="118" y="407"/>
                    <a:pt x="116" y="409"/>
                    <a:pt x="115" y="411"/>
                  </a:cubicBezTo>
                  <a:close/>
                  <a:moveTo>
                    <a:pt x="282" y="461"/>
                  </a:moveTo>
                  <a:cubicBezTo>
                    <a:pt x="282" y="457"/>
                    <a:pt x="271" y="458"/>
                    <a:pt x="271" y="459"/>
                  </a:cubicBezTo>
                  <a:cubicBezTo>
                    <a:pt x="271" y="465"/>
                    <a:pt x="283" y="486"/>
                    <a:pt x="287" y="481"/>
                  </a:cubicBezTo>
                  <a:cubicBezTo>
                    <a:pt x="286" y="480"/>
                    <a:pt x="285" y="479"/>
                    <a:pt x="283" y="477"/>
                  </a:cubicBezTo>
                  <a:cubicBezTo>
                    <a:pt x="282" y="472"/>
                    <a:pt x="281" y="467"/>
                    <a:pt x="282" y="461"/>
                  </a:cubicBezTo>
                  <a:close/>
                  <a:moveTo>
                    <a:pt x="110" y="417"/>
                  </a:moveTo>
                  <a:cubicBezTo>
                    <a:pt x="103" y="413"/>
                    <a:pt x="102" y="428"/>
                    <a:pt x="109" y="427"/>
                  </a:cubicBezTo>
                  <a:cubicBezTo>
                    <a:pt x="111" y="427"/>
                    <a:pt x="113" y="423"/>
                    <a:pt x="115" y="423"/>
                  </a:cubicBezTo>
                  <a:cubicBezTo>
                    <a:pt x="118" y="423"/>
                    <a:pt x="120" y="421"/>
                    <a:pt x="119" y="418"/>
                  </a:cubicBezTo>
                  <a:cubicBezTo>
                    <a:pt x="121" y="419"/>
                    <a:pt x="123" y="419"/>
                    <a:pt x="123" y="417"/>
                  </a:cubicBezTo>
                  <a:cubicBezTo>
                    <a:pt x="123" y="417"/>
                    <a:pt x="122" y="416"/>
                    <a:pt x="121" y="416"/>
                  </a:cubicBezTo>
                  <a:cubicBezTo>
                    <a:pt x="123" y="412"/>
                    <a:pt x="109" y="411"/>
                    <a:pt x="110" y="417"/>
                  </a:cubicBezTo>
                  <a:close/>
                  <a:moveTo>
                    <a:pt x="343" y="516"/>
                  </a:moveTo>
                  <a:cubicBezTo>
                    <a:pt x="342" y="514"/>
                    <a:pt x="339" y="514"/>
                    <a:pt x="338" y="513"/>
                  </a:cubicBezTo>
                  <a:cubicBezTo>
                    <a:pt x="335" y="512"/>
                    <a:pt x="335" y="511"/>
                    <a:pt x="333" y="508"/>
                  </a:cubicBezTo>
                  <a:cubicBezTo>
                    <a:pt x="329" y="501"/>
                    <a:pt x="328" y="503"/>
                    <a:pt x="321" y="500"/>
                  </a:cubicBezTo>
                  <a:cubicBezTo>
                    <a:pt x="315" y="498"/>
                    <a:pt x="313" y="496"/>
                    <a:pt x="307" y="497"/>
                  </a:cubicBezTo>
                  <a:cubicBezTo>
                    <a:pt x="317" y="509"/>
                    <a:pt x="327" y="516"/>
                    <a:pt x="340" y="523"/>
                  </a:cubicBezTo>
                  <a:cubicBezTo>
                    <a:pt x="348" y="526"/>
                    <a:pt x="347" y="523"/>
                    <a:pt x="343" y="516"/>
                  </a:cubicBezTo>
                  <a:close/>
                  <a:moveTo>
                    <a:pt x="1691" y="1085"/>
                  </a:moveTo>
                  <a:cubicBezTo>
                    <a:pt x="1689" y="1083"/>
                    <a:pt x="1683" y="1073"/>
                    <a:pt x="1682" y="1082"/>
                  </a:cubicBezTo>
                  <a:cubicBezTo>
                    <a:pt x="1682" y="1090"/>
                    <a:pt x="1680" y="1090"/>
                    <a:pt x="1675" y="1095"/>
                  </a:cubicBezTo>
                  <a:cubicBezTo>
                    <a:pt x="1671" y="1100"/>
                    <a:pt x="1669" y="1104"/>
                    <a:pt x="1664" y="1106"/>
                  </a:cubicBezTo>
                  <a:cubicBezTo>
                    <a:pt x="1659" y="1109"/>
                    <a:pt x="1655" y="1111"/>
                    <a:pt x="1649" y="1112"/>
                  </a:cubicBezTo>
                  <a:cubicBezTo>
                    <a:pt x="1647" y="1113"/>
                    <a:pt x="1644" y="1123"/>
                    <a:pt x="1645" y="1125"/>
                  </a:cubicBezTo>
                  <a:cubicBezTo>
                    <a:pt x="1646" y="1130"/>
                    <a:pt x="1649" y="1138"/>
                    <a:pt x="1649" y="1143"/>
                  </a:cubicBezTo>
                  <a:cubicBezTo>
                    <a:pt x="1648" y="1148"/>
                    <a:pt x="1642" y="1153"/>
                    <a:pt x="1641" y="1158"/>
                  </a:cubicBezTo>
                  <a:cubicBezTo>
                    <a:pt x="1639" y="1164"/>
                    <a:pt x="1640" y="1169"/>
                    <a:pt x="1642" y="1175"/>
                  </a:cubicBezTo>
                  <a:cubicBezTo>
                    <a:pt x="1643" y="1180"/>
                    <a:pt x="1644" y="1186"/>
                    <a:pt x="1645" y="1191"/>
                  </a:cubicBezTo>
                  <a:cubicBezTo>
                    <a:pt x="1645" y="1193"/>
                    <a:pt x="1654" y="1197"/>
                    <a:pt x="1656" y="1196"/>
                  </a:cubicBezTo>
                  <a:cubicBezTo>
                    <a:pt x="1658" y="1195"/>
                    <a:pt x="1668" y="1192"/>
                    <a:pt x="1668" y="1192"/>
                  </a:cubicBezTo>
                  <a:cubicBezTo>
                    <a:pt x="1669" y="1188"/>
                    <a:pt x="1670" y="1183"/>
                    <a:pt x="1672" y="1179"/>
                  </a:cubicBezTo>
                  <a:cubicBezTo>
                    <a:pt x="1676" y="1164"/>
                    <a:pt x="1681" y="1148"/>
                    <a:pt x="1686" y="1133"/>
                  </a:cubicBezTo>
                  <a:cubicBezTo>
                    <a:pt x="1689" y="1122"/>
                    <a:pt x="1689" y="1117"/>
                    <a:pt x="1689" y="1106"/>
                  </a:cubicBezTo>
                  <a:cubicBezTo>
                    <a:pt x="1690" y="1108"/>
                    <a:pt x="1691" y="1109"/>
                    <a:pt x="1693" y="1110"/>
                  </a:cubicBezTo>
                  <a:cubicBezTo>
                    <a:pt x="1696" y="1102"/>
                    <a:pt x="1693" y="1095"/>
                    <a:pt x="1691" y="1086"/>
                  </a:cubicBezTo>
                  <a:lnTo>
                    <a:pt x="1691" y="1085"/>
                  </a:lnTo>
                  <a:close/>
                  <a:moveTo>
                    <a:pt x="2234" y="832"/>
                  </a:moveTo>
                  <a:cubicBezTo>
                    <a:pt x="2232" y="835"/>
                    <a:pt x="2234" y="840"/>
                    <a:pt x="2235" y="844"/>
                  </a:cubicBezTo>
                  <a:cubicBezTo>
                    <a:pt x="2235" y="847"/>
                    <a:pt x="2239" y="847"/>
                    <a:pt x="2241" y="848"/>
                  </a:cubicBezTo>
                  <a:cubicBezTo>
                    <a:pt x="2237" y="851"/>
                    <a:pt x="2240" y="855"/>
                    <a:pt x="2244" y="856"/>
                  </a:cubicBezTo>
                  <a:cubicBezTo>
                    <a:pt x="2247" y="856"/>
                    <a:pt x="2246" y="853"/>
                    <a:pt x="2250" y="856"/>
                  </a:cubicBezTo>
                  <a:cubicBezTo>
                    <a:pt x="2252" y="857"/>
                    <a:pt x="2253" y="859"/>
                    <a:pt x="2254" y="860"/>
                  </a:cubicBezTo>
                  <a:cubicBezTo>
                    <a:pt x="2255" y="858"/>
                    <a:pt x="2255" y="856"/>
                    <a:pt x="2255" y="854"/>
                  </a:cubicBezTo>
                  <a:cubicBezTo>
                    <a:pt x="2259" y="856"/>
                    <a:pt x="2260" y="855"/>
                    <a:pt x="2260" y="860"/>
                  </a:cubicBezTo>
                  <a:cubicBezTo>
                    <a:pt x="2260" y="862"/>
                    <a:pt x="2265" y="864"/>
                    <a:pt x="2267" y="865"/>
                  </a:cubicBezTo>
                  <a:cubicBezTo>
                    <a:pt x="2269" y="859"/>
                    <a:pt x="2264" y="861"/>
                    <a:pt x="2264" y="856"/>
                  </a:cubicBezTo>
                  <a:cubicBezTo>
                    <a:pt x="2268" y="858"/>
                    <a:pt x="2270" y="856"/>
                    <a:pt x="2267" y="853"/>
                  </a:cubicBezTo>
                  <a:cubicBezTo>
                    <a:pt x="2265" y="851"/>
                    <a:pt x="2265" y="854"/>
                    <a:pt x="2264" y="854"/>
                  </a:cubicBezTo>
                  <a:cubicBezTo>
                    <a:pt x="2262" y="854"/>
                    <a:pt x="2261" y="852"/>
                    <a:pt x="2259" y="851"/>
                  </a:cubicBezTo>
                  <a:cubicBezTo>
                    <a:pt x="2258" y="850"/>
                    <a:pt x="2257" y="850"/>
                    <a:pt x="2255" y="850"/>
                  </a:cubicBezTo>
                  <a:cubicBezTo>
                    <a:pt x="2253" y="849"/>
                    <a:pt x="2252" y="852"/>
                    <a:pt x="2251" y="852"/>
                  </a:cubicBezTo>
                  <a:cubicBezTo>
                    <a:pt x="2247" y="852"/>
                    <a:pt x="2249" y="848"/>
                    <a:pt x="2247" y="845"/>
                  </a:cubicBezTo>
                  <a:cubicBezTo>
                    <a:pt x="2244" y="839"/>
                    <a:pt x="2248" y="841"/>
                    <a:pt x="2248" y="836"/>
                  </a:cubicBezTo>
                  <a:cubicBezTo>
                    <a:pt x="2248" y="834"/>
                    <a:pt x="2250" y="836"/>
                    <a:pt x="2251" y="835"/>
                  </a:cubicBezTo>
                  <a:cubicBezTo>
                    <a:pt x="2252" y="834"/>
                    <a:pt x="2252" y="832"/>
                    <a:pt x="2253" y="830"/>
                  </a:cubicBezTo>
                  <a:cubicBezTo>
                    <a:pt x="2254" y="824"/>
                    <a:pt x="2252" y="827"/>
                    <a:pt x="2251" y="821"/>
                  </a:cubicBezTo>
                  <a:cubicBezTo>
                    <a:pt x="2251" y="818"/>
                    <a:pt x="2254" y="817"/>
                    <a:pt x="2252" y="813"/>
                  </a:cubicBezTo>
                  <a:cubicBezTo>
                    <a:pt x="2246" y="816"/>
                    <a:pt x="2249" y="813"/>
                    <a:pt x="2244" y="812"/>
                  </a:cubicBezTo>
                  <a:cubicBezTo>
                    <a:pt x="2242" y="812"/>
                    <a:pt x="2239" y="813"/>
                    <a:pt x="2238" y="815"/>
                  </a:cubicBezTo>
                  <a:cubicBezTo>
                    <a:pt x="2238" y="819"/>
                    <a:pt x="2237" y="824"/>
                    <a:pt x="2236" y="829"/>
                  </a:cubicBezTo>
                  <a:cubicBezTo>
                    <a:pt x="2236" y="831"/>
                    <a:pt x="2238" y="832"/>
                    <a:pt x="2237" y="835"/>
                  </a:cubicBezTo>
                  <a:cubicBezTo>
                    <a:pt x="2236" y="834"/>
                    <a:pt x="2235" y="833"/>
                    <a:pt x="2234" y="832"/>
                  </a:cubicBezTo>
                  <a:close/>
                  <a:moveTo>
                    <a:pt x="2247" y="766"/>
                  </a:moveTo>
                  <a:cubicBezTo>
                    <a:pt x="2248" y="761"/>
                    <a:pt x="2253" y="750"/>
                    <a:pt x="2245" y="754"/>
                  </a:cubicBezTo>
                  <a:cubicBezTo>
                    <a:pt x="2240" y="756"/>
                    <a:pt x="2236" y="762"/>
                    <a:pt x="2235" y="768"/>
                  </a:cubicBezTo>
                  <a:cubicBezTo>
                    <a:pt x="2234" y="774"/>
                    <a:pt x="2238" y="778"/>
                    <a:pt x="2241" y="782"/>
                  </a:cubicBezTo>
                  <a:cubicBezTo>
                    <a:pt x="2244" y="776"/>
                    <a:pt x="2246" y="772"/>
                    <a:pt x="2247" y="766"/>
                  </a:cubicBezTo>
                  <a:close/>
                  <a:moveTo>
                    <a:pt x="2229" y="874"/>
                  </a:moveTo>
                  <a:cubicBezTo>
                    <a:pt x="2228" y="881"/>
                    <a:pt x="2227" y="884"/>
                    <a:pt x="2223" y="888"/>
                  </a:cubicBezTo>
                  <a:cubicBezTo>
                    <a:pt x="2218" y="893"/>
                    <a:pt x="2216" y="896"/>
                    <a:pt x="2213" y="902"/>
                  </a:cubicBezTo>
                  <a:cubicBezTo>
                    <a:pt x="2219" y="898"/>
                    <a:pt x="2224" y="897"/>
                    <a:pt x="2226" y="889"/>
                  </a:cubicBezTo>
                  <a:cubicBezTo>
                    <a:pt x="2226" y="887"/>
                    <a:pt x="2231" y="885"/>
                    <a:pt x="2232" y="883"/>
                  </a:cubicBezTo>
                  <a:cubicBezTo>
                    <a:pt x="2233" y="883"/>
                    <a:pt x="2231" y="878"/>
                    <a:pt x="2232" y="876"/>
                  </a:cubicBezTo>
                  <a:cubicBezTo>
                    <a:pt x="2231" y="876"/>
                    <a:pt x="2230" y="875"/>
                    <a:pt x="2229" y="874"/>
                  </a:cubicBezTo>
                  <a:close/>
                  <a:moveTo>
                    <a:pt x="2281" y="894"/>
                  </a:moveTo>
                  <a:cubicBezTo>
                    <a:pt x="2280" y="891"/>
                    <a:pt x="2279" y="889"/>
                    <a:pt x="2277" y="889"/>
                  </a:cubicBezTo>
                  <a:cubicBezTo>
                    <a:pt x="2277" y="891"/>
                    <a:pt x="2277" y="894"/>
                    <a:pt x="2278" y="896"/>
                  </a:cubicBezTo>
                  <a:cubicBezTo>
                    <a:pt x="2275" y="895"/>
                    <a:pt x="2276" y="895"/>
                    <a:pt x="2274" y="897"/>
                  </a:cubicBezTo>
                  <a:cubicBezTo>
                    <a:pt x="2272" y="895"/>
                    <a:pt x="2271" y="897"/>
                    <a:pt x="2271" y="900"/>
                  </a:cubicBezTo>
                  <a:cubicBezTo>
                    <a:pt x="2268" y="898"/>
                    <a:pt x="2266" y="903"/>
                    <a:pt x="2263" y="905"/>
                  </a:cubicBezTo>
                  <a:cubicBezTo>
                    <a:pt x="2265" y="902"/>
                    <a:pt x="2265" y="898"/>
                    <a:pt x="2261" y="898"/>
                  </a:cubicBezTo>
                  <a:cubicBezTo>
                    <a:pt x="2258" y="898"/>
                    <a:pt x="2259" y="903"/>
                    <a:pt x="2257" y="904"/>
                  </a:cubicBezTo>
                  <a:cubicBezTo>
                    <a:pt x="2253" y="905"/>
                    <a:pt x="2247" y="909"/>
                    <a:pt x="2250" y="914"/>
                  </a:cubicBezTo>
                  <a:cubicBezTo>
                    <a:pt x="2252" y="913"/>
                    <a:pt x="2256" y="902"/>
                    <a:pt x="2257" y="910"/>
                  </a:cubicBezTo>
                  <a:cubicBezTo>
                    <a:pt x="2258" y="908"/>
                    <a:pt x="2258" y="909"/>
                    <a:pt x="2259" y="907"/>
                  </a:cubicBezTo>
                  <a:cubicBezTo>
                    <a:pt x="2259" y="910"/>
                    <a:pt x="2259" y="909"/>
                    <a:pt x="2261" y="910"/>
                  </a:cubicBezTo>
                  <a:cubicBezTo>
                    <a:pt x="2261" y="909"/>
                    <a:pt x="2261" y="908"/>
                    <a:pt x="2261" y="907"/>
                  </a:cubicBezTo>
                  <a:cubicBezTo>
                    <a:pt x="2269" y="906"/>
                    <a:pt x="2264" y="914"/>
                    <a:pt x="2265" y="918"/>
                  </a:cubicBezTo>
                  <a:cubicBezTo>
                    <a:pt x="2266" y="921"/>
                    <a:pt x="2273" y="926"/>
                    <a:pt x="2275" y="921"/>
                  </a:cubicBezTo>
                  <a:cubicBezTo>
                    <a:pt x="2275" y="921"/>
                    <a:pt x="2275" y="921"/>
                    <a:pt x="2275" y="921"/>
                  </a:cubicBezTo>
                  <a:cubicBezTo>
                    <a:pt x="2273" y="927"/>
                    <a:pt x="2279" y="925"/>
                    <a:pt x="2278" y="920"/>
                  </a:cubicBezTo>
                  <a:cubicBezTo>
                    <a:pt x="2277" y="916"/>
                    <a:pt x="2275" y="913"/>
                    <a:pt x="2280" y="910"/>
                  </a:cubicBezTo>
                  <a:cubicBezTo>
                    <a:pt x="2282" y="913"/>
                    <a:pt x="2280" y="916"/>
                    <a:pt x="2282" y="919"/>
                  </a:cubicBezTo>
                  <a:cubicBezTo>
                    <a:pt x="2282" y="918"/>
                    <a:pt x="2282" y="916"/>
                    <a:pt x="2283" y="914"/>
                  </a:cubicBezTo>
                  <a:cubicBezTo>
                    <a:pt x="2283" y="914"/>
                    <a:pt x="2283" y="914"/>
                    <a:pt x="2284" y="915"/>
                  </a:cubicBezTo>
                  <a:cubicBezTo>
                    <a:pt x="2284" y="912"/>
                    <a:pt x="2287" y="903"/>
                    <a:pt x="2284" y="903"/>
                  </a:cubicBezTo>
                  <a:cubicBezTo>
                    <a:pt x="2284" y="902"/>
                    <a:pt x="2284" y="901"/>
                    <a:pt x="2284" y="900"/>
                  </a:cubicBezTo>
                  <a:cubicBezTo>
                    <a:pt x="2283" y="900"/>
                    <a:pt x="2283" y="900"/>
                    <a:pt x="2282" y="900"/>
                  </a:cubicBezTo>
                  <a:cubicBezTo>
                    <a:pt x="2282" y="899"/>
                    <a:pt x="2283" y="898"/>
                    <a:pt x="2284" y="898"/>
                  </a:cubicBezTo>
                  <a:cubicBezTo>
                    <a:pt x="2284" y="896"/>
                    <a:pt x="2283" y="893"/>
                    <a:pt x="2281" y="894"/>
                  </a:cubicBezTo>
                  <a:close/>
                  <a:moveTo>
                    <a:pt x="2240" y="1058"/>
                  </a:moveTo>
                  <a:cubicBezTo>
                    <a:pt x="2238" y="1054"/>
                    <a:pt x="2226" y="1050"/>
                    <a:pt x="2227" y="1056"/>
                  </a:cubicBezTo>
                  <a:cubicBezTo>
                    <a:pt x="2231" y="1058"/>
                    <a:pt x="2243" y="1065"/>
                    <a:pt x="2240" y="1058"/>
                  </a:cubicBezTo>
                  <a:close/>
                  <a:moveTo>
                    <a:pt x="2214" y="1047"/>
                  </a:moveTo>
                  <a:cubicBezTo>
                    <a:pt x="2213" y="1045"/>
                    <a:pt x="2209" y="1043"/>
                    <a:pt x="2207" y="1043"/>
                  </a:cubicBezTo>
                  <a:cubicBezTo>
                    <a:pt x="2204" y="1043"/>
                    <a:pt x="2204" y="1045"/>
                    <a:pt x="2202" y="1049"/>
                  </a:cubicBezTo>
                  <a:cubicBezTo>
                    <a:pt x="2210" y="1051"/>
                    <a:pt x="2215" y="1051"/>
                    <a:pt x="2223" y="1049"/>
                  </a:cubicBezTo>
                  <a:cubicBezTo>
                    <a:pt x="2234" y="1047"/>
                    <a:pt x="2222" y="1041"/>
                    <a:pt x="2217" y="1043"/>
                  </a:cubicBezTo>
                  <a:cubicBezTo>
                    <a:pt x="2218" y="1045"/>
                    <a:pt x="2217" y="1047"/>
                    <a:pt x="2214" y="1047"/>
                  </a:cubicBezTo>
                  <a:close/>
                  <a:moveTo>
                    <a:pt x="2247" y="1050"/>
                  </a:moveTo>
                  <a:cubicBezTo>
                    <a:pt x="2249" y="1050"/>
                    <a:pt x="2249" y="1048"/>
                    <a:pt x="2251" y="1048"/>
                  </a:cubicBezTo>
                  <a:cubicBezTo>
                    <a:pt x="2254" y="1049"/>
                    <a:pt x="2256" y="1046"/>
                    <a:pt x="2258" y="1046"/>
                  </a:cubicBezTo>
                  <a:cubicBezTo>
                    <a:pt x="2263" y="1045"/>
                    <a:pt x="2271" y="1048"/>
                    <a:pt x="2275" y="1044"/>
                  </a:cubicBezTo>
                  <a:cubicBezTo>
                    <a:pt x="2269" y="1042"/>
                    <a:pt x="2266" y="1044"/>
                    <a:pt x="2260" y="1043"/>
                  </a:cubicBezTo>
                  <a:cubicBezTo>
                    <a:pt x="2257" y="1043"/>
                    <a:pt x="2256" y="1044"/>
                    <a:pt x="2254" y="1046"/>
                  </a:cubicBezTo>
                  <a:cubicBezTo>
                    <a:pt x="2252" y="1047"/>
                    <a:pt x="2250" y="1044"/>
                    <a:pt x="2248" y="1045"/>
                  </a:cubicBezTo>
                  <a:cubicBezTo>
                    <a:pt x="2245" y="1048"/>
                    <a:pt x="2237" y="1041"/>
                    <a:pt x="2234" y="1045"/>
                  </a:cubicBezTo>
                  <a:cubicBezTo>
                    <a:pt x="2230" y="1050"/>
                    <a:pt x="2241" y="1048"/>
                    <a:pt x="2242" y="1050"/>
                  </a:cubicBezTo>
                  <a:cubicBezTo>
                    <a:pt x="2245" y="1048"/>
                    <a:pt x="2245" y="1050"/>
                    <a:pt x="2247" y="1050"/>
                  </a:cubicBezTo>
                  <a:close/>
                  <a:moveTo>
                    <a:pt x="2252" y="1019"/>
                  </a:moveTo>
                  <a:cubicBezTo>
                    <a:pt x="2254" y="1020"/>
                    <a:pt x="2255" y="1021"/>
                    <a:pt x="2257" y="1023"/>
                  </a:cubicBezTo>
                  <a:cubicBezTo>
                    <a:pt x="2258" y="1020"/>
                    <a:pt x="2260" y="1019"/>
                    <a:pt x="2258" y="1017"/>
                  </a:cubicBezTo>
                  <a:cubicBezTo>
                    <a:pt x="2257" y="1015"/>
                    <a:pt x="2258" y="1013"/>
                    <a:pt x="2260" y="1014"/>
                  </a:cubicBezTo>
                  <a:cubicBezTo>
                    <a:pt x="2259" y="1010"/>
                    <a:pt x="2256" y="1011"/>
                    <a:pt x="2256" y="1015"/>
                  </a:cubicBezTo>
                  <a:cubicBezTo>
                    <a:pt x="2254" y="1009"/>
                    <a:pt x="2252" y="1017"/>
                    <a:pt x="2252" y="1019"/>
                  </a:cubicBezTo>
                  <a:close/>
                  <a:moveTo>
                    <a:pt x="2149" y="968"/>
                  </a:moveTo>
                  <a:cubicBezTo>
                    <a:pt x="2148" y="970"/>
                    <a:pt x="2151" y="971"/>
                    <a:pt x="2151" y="973"/>
                  </a:cubicBezTo>
                  <a:cubicBezTo>
                    <a:pt x="2151" y="974"/>
                    <a:pt x="2150" y="974"/>
                    <a:pt x="2150" y="976"/>
                  </a:cubicBezTo>
                  <a:cubicBezTo>
                    <a:pt x="2150" y="977"/>
                    <a:pt x="2151" y="979"/>
                    <a:pt x="2151" y="980"/>
                  </a:cubicBezTo>
                  <a:cubicBezTo>
                    <a:pt x="2152" y="982"/>
                    <a:pt x="2153" y="980"/>
                    <a:pt x="2152" y="984"/>
                  </a:cubicBezTo>
                  <a:cubicBezTo>
                    <a:pt x="2155" y="982"/>
                    <a:pt x="2154" y="984"/>
                    <a:pt x="2155" y="981"/>
                  </a:cubicBezTo>
                  <a:cubicBezTo>
                    <a:pt x="2159" y="985"/>
                    <a:pt x="2158" y="992"/>
                    <a:pt x="2159" y="997"/>
                  </a:cubicBezTo>
                  <a:cubicBezTo>
                    <a:pt x="2159" y="1002"/>
                    <a:pt x="2168" y="998"/>
                    <a:pt x="2170" y="997"/>
                  </a:cubicBezTo>
                  <a:cubicBezTo>
                    <a:pt x="2171" y="999"/>
                    <a:pt x="2171" y="1001"/>
                    <a:pt x="2171" y="1003"/>
                  </a:cubicBezTo>
                  <a:cubicBezTo>
                    <a:pt x="2178" y="1000"/>
                    <a:pt x="2179" y="998"/>
                    <a:pt x="2186" y="1002"/>
                  </a:cubicBezTo>
                  <a:cubicBezTo>
                    <a:pt x="2187" y="1003"/>
                    <a:pt x="2189" y="1002"/>
                    <a:pt x="2191" y="1002"/>
                  </a:cubicBezTo>
                  <a:cubicBezTo>
                    <a:pt x="2192" y="1003"/>
                    <a:pt x="2193" y="1007"/>
                    <a:pt x="2193" y="1009"/>
                  </a:cubicBezTo>
                  <a:cubicBezTo>
                    <a:pt x="2197" y="1007"/>
                    <a:pt x="2200" y="1005"/>
                    <a:pt x="2204" y="1003"/>
                  </a:cubicBezTo>
                  <a:cubicBezTo>
                    <a:pt x="2203" y="1006"/>
                    <a:pt x="2203" y="1008"/>
                    <a:pt x="2206" y="1008"/>
                  </a:cubicBezTo>
                  <a:cubicBezTo>
                    <a:pt x="2206" y="1002"/>
                    <a:pt x="2206" y="997"/>
                    <a:pt x="2206" y="992"/>
                  </a:cubicBezTo>
                  <a:cubicBezTo>
                    <a:pt x="2206" y="987"/>
                    <a:pt x="2207" y="987"/>
                    <a:pt x="2211" y="984"/>
                  </a:cubicBezTo>
                  <a:cubicBezTo>
                    <a:pt x="2216" y="980"/>
                    <a:pt x="2216" y="980"/>
                    <a:pt x="2215" y="973"/>
                  </a:cubicBezTo>
                  <a:cubicBezTo>
                    <a:pt x="2215" y="970"/>
                    <a:pt x="2217" y="965"/>
                    <a:pt x="2220" y="965"/>
                  </a:cubicBezTo>
                  <a:cubicBezTo>
                    <a:pt x="2226" y="966"/>
                    <a:pt x="2228" y="965"/>
                    <a:pt x="2223" y="961"/>
                  </a:cubicBezTo>
                  <a:cubicBezTo>
                    <a:pt x="2222" y="960"/>
                    <a:pt x="2219" y="958"/>
                    <a:pt x="2218" y="956"/>
                  </a:cubicBezTo>
                  <a:cubicBezTo>
                    <a:pt x="2218" y="955"/>
                    <a:pt x="2219" y="953"/>
                    <a:pt x="2219" y="952"/>
                  </a:cubicBezTo>
                  <a:cubicBezTo>
                    <a:pt x="2217" y="946"/>
                    <a:pt x="2214" y="946"/>
                    <a:pt x="2215" y="939"/>
                  </a:cubicBezTo>
                  <a:cubicBezTo>
                    <a:pt x="2215" y="936"/>
                    <a:pt x="2222" y="936"/>
                    <a:pt x="2224" y="935"/>
                  </a:cubicBezTo>
                  <a:cubicBezTo>
                    <a:pt x="2223" y="934"/>
                    <a:pt x="2222" y="932"/>
                    <a:pt x="2221" y="931"/>
                  </a:cubicBezTo>
                  <a:cubicBezTo>
                    <a:pt x="2223" y="930"/>
                    <a:pt x="2226" y="929"/>
                    <a:pt x="2229" y="928"/>
                  </a:cubicBezTo>
                  <a:cubicBezTo>
                    <a:pt x="2228" y="926"/>
                    <a:pt x="2226" y="926"/>
                    <a:pt x="2224" y="926"/>
                  </a:cubicBezTo>
                  <a:cubicBezTo>
                    <a:pt x="2222" y="925"/>
                    <a:pt x="2221" y="922"/>
                    <a:pt x="2220" y="921"/>
                  </a:cubicBezTo>
                  <a:cubicBezTo>
                    <a:pt x="2218" y="919"/>
                    <a:pt x="2212" y="913"/>
                    <a:pt x="2210" y="913"/>
                  </a:cubicBezTo>
                  <a:cubicBezTo>
                    <a:pt x="2208" y="914"/>
                    <a:pt x="2202" y="922"/>
                    <a:pt x="2201" y="924"/>
                  </a:cubicBezTo>
                  <a:cubicBezTo>
                    <a:pt x="2198" y="928"/>
                    <a:pt x="2200" y="931"/>
                    <a:pt x="2196" y="932"/>
                  </a:cubicBezTo>
                  <a:cubicBezTo>
                    <a:pt x="2190" y="933"/>
                    <a:pt x="2189" y="933"/>
                    <a:pt x="2186" y="938"/>
                  </a:cubicBezTo>
                  <a:cubicBezTo>
                    <a:pt x="2184" y="942"/>
                    <a:pt x="2182" y="946"/>
                    <a:pt x="2178" y="947"/>
                  </a:cubicBezTo>
                  <a:cubicBezTo>
                    <a:pt x="2174" y="948"/>
                    <a:pt x="2170" y="948"/>
                    <a:pt x="2168" y="952"/>
                  </a:cubicBezTo>
                  <a:cubicBezTo>
                    <a:pt x="2165" y="958"/>
                    <a:pt x="2164" y="958"/>
                    <a:pt x="2168" y="962"/>
                  </a:cubicBezTo>
                  <a:cubicBezTo>
                    <a:pt x="2164" y="961"/>
                    <a:pt x="2156" y="961"/>
                    <a:pt x="2155" y="955"/>
                  </a:cubicBezTo>
                  <a:cubicBezTo>
                    <a:pt x="2153" y="956"/>
                    <a:pt x="2152" y="958"/>
                    <a:pt x="2150" y="959"/>
                  </a:cubicBezTo>
                  <a:cubicBezTo>
                    <a:pt x="2150" y="962"/>
                    <a:pt x="2149" y="965"/>
                    <a:pt x="2149" y="968"/>
                  </a:cubicBezTo>
                  <a:close/>
                  <a:moveTo>
                    <a:pt x="2270" y="1059"/>
                  </a:moveTo>
                  <a:cubicBezTo>
                    <a:pt x="2272" y="1057"/>
                    <a:pt x="2273" y="1055"/>
                    <a:pt x="2275" y="1054"/>
                  </a:cubicBezTo>
                  <a:cubicBezTo>
                    <a:pt x="2279" y="1052"/>
                    <a:pt x="2289" y="1049"/>
                    <a:pt x="2290" y="1045"/>
                  </a:cubicBezTo>
                  <a:cubicBezTo>
                    <a:pt x="2287" y="1045"/>
                    <a:pt x="2283" y="1045"/>
                    <a:pt x="2280" y="1046"/>
                  </a:cubicBezTo>
                  <a:cubicBezTo>
                    <a:pt x="2278" y="1046"/>
                    <a:pt x="2276" y="1046"/>
                    <a:pt x="2275" y="1047"/>
                  </a:cubicBezTo>
                  <a:cubicBezTo>
                    <a:pt x="2274" y="1047"/>
                    <a:pt x="2274" y="1049"/>
                    <a:pt x="2273" y="1050"/>
                  </a:cubicBezTo>
                  <a:cubicBezTo>
                    <a:pt x="2270" y="1051"/>
                    <a:pt x="2266" y="1052"/>
                    <a:pt x="2264" y="1055"/>
                  </a:cubicBezTo>
                  <a:cubicBezTo>
                    <a:pt x="2261" y="1057"/>
                    <a:pt x="2265" y="1059"/>
                    <a:pt x="2262" y="1062"/>
                  </a:cubicBezTo>
                  <a:cubicBezTo>
                    <a:pt x="2265" y="1061"/>
                    <a:pt x="2268" y="1062"/>
                    <a:pt x="2270" y="1059"/>
                  </a:cubicBezTo>
                  <a:close/>
                  <a:moveTo>
                    <a:pt x="739" y="816"/>
                  </a:moveTo>
                  <a:cubicBezTo>
                    <a:pt x="741" y="817"/>
                    <a:pt x="744" y="816"/>
                    <a:pt x="746" y="816"/>
                  </a:cubicBezTo>
                  <a:cubicBezTo>
                    <a:pt x="747" y="817"/>
                    <a:pt x="746" y="822"/>
                    <a:pt x="750" y="821"/>
                  </a:cubicBezTo>
                  <a:cubicBezTo>
                    <a:pt x="751" y="821"/>
                    <a:pt x="751" y="816"/>
                    <a:pt x="752" y="815"/>
                  </a:cubicBezTo>
                  <a:cubicBezTo>
                    <a:pt x="755" y="813"/>
                    <a:pt x="755" y="815"/>
                    <a:pt x="756" y="815"/>
                  </a:cubicBezTo>
                  <a:cubicBezTo>
                    <a:pt x="760" y="815"/>
                    <a:pt x="763" y="814"/>
                    <a:pt x="768" y="814"/>
                  </a:cubicBezTo>
                  <a:cubicBezTo>
                    <a:pt x="771" y="814"/>
                    <a:pt x="771" y="817"/>
                    <a:pt x="773" y="813"/>
                  </a:cubicBezTo>
                  <a:cubicBezTo>
                    <a:pt x="774" y="811"/>
                    <a:pt x="770" y="809"/>
                    <a:pt x="769" y="809"/>
                  </a:cubicBezTo>
                  <a:cubicBezTo>
                    <a:pt x="765" y="808"/>
                    <a:pt x="765" y="808"/>
                    <a:pt x="763" y="804"/>
                  </a:cubicBezTo>
                  <a:cubicBezTo>
                    <a:pt x="761" y="801"/>
                    <a:pt x="761" y="803"/>
                    <a:pt x="759" y="802"/>
                  </a:cubicBezTo>
                  <a:cubicBezTo>
                    <a:pt x="757" y="802"/>
                    <a:pt x="754" y="800"/>
                    <a:pt x="752" y="801"/>
                  </a:cubicBezTo>
                  <a:cubicBezTo>
                    <a:pt x="751" y="801"/>
                    <a:pt x="747" y="802"/>
                    <a:pt x="747" y="802"/>
                  </a:cubicBezTo>
                  <a:cubicBezTo>
                    <a:pt x="741" y="802"/>
                    <a:pt x="739" y="800"/>
                    <a:pt x="734" y="803"/>
                  </a:cubicBezTo>
                  <a:cubicBezTo>
                    <a:pt x="740" y="806"/>
                    <a:pt x="739" y="807"/>
                    <a:pt x="743" y="813"/>
                  </a:cubicBezTo>
                  <a:cubicBezTo>
                    <a:pt x="739" y="815"/>
                    <a:pt x="725" y="809"/>
                    <a:pt x="726" y="814"/>
                  </a:cubicBezTo>
                  <a:cubicBezTo>
                    <a:pt x="731" y="818"/>
                    <a:pt x="733" y="815"/>
                    <a:pt x="739" y="816"/>
                  </a:cubicBezTo>
                  <a:close/>
                  <a:moveTo>
                    <a:pt x="1185" y="330"/>
                  </a:moveTo>
                  <a:cubicBezTo>
                    <a:pt x="1189" y="331"/>
                    <a:pt x="1192" y="328"/>
                    <a:pt x="1192" y="323"/>
                  </a:cubicBezTo>
                  <a:cubicBezTo>
                    <a:pt x="1195" y="325"/>
                    <a:pt x="1197" y="322"/>
                    <a:pt x="1199" y="319"/>
                  </a:cubicBezTo>
                  <a:cubicBezTo>
                    <a:pt x="1196" y="317"/>
                    <a:pt x="1199" y="313"/>
                    <a:pt x="1197" y="312"/>
                  </a:cubicBezTo>
                  <a:cubicBezTo>
                    <a:pt x="1194" y="311"/>
                    <a:pt x="1192" y="309"/>
                    <a:pt x="1188" y="310"/>
                  </a:cubicBezTo>
                  <a:cubicBezTo>
                    <a:pt x="1193" y="303"/>
                    <a:pt x="1172" y="295"/>
                    <a:pt x="1176" y="304"/>
                  </a:cubicBezTo>
                  <a:cubicBezTo>
                    <a:pt x="1170" y="303"/>
                    <a:pt x="1168" y="306"/>
                    <a:pt x="1162" y="304"/>
                  </a:cubicBezTo>
                  <a:cubicBezTo>
                    <a:pt x="1163" y="306"/>
                    <a:pt x="1163" y="308"/>
                    <a:pt x="1163" y="310"/>
                  </a:cubicBezTo>
                  <a:cubicBezTo>
                    <a:pt x="1161" y="307"/>
                    <a:pt x="1160" y="304"/>
                    <a:pt x="1156" y="304"/>
                  </a:cubicBezTo>
                  <a:cubicBezTo>
                    <a:pt x="1153" y="304"/>
                    <a:pt x="1152" y="307"/>
                    <a:pt x="1153" y="310"/>
                  </a:cubicBezTo>
                  <a:cubicBezTo>
                    <a:pt x="1151" y="308"/>
                    <a:pt x="1149" y="304"/>
                    <a:pt x="1146" y="305"/>
                  </a:cubicBezTo>
                  <a:cubicBezTo>
                    <a:pt x="1148" y="311"/>
                    <a:pt x="1145" y="308"/>
                    <a:pt x="1143" y="311"/>
                  </a:cubicBezTo>
                  <a:cubicBezTo>
                    <a:pt x="1142" y="313"/>
                    <a:pt x="1141" y="315"/>
                    <a:pt x="1140" y="318"/>
                  </a:cubicBezTo>
                  <a:cubicBezTo>
                    <a:pt x="1138" y="315"/>
                    <a:pt x="1137" y="313"/>
                    <a:pt x="1135" y="310"/>
                  </a:cubicBezTo>
                  <a:cubicBezTo>
                    <a:pt x="1137" y="311"/>
                    <a:pt x="1139" y="310"/>
                    <a:pt x="1139" y="308"/>
                  </a:cubicBezTo>
                  <a:cubicBezTo>
                    <a:pt x="1139" y="306"/>
                    <a:pt x="1135" y="305"/>
                    <a:pt x="1134" y="304"/>
                  </a:cubicBezTo>
                  <a:cubicBezTo>
                    <a:pt x="1130" y="301"/>
                    <a:pt x="1130" y="300"/>
                    <a:pt x="1124" y="300"/>
                  </a:cubicBezTo>
                  <a:cubicBezTo>
                    <a:pt x="1125" y="303"/>
                    <a:pt x="1127" y="302"/>
                    <a:pt x="1130" y="303"/>
                  </a:cubicBezTo>
                  <a:cubicBezTo>
                    <a:pt x="1131" y="310"/>
                    <a:pt x="1123" y="302"/>
                    <a:pt x="1120" y="305"/>
                  </a:cubicBezTo>
                  <a:cubicBezTo>
                    <a:pt x="1117" y="308"/>
                    <a:pt x="1123" y="308"/>
                    <a:pt x="1122" y="310"/>
                  </a:cubicBezTo>
                  <a:cubicBezTo>
                    <a:pt x="1121" y="312"/>
                    <a:pt x="1118" y="310"/>
                    <a:pt x="1117" y="309"/>
                  </a:cubicBezTo>
                  <a:cubicBezTo>
                    <a:pt x="1117" y="310"/>
                    <a:pt x="1117" y="311"/>
                    <a:pt x="1117" y="312"/>
                  </a:cubicBezTo>
                  <a:cubicBezTo>
                    <a:pt x="1115" y="312"/>
                    <a:pt x="1115" y="312"/>
                    <a:pt x="1113" y="313"/>
                  </a:cubicBezTo>
                  <a:cubicBezTo>
                    <a:pt x="1118" y="315"/>
                    <a:pt x="1120" y="314"/>
                    <a:pt x="1125" y="312"/>
                  </a:cubicBezTo>
                  <a:cubicBezTo>
                    <a:pt x="1127" y="311"/>
                    <a:pt x="1132" y="314"/>
                    <a:pt x="1135" y="314"/>
                  </a:cubicBezTo>
                  <a:cubicBezTo>
                    <a:pt x="1133" y="315"/>
                    <a:pt x="1131" y="316"/>
                    <a:pt x="1129" y="317"/>
                  </a:cubicBezTo>
                  <a:cubicBezTo>
                    <a:pt x="1131" y="318"/>
                    <a:pt x="1133" y="319"/>
                    <a:pt x="1135" y="318"/>
                  </a:cubicBezTo>
                  <a:cubicBezTo>
                    <a:pt x="1135" y="318"/>
                    <a:pt x="1135" y="319"/>
                    <a:pt x="1135" y="320"/>
                  </a:cubicBezTo>
                  <a:cubicBezTo>
                    <a:pt x="1129" y="319"/>
                    <a:pt x="1123" y="322"/>
                    <a:pt x="1117" y="322"/>
                  </a:cubicBezTo>
                  <a:cubicBezTo>
                    <a:pt x="1118" y="326"/>
                    <a:pt x="1128" y="324"/>
                    <a:pt x="1131" y="324"/>
                  </a:cubicBezTo>
                  <a:cubicBezTo>
                    <a:pt x="1130" y="326"/>
                    <a:pt x="1131" y="328"/>
                    <a:pt x="1133" y="327"/>
                  </a:cubicBezTo>
                  <a:cubicBezTo>
                    <a:pt x="1133" y="328"/>
                    <a:pt x="1133" y="329"/>
                    <a:pt x="1133" y="329"/>
                  </a:cubicBezTo>
                  <a:cubicBezTo>
                    <a:pt x="1133" y="329"/>
                    <a:pt x="1134" y="329"/>
                    <a:pt x="1135" y="329"/>
                  </a:cubicBezTo>
                  <a:cubicBezTo>
                    <a:pt x="1133" y="334"/>
                    <a:pt x="1126" y="332"/>
                    <a:pt x="1128" y="337"/>
                  </a:cubicBezTo>
                  <a:cubicBezTo>
                    <a:pt x="1132" y="337"/>
                    <a:pt x="1137" y="336"/>
                    <a:pt x="1142" y="336"/>
                  </a:cubicBezTo>
                  <a:cubicBezTo>
                    <a:pt x="1143" y="335"/>
                    <a:pt x="1145" y="339"/>
                    <a:pt x="1146" y="340"/>
                  </a:cubicBezTo>
                  <a:cubicBezTo>
                    <a:pt x="1147" y="341"/>
                    <a:pt x="1150" y="341"/>
                    <a:pt x="1152" y="341"/>
                  </a:cubicBezTo>
                  <a:cubicBezTo>
                    <a:pt x="1156" y="342"/>
                    <a:pt x="1159" y="342"/>
                    <a:pt x="1163" y="340"/>
                  </a:cubicBezTo>
                  <a:cubicBezTo>
                    <a:pt x="1165" y="339"/>
                    <a:pt x="1165" y="338"/>
                    <a:pt x="1167" y="337"/>
                  </a:cubicBezTo>
                  <a:cubicBezTo>
                    <a:pt x="1169" y="337"/>
                    <a:pt x="1171" y="337"/>
                    <a:pt x="1174" y="337"/>
                  </a:cubicBezTo>
                  <a:cubicBezTo>
                    <a:pt x="1176" y="335"/>
                    <a:pt x="1182" y="329"/>
                    <a:pt x="1185" y="330"/>
                  </a:cubicBezTo>
                  <a:close/>
                  <a:moveTo>
                    <a:pt x="1134" y="234"/>
                  </a:moveTo>
                  <a:cubicBezTo>
                    <a:pt x="1133" y="230"/>
                    <a:pt x="1130" y="222"/>
                    <a:pt x="1131" y="218"/>
                  </a:cubicBezTo>
                  <a:cubicBezTo>
                    <a:pt x="1134" y="209"/>
                    <a:pt x="1136" y="198"/>
                    <a:pt x="1142" y="190"/>
                  </a:cubicBezTo>
                  <a:cubicBezTo>
                    <a:pt x="1147" y="186"/>
                    <a:pt x="1151" y="181"/>
                    <a:pt x="1155" y="176"/>
                  </a:cubicBezTo>
                  <a:cubicBezTo>
                    <a:pt x="1156" y="175"/>
                    <a:pt x="1153" y="164"/>
                    <a:pt x="1153" y="162"/>
                  </a:cubicBezTo>
                  <a:cubicBezTo>
                    <a:pt x="1152" y="158"/>
                    <a:pt x="1153" y="152"/>
                    <a:pt x="1149" y="149"/>
                  </a:cubicBezTo>
                  <a:cubicBezTo>
                    <a:pt x="1145" y="146"/>
                    <a:pt x="1141" y="143"/>
                    <a:pt x="1137" y="140"/>
                  </a:cubicBezTo>
                  <a:cubicBezTo>
                    <a:pt x="1143" y="134"/>
                    <a:pt x="1149" y="128"/>
                    <a:pt x="1155" y="122"/>
                  </a:cubicBezTo>
                  <a:cubicBezTo>
                    <a:pt x="1149" y="118"/>
                    <a:pt x="1145" y="116"/>
                    <a:pt x="1141" y="108"/>
                  </a:cubicBezTo>
                  <a:cubicBezTo>
                    <a:pt x="1139" y="102"/>
                    <a:pt x="1146" y="95"/>
                    <a:pt x="1149" y="90"/>
                  </a:cubicBezTo>
                  <a:cubicBezTo>
                    <a:pt x="1153" y="84"/>
                    <a:pt x="1159" y="82"/>
                    <a:pt x="1164" y="78"/>
                  </a:cubicBezTo>
                  <a:cubicBezTo>
                    <a:pt x="1170" y="74"/>
                    <a:pt x="1174" y="71"/>
                    <a:pt x="1179" y="65"/>
                  </a:cubicBezTo>
                  <a:cubicBezTo>
                    <a:pt x="1177" y="64"/>
                    <a:pt x="1175" y="62"/>
                    <a:pt x="1174" y="61"/>
                  </a:cubicBezTo>
                  <a:cubicBezTo>
                    <a:pt x="1180" y="60"/>
                    <a:pt x="1186" y="60"/>
                    <a:pt x="1191" y="57"/>
                  </a:cubicBezTo>
                  <a:cubicBezTo>
                    <a:pt x="1198" y="53"/>
                    <a:pt x="1205" y="49"/>
                    <a:pt x="1211" y="45"/>
                  </a:cubicBezTo>
                  <a:cubicBezTo>
                    <a:pt x="1204" y="42"/>
                    <a:pt x="1196" y="38"/>
                    <a:pt x="1188" y="36"/>
                  </a:cubicBezTo>
                  <a:cubicBezTo>
                    <a:pt x="1183" y="35"/>
                    <a:pt x="1172" y="34"/>
                    <a:pt x="1168" y="39"/>
                  </a:cubicBezTo>
                  <a:cubicBezTo>
                    <a:pt x="1166" y="42"/>
                    <a:pt x="1164" y="46"/>
                    <a:pt x="1160" y="46"/>
                  </a:cubicBezTo>
                  <a:cubicBezTo>
                    <a:pt x="1156" y="45"/>
                    <a:pt x="1151" y="44"/>
                    <a:pt x="1147" y="43"/>
                  </a:cubicBezTo>
                  <a:cubicBezTo>
                    <a:pt x="1141" y="42"/>
                    <a:pt x="1131" y="50"/>
                    <a:pt x="1126" y="52"/>
                  </a:cubicBezTo>
                  <a:cubicBezTo>
                    <a:pt x="1127" y="50"/>
                    <a:pt x="1137" y="35"/>
                    <a:pt x="1130" y="35"/>
                  </a:cubicBezTo>
                  <a:cubicBezTo>
                    <a:pt x="1124" y="35"/>
                    <a:pt x="1118" y="36"/>
                    <a:pt x="1113" y="32"/>
                  </a:cubicBezTo>
                  <a:cubicBezTo>
                    <a:pt x="1121" y="29"/>
                    <a:pt x="1129" y="26"/>
                    <a:pt x="1137" y="23"/>
                  </a:cubicBezTo>
                  <a:cubicBezTo>
                    <a:pt x="1121" y="16"/>
                    <a:pt x="1107" y="9"/>
                    <a:pt x="1091" y="6"/>
                  </a:cubicBezTo>
                  <a:cubicBezTo>
                    <a:pt x="1072" y="4"/>
                    <a:pt x="1054" y="0"/>
                    <a:pt x="1035" y="2"/>
                  </a:cubicBezTo>
                  <a:cubicBezTo>
                    <a:pt x="1028" y="3"/>
                    <a:pt x="1021" y="3"/>
                    <a:pt x="1015" y="4"/>
                  </a:cubicBezTo>
                  <a:cubicBezTo>
                    <a:pt x="1012" y="4"/>
                    <a:pt x="1008" y="3"/>
                    <a:pt x="1006" y="5"/>
                  </a:cubicBezTo>
                  <a:cubicBezTo>
                    <a:pt x="1002" y="6"/>
                    <a:pt x="1002" y="14"/>
                    <a:pt x="998" y="13"/>
                  </a:cubicBezTo>
                  <a:cubicBezTo>
                    <a:pt x="992" y="12"/>
                    <a:pt x="987" y="11"/>
                    <a:pt x="982" y="10"/>
                  </a:cubicBezTo>
                  <a:cubicBezTo>
                    <a:pt x="975" y="9"/>
                    <a:pt x="967" y="6"/>
                    <a:pt x="961" y="9"/>
                  </a:cubicBezTo>
                  <a:cubicBezTo>
                    <a:pt x="952" y="13"/>
                    <a:pt x="943" y="17"/>
                    <a:pt x="934" y="21"/>
                  </a:cubicBezTo>
                  <a:cubicBezTo>
                    <a:pt x="942" y="27"/>
                    <a:pt x="952" y="31"/>
                    <a:pt x="957" y="40"/>
                  </a:cubicBezTo>
                  <a:cubicBezTo>
                    <a:pt x="942" y="34"/>
                    <a:pt x="927" y="30"/>
                    <a:pt x="911" y="26"/>
                  </a:cubicBezTo>
                  <a:cubicBezTo>
                    <a:pt x="907" y="25"/>
                    <a:pt x="899" y="28"/>
                    <a:pt x="895" y="29"/>
                  </a:cubicBezTo>
                  <a:cubicBezTo>
                    <a:pt x="884" y="30"/>
                    <a:pt x="872" y="32"/>
                    <a:pt x="861" y="33"/>
                  </a:cubicBezTo>
                  <a:cubicBezTo>
                    <a:pt x="857" y="34"/>
                    <a:pt x="849" y="33"/>
                    <a:pt x="845" y="35"/>
                  </a:cubicBezTo>
                  <a:cubicBezTo>
                    <a:pt x="838" y="39"/>
                    <a:pt x="832" y="42"/>
                    <a:pt x="826" y="45"/>
                  </a:cubicBezTo>
                  <a:cubicBezTo>
                    <a:pt x="810" y="53"/>
                    <a:pt x="795" y="61"/>
                    <a:pt x="779" y="69"/>
                  </a:cubicBezTo>
                  <a:cubicBezTo>
                    <a:pt x="785" y="75"/>
                    <a:pt x="792" y="74"/>
                    <a:pt x="800" y="75"/>
                  </a:cubicBezTo>
                  <a:cubicBezTo>
                    <a:pt x="798" y="80"/>
                    <a:pt x="796" y="84"/>
                    <a:pt x="795" y="88"/>
                  </a:cubicBezTo>
                  <a:cubicBezTo>
                    <a:pt x="793" y="93"/>
                    <a:pt x="792" y="92"/>
                    <a:pt x="787" y="92"/>
                  </a:cubicBezTo>
                  <a:cubicBezTo>
                    <a:pt x="780" y="93"/>
                    <a:pt x="774" y="94"/>
                    <a:pt x="767" y="96"/>
                  </a:cubicBezTo>
                  <a:cubicBezTo>
                    <a:pt x="758" y="99"/>
                    <a:pt x="749" y="101"/>
                    <a:pt x="740" y="104"/>
                  </a:cubicBezTo>
                  <a:cubicBezTo>
                    <a:pt x="738" y="105"/>
                    <a:pt x="738" y="110"/>
                    <a:pt x="738" y="112"/>
                  </a:cubicBezTo>
                  <a:cubicBezTo>
                    <a:pt x="737" y="114"/>
                    <a:pt x="741" y="118"/>
                    <a:pt x="742" y="119"/>
                  </a:cubicBezTo>
                  <a:cubicBezTo>
                    <a:pt x="745" y="123"/>
                    <a:pt x="748" y="130"/>
                    <a:pt x="752" y="133"/>
                  </a:cubicBezTo>
                  <a:cubicBezTo>
                    <a:pt x="758" y="136"/>
                    <a:pt x="763" y="139"/>
                    <a:pt x="768" y="142"/>
                  </a:cubicBezTo>
                  <a:cubicBezTo>
                    <a:pt x="771" y="144"/>
                    <a:pt x="778" y="150"/>
                    <a:pt x="781" y="150"/>
                  </a:cubicBezTo>
                  <a:cubicBezTo>
                    <a:pt x="787" y="149"/>
                    <a:pt x="793" y="148"/>
                    <a:pt x="799" y="147"/>
                  </a:cubicBezTo>
                  <a:cubicBezTo>
                    <a:pt x="810" y="146"/>
                    <a:pt x="819" y="148"/>
                    <a:pt x="830" y="150"/>
                  </a:cubicBezTo>
                  <a:cubicBezTo>
                    <a:pt x="835" y="151"/>
                    <a:pt x="841" y="152"/>
                    <a:pt x="846" y="153"/>
                  </a:cubicBezTo>
                  <a:cubicBezTo>
                    <a:pt x="849" y="153"/>
                    <a:pt x="855" y="163"/>
                    <a:pt x="856" y="165"/>
                  </a:cubicBezTo>
                  <a:cubicBezTo>
                    <a:pt x="864" y="175"/>
                    <a:pt x="868" y="186"/>
                    <a:pt x="873" y="197"/>
                  </a:cubicBezTo>
                  <a:cubicBezTo>
                    <a:pt x="875" y="204"/>
                    <a:pt x="876" y="204"/>
                    <a:pt x="874" y="210"/>
                  </a:cubicBezTo>
                  <a:cubicBezTo>
                    <a:pt x="872" y="216"/>
                    <a:pt x="869" y="220"/>
                    <a:pt x="873" y="224"/>
                  </a:cubicBezTo>
                  <a:cubicBezTo>
                    <a:pt x="878" y="229"/>
                    <a:pt x="883" y="231"/>
                    <a:pt x="881" y="238"/>
                  </a:cubicBezTo>
                  <a:cubicBezTo>
                    <a:pt x="880" y="245"/>
                    <a:pt x="877" y="248"/>
                    <a:pt x="881" y="253"/>
                  </a:cubicBezTo>
                  <a:cubicBezTo>
                    <a:pt x="887" y="259"/>
                    <a:pt x="887" y="259"/>
                    <a:pt x="894" y="257"/>
                  </a:cubicBezTo>
                  <a:cubicBezTo>
                    <a:pt x="900" y="255"/>
                    <a:pt x="905" y="254"/>
                    <a:pt x="910" y="252"/>
                  </a:cubicBezTo>
                  <a:cubicBezTo>
                    <a:pt x="910" y="256"/>
                    <a:pt x="909" y="260"/>
                    <a:pt x="909" y="265"/>
                  </a:cubicBezTo>
                  <a:cubicBezTo>
                    <a:pt x="909" y="266"/>
                    <a:pt x="904" y="267"/>
                    <a:pt x="903" y="268"/>
                  </a:cubicBezTo>
                  <a:cubicBezTo>
                    <a:pt x="899" y="269"/>
                    <a:pt x="895" y="271"/>
                    <a:pt x="891" y="272"/>
                  </a:cubicBezTo>
                  <a:cubicBezTo>
                    <a:pt x="890" y="273"/>
                    <a:pt x="890" y="278"/>
                    <a:pt x="890" y="279"/>
                  </a:cubicBezTo>
                  <a:cubicBezTo>
                    <a:pt x="890" y="284"/>
                    <a:pt x="887" y="294"/>
                    <a:pt x="888" y="299"/>
                  </a:cubicBezTo>
                  <a:cubicBezTo>
                    <a:pt x="891" y="307"/>
                    <a:pt x="894" y="314"/>
                    <a:pt x="897" y="322"/>
                  </a:cubicBezTo>
                  <a:cubicBezTo>
                    <a:pt x="901" y="335"/>
                    <a:pt x="909" y="345"/>
                    <a:pt x="916" y="356"/>
                  </a:cubicBezTo>
                  <a:cubicBezTo>
                    <a:pt x="920" y="362"/>
                    <a:pt x="924" y="369"/>
                    <a:pt x="928" y="375"/>
                  </a:cubicBezTo>
                  <a:cubicBezTo>
                    <a:pt x="930" y="379"/>
                    <a:pt x="936" y="379"/>
                    <a:pt x="940" y="380"/>
                  </a:cubicBezTo>
                  <a:cubicBezTo>
                    <a:pt x="946" y="383"/>
                    <a:pt x="953" y="385"/>
                    <a:pt x="959" y="388"/>
                  </a:cubicBezTo>
                  <a:cubicBezTo>
                    <a:pt x="961" y="388"/>
                    <a:pt x="970" y="389"/>
                    <a:pt x="970" y="387"/>
                  </a:cubicBezTo>
                  <a:cubicBezTo>
                    <a:pt x="975" y="375"/>
                    <a:pt x="979" y="362"/>
                    <a:pt x="983" y="349"/>
                  </a:cubicBezTo>
                  <a:cubicBezTo>
                    <a:pt x="986" y="339"/>
                    <a:pt x="990" y="329"/>
                    <a:pt x="993" y="318"/>
                  </a:cubicBezTo>
                  <a:cubicBezTo>
                    <a:pt x="995" y="313"/>
                    <a:pt x="995" y="313"/>
                    <a:pt x="1000" y="311"/>
                  </a:cubicBezTo>
                  <a:cubicBezTo>
                    <a:pt x="1007" y="309"/>
                    <a:pt x="1014" y="307"/>
                    <a:pt x="1020" y="305"/>
                  </a:cubicBezTo>
                  <a:cubicBezTo>
                    <a:pt x="1024" y="303"/>
                    <a:pt x="1031" y="303"/>
                    <a:pt x="1034" y="300"/>
                  </a:cubicBezTo>
                  <a:cubicBezTo>
                    <a:pt x="1038" y="297"/>
                    <a:pt x="1042" y="290"/>
                    <a:pt x="1045" y="286"/>
                  </a:cubicBezTo>
                  <a:cubicBezTo>
                    <a:pt x="1048" y="282"/>
                    <a:pt x="1049" y="280"/>
                    <a:pt x="1054" y="279"/>
                  </a:cubicBezTo>
                  <a:cubicBezTo>
                    <a:pt x="1060" y="277"/>
                    <a:pt x="1066" y="276"/>
                    <a:pt x="1072" y="274"/>
                  </a:cubicBezTo>
                  <a:cubicBezTo>
                    <a:pt x="1081" y="272"/>
                    <a:pt x="1092" y="271"/>
                    <a:pt x="1100" y="266"/>
                  </a:cubicBezTo>
                  <a:cubicBezTo>
                    <a:pt x="1111" y="260"/>
                    <a:pt x="1121" y="253"/>
                    <a:pt x="1131" y="247"/>
                  </a:cubicBezTo>
                  <a:cubicBezTo>
                    <a:pt x="1136" y="241"/>
                    <a:pt x="1136" y="241"/>
                    <a:pt x="1134" y="234"/>
                  </a:cubicBezTo>
                  <a:close/>
                  <a:moveTo>
                    <a:pt x="2155" y="814"/>
                  </a:moveTo>
                  <a:cubicBezTo>
                    <a:pt x="2157" y="813"/>
                    <a:pt x="2161" y="813"/>
                    <a:pt x="2161" y="810"/>
                  </a:cubicBezTo>
                  <a:cubicBezTo>
                    <a:pt x="2161" y="807"/>
                    <a:pt x="2162" y="804"/>
                    <a:pt x="2165" y="804"/>
                  </a:cubicBezTo>
                  <a:cubicBezTo>
                    <a:pt x="2165" y="801"/>
                    <a:pt x="2165" y="799"/>
                    <a:pt x="2162" y="799"/>
                  </a:cubicBezTo>
                  <a:cubicBezTo>
                    <a:pt x="2162" y="799"/>
                    <a:pt x="2162" y="800"/>
                    <a:pt x="2162" y="801"/>
                  </a:cubicBezTo>
                  <a:cubicBezTo>
                    <a:pt x="2155" y="797"/>
                    <a:pt x="2151" y="803"/>
                    <a:pt x="2146" y="806"/>
                  </a:cubicBezTo>
                  <a:cubicBezTo>
                    <a:pt x="2146" y="811"/>
                    <a:pt x="2145" y="812"/>
                    <a:pt x="2149" y="815"/>
                  </a:cubicBezTo>
                  <a:cubicBezTo>
                    <a:pt x="2151" y="816"/>
                    <a:pt x="2152" y="816"/>
                    <a:pt x="2154" y="816"/>
                  </a:cubicBezTo>
                  <a:cubicBezTo>
                    <a:pt x="2156" y="816"/>
                    <a:pt x="2154" y="814"/>
                    <a:pt x="2155" y="814"/>
                  </a:cubicBezTo>
                  <a:close/>
                  <a:moveTo>
                    <a:pt x="2124" y="1024"/>
                  </a:moveTo>
                  <a:cubicBezTo>
                    <a:pt x="2125" y="1017"/>
                    <a:pt x="2124" y="1009"/>
                    <a:pt x="2126" y="1003"/>
                  </a:cubicBezTo>
                  <a:cubicBezTo>
                    <a:pt x="2128" y="996"/>
                    <a:pt x="2120" y="991"/>
                    <a:pt x="2115" y="997"/>
                  </a:cubicBezTo>
                  <a:cubicBezTo>
                    <a:pt x="2119" y="993"/>
                    <a:pt x="2115" y="993"/>
                    <a:pt x="2115" y="990"/>
                  </a:cubicBezTo>
                  <a:cubicBezTo>
                    <a:pt x="2114" y="988"/>
                    <a:pt x="2114" y="983"/>
                    <a:pt x="2113" y="982"/>
                  </a:cubicBezTo>
                  <a:cubicBezTo>
                    <a:pt x="2111" y="982"/>
                    <a:pt x="2107" y="981"/>
                    <a:pt x="2107" y="979"/>
                  </a:cubicBezTo>
                  <a:cubicBezTo>
                    <a:pt x="2106" y="976"/>
                    <a:pt x="2109" y="975"/>
                    <a:pt x="2109" y="972"/>
                  </a:cubicBezTo>
                  <a:cubicBezTo>
                    <a:pt x="2108" y="969"/>
                    <a:pt x="2103" y="969"/>
                    <a:pt x="2103" y="967"/>
                  </a:cubicBezTo>
                  <a:cubicBezTo>
                    <a:pt x="2103" y="963"/>
                    <a:pt x="2102" y="965"/>
                    <a:pt x="2099" y="963"/>
                  </a:cubicBezTo>
                  <a:cubicBezTo>
                    <a:pt x="2096" y="961"/>
                    <a:pt x="2100" y="960"/>
                    <a:pt x="2095" y="959"/>
                  </a:cubicBezTo>
                  <a:cubicBezTo>
                    <a:pt x="2092" y="959"/>
                    <a:pt x="2090" y="959"/>
                    <a:pt x="2089" y="957"/>
                  </a:cubicBezTo>
                  <a:cubicBezTo>
                    <a:pt x="2085" y="952"/>
                    <a:pt x="2081" y="951"/>
                    <a:pt x="2077" y="947"/>
                  </a:cubicBezTo>
                  <a:cubicBezTo>
                    <a:pt x="2073" y="944"/>
                    <a:pt x="2068" y="941"/>
                    <a:pt x="2065" y="937"/>
                  </a:cubicBezTo>
                  <a:cubicBezTo>
                    <a:pt x="2062" y="932"/>
                    <a:pt x="2063" y="929"/>
                    <a:pt x="2056" y="928"/>
                  </a:cubicBezTo>
                  <a:cubicBezTo>
                    <a:pt x="2054" y="928"/>
                    <a:pt x="2044" y="924"/>
                    <a:pt x="2043" y="926"/>
                  </a:cubicBezTo>
                  <a:cubicBezTo>
                    <a:pt x="2041" y="928"/>
                    <a:pt x="2049" y="938"/>
                    <a:pt x="2051" y="940"/>
                  </a:cubicBezTo>
                  <a:cubicBezTo>
                    <a:pt x="2054" y="942"/>
                    <a:pt x="2061" y="944"/>
                    <a:pt x="2061" y="949"/>
                  </a:cubicBezTo>
                  <a:cubicBezTo>
                    <a:pt x="2061" y="956"/>
                    <a:pt x="2069" y="955"/>
                    <a:pt x="2070" y="961"/>
                  </a:cubicBezTo>
                  <a:cubicBezTo>
                    <a:pt x="2071" y="964"/>
                    <a:pt x="2072" y="968"/>
                    <a:pt x="2073" y="971"/>
                  </a:cubicBezTo>
                  <a:cubicBezTo>
                    <a:pt x="2074" y="974"/>
                    <a:pt x="2076" y="973"/>
                    <a:pt x="2077" y="974"/>
                  </a:cubicBezTo>
                  <a:cubicBezTo>
                    <a:pt x="2081" y="978"/>
                    <a:pt x="2083" y="987"/>
                    <a:pt x="2086" y="992"/>
                  </a:cubicBezTo>
                  <a:cubicBezTo>
                    <a:pt x="2088" y="997"/>
                    <a:pt x="2091" y="1000"/>
                    <a:pt x="2094" y="1003"/>
                  </a:cubicBezTo>
                  <a:cubicBezTo>
                    <a:pt x="2101" y="1010"/>
                    <a:pt x="2107" y="1018"/>
                    <a:pt x="2115" y="1024"/>
                  </a:cubicBezTo>
                  <a:cubicBezTo>
                    <a:pt x="2115" y="1023"/>
                    <a:pt x="2115" y="1021"/>
                    <a:pt x="2115" y="1020"/>
                  </a:cubicBezTo>
                  <a:cubicBezTo>
                    <a:pt x="2119" y="1024"/>
                    <a:pt x="2121" y="1018"/>
                    <a:pt x="2124" y="1024"/>
                  </a:cubicBezTo>
                  <a:close/>
                  <a:moveTo>
                    <a:pt x="2141" y="995"/>
                  </a:moveTo>
                  <a:cubicBezTo>
                    <a:pt x="2137" y="991"/>
                    <a:pt x="2138" y="1000"/>
                    <a:pt x="2139" y="1001"/>
                  </a:cubicBezTo>
                  <a:cubicBezTo>
                    <a:pt x="2144" y="1003"/>
                    <a:pt x="2144" y="997"/>
                    <a:pt x="2141" y="995"/>
                  </a:cubicBezTo>
                  <a:close/>
                  <a:moveTo>
                    <a:pt x="2185" y="1039"/>
                  </a:moveTo>
                  <a:cubicBezTo>
                    <a:pt x="2181" y="1040"/>
                    <a:pt x="2176" y="1037"/>
                    <a:pt x="2177" y="1032"/>
                  </a:cubicBezTo>
                  <a:cubicBezTo>
                    <a:pt x="2174" y="1033"/>
                    <a:pt x="2167" y="1032"/>
                    <a:pt x="2166" y="1030"/>
                  </a:cubicBezTo>
                  <a:cubicBezTo>
                    <a:pt x="2163" y="1027"/>
                    <a:pt x="2162" y="1029"/>
                    <a:pt x="2161" y="1032"/>
                  </a:cubicBezTo>
                  <a:cubicBezTo>
                    <a:pt x="2161" y="1033"/>
                    <a:pt x="2159" y="1032"/>
                    <a:pt x="2157" y="1032"/>
                  </a:cubicBezTo>
                  <a:cubicBezTo>
                    <a:pt x="2151" y="1032"/>
                    <a:pt x="2147" y="1033"/>
                    <a:pt x="2144" y="1027"/>
                  </a:cubicBezTo>
                  <a:cubicBezTo>
                    <a:pt x="2143" y="1027"/>
                    <a:pt x="2136" y="1025"/>
                    <a:pt x="2134" y="1024"/>
                  </a:cubicBezTo>
                  <a:cubicBezTo>
                    <a:pt x="2133" y="1026"/>
                    <a:pt x="2131" y="1025"/>
                    <a:pt x="2128" y="1024"/>
                  </a:cubicBezTo>
                  <a:cubicBezTo>
                    <a:pt x="2126" y="1024"/>
                    <a:pt x="2126" y="1025"/>
                    <a:pt x="2124" y="1026"/>
                  </a:cubicBezTo>
                  <a:cubicBezTo>
                    <a:pt x="2119" y="1032"/>
                    <a:pt x="2126" y="1033"/>
                    <a:pt x="2130" y="1033"/>
                  </a:cubicBezTo>
                  <a:cubicBezTo>
                    <a:pt x="2130" y="1034"/>
                    <a:pt x="2130" y="1035"/>
                    <a:pt x="2129" y="1036"/>
                  </a:cubicBezTo>
                  <a:cubicBezTo>
                    <a:pt x="2134" y="1037"/>
                    <a:pt x="2139" y="1040"/>
                    <a:pt x="2143" y="1040"/>
                  </a:cubicBezTo>
                  <a:cubicBezTo>
                    <a:pt x="2146" y="1041"/>
                    <a:pt x="2148" y="1039"/>
                    <a:pt x="2151" y="1039"/>
                  </a:cubicBezTo>
                  <a:cubicBezTo>
                    <a:pt x="2153" y="1040"/>
                    <a:pt x="2156" y="1041"/>
                    <a:pt x="2158" y="1042"/>
                  </a:cubicBezTo>
                  <a:cubicBezTo>
                    <a:pt x="2160" y="1043"/>
                    <a:pt x="2162" y="1044"/>
                    <a:pt x="2164" y="1044"/>
                  </a:cubicBezTo>
                  <a:cubicBezTo>
                    <a:pt x="2166" y="1044"/>
                    <a:pt x="2168" y="1044"/>
                    <a:pt x="2169" y="1045"/>
                  </a:cubicBezTo>
                  <a:cubicBezTo>
                    <a:pt x="2170" y="1045"/>
                    <a:pt x="2171" y="1043"/>
                    <a:pt x="2172" y="1043"/>
                  </a:cubicBezTo>
                  <a:cubicBezTo>
                    <a:pt x="2176" y="1044"/>
                    <a:pt x="2178" y="1045"/>
                    <a:pt x="2183" y="1044"/>
                  </a:cubicBezTo>
                  <a:cubicBezTo>
                    <a:pt x="2186" y="1046"/>
                    <a:pt x="2190" y="1047"/>
                    <a:pt x="2193" y="1048"/>
                  </a:cubicBezTo>
                  <a:cubicBezTo>
                    <a:pt x="2189" y="1044"/>
                    <a:pt x="2194" y="1037"/>
                    <a:pt x="2185" y="1039"/>
                  </a:cubicBezTo>
                  <a:close/>
                  <a:moveTo>
                    <a:pt x="2119" y="990"/>
                  </a:moveTo>
                  <a:cubicBezTo>
                    <a:pt x="2121" y="992"/>
                    <a:pt x="2121" y="991"/>
                    <a:pt x="2123" y="991"/>
                  </a:cubicBezTo>
                  <a:cubicBezTo>
                    <a:pt x="2124" y="991"/>
                    <a:pt x="2124" y="993"/>
                    <a:pt x="2125" y="994"/>
                  </a:cubicBezTo>
                  <a:cubicBezTo>
                    <a:pt x="2126" y="996"/>
                    <a:pt x="2126" y="997"/>
                    <a:pt x="2127" y="998"/>
                  </a:cubicBezTo>
                  <a:cubicBezTo>
                    <a:pt x="2129" y="999"/>
                    <a:pt x="2130" y="1000"/>
                    <a:pt x="2132" y="1000"/>
                  </a:cubicBezTo>
                  <a:cubicBezTo>
                    <a:pt x="2130" y="998"/>
                    <a:pt x="2131" y="997"/>
                    <a:pt x="2132" y="995"/>
                  </a:cubicBezTo>
                  <a:cubicBezTo>
                    <a:pt x="2126" y="995"/>
                    <a:pt x="2129" y="986"/>
                    <a:pt x="2124" y="986"/>
                  </a:cubicBezTo>
                  <a:cubicBezTo>
                    <a:pt x="2124" y="987"/>
                    <a:pt x="2124" y="988"/>
                    <a:pt x="2124" y="988"/>
                  </a:cubicBezTo>
                  <a:cubicBezTo>
                    <a:pt x="2122" y="985"/>
                    <a:pt x="2121" y="988"/>
                    <a:pt x="2119" y="990"/>
                  </a:cubicBezTo>
                  <a:close/>
                </a:path>
              </a:pathLst>
            </a:custGeom>
            <a:solidFill>
              <a:srgbClr val="7F7F7F">
                <a:alpha val="9803"/>
              </a:srgbClr>
            </a:solidFill>
            <a:ln>
              <a:noFill/>
            </a:ln>
          </p:spPr>
          <p:txBody>
            <a:bodyPr spcFirstLastPara="1" wrap="square" lIns="91425" tIns="45700" rIns="91425" bIns="45700" anchor="t" anchorCtr="0">
              <a:noAutofit/>
            </a:bodyPr>
            <a:lstStyle/>
            <a:p>
              <a:pPr defTabSz="914400">
                <a:buClr>
                  <a:prstClr val="black"/>
                </a:buClr>
                <a:buSzPts val="1800"/>
                <a:buFont typeface="Calibri"/>
                <a:buNone/>
              </a:pPr>
              <a:endParaRPr>
                <a:solidFill>
                  <a:srgbClr val="282F39"/>
                </a:solidFill>
                <a:ea typeface="Calibri"/>
                <a:cs typeface="Calibri"/>
                <a:sym typeface="Calibri"/>
              </a:endParaRPr>
            </a:p>
          </p:txBody>
        </p:sp>
      </p:grpSp>
      <p:grpSp>
        <p:nvGrpSpPr>
          <p:cNvPr id="7" name="Google Shape;203;p5"/>
          <p:cNvGrpSpPr/>
          <p:nvPr/>
        </p:nvGrpSpPr>
        <p:grpSpPr>
          <a:xfrm>
            <a:off x="1418876" y="2947122"/>
            <a:ext cx="9308442" cy="2119841"/>
            <a:chOff x="1195937" y="2330450"/>
            <a:chExt cx="9308442" cy="2119841"/>
          </a:xfrm>
        </p:grpSpPr>
        <p:sp>
          <p:nvSpPr>
            <p:cNvPr id="8" name="Google Shape;204;p5"/>
            <p:cNvSpPr/>
            <p:nvPr/>
          </p:nvSpPr>
          <p:spPr>
            <a:xfrm>
              <a:off x="1195937" y="2343150"/>
              <a:ext cx="2088090" cy="2088091"/>
            </a:xfrm>
            <a:prstGeom prst="blockArc">
              <a:avLst>
                <a:gd name="adj1" fmla="val 1362"/>
                <a:gd name="adj2" fmla="val 10776871"/>
                <a:gd name="adj3" fmla="val 13536"/>
              </a:avLst>
            </a:prstGeom>
            <a:gradFill>
              <a:gsLst>
                <a:gs pos="0">
                  <a:srgbClr val="5B9BD5"/>
                </a:gs>
                <a:gs pos="15000">
                  <a:srgbClr val="5B9BD5"/>
                </a:gs>
                <a:gs pos="26000">
                  <a:srgbClr val="ED7D31"/>
                </a:gs>
                <a:gs pos="37180">
                  <a:srgbClr val="ED7D31"/>
                </a:gs>
                <a:gs pos="50439">
                  <a:srgbClr val="4472C4"/>
                </a:gs>
                <a:gs pos="70000">
                  <a:srgbClr val="FFC000"/>
                </a:gs>
                <a:gs pos="77000">
                  <a:srgbClr val="FFC000"/>
                </a:gs>
                <a:gs pos="100000">
                  <a:srgbClr val="70AD47"/>
                </a:gs>
              </a:gsLst>
              <a:lin ang="0" scaled="0"/>
            </a:gra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282F39"/>
                </a:solidFill>
                <a:effectLst/>
                <a:uLnTx/>
                <a:uFillTx/>
                <a:ea typeface="Calibri"/>
                <a:cs typeface="Calibri"/>
                <a:sym typeface="Calibri"/>
              </a:endParaRPr>
            </a:p>
          </p:txBody>
        </p:sp>
        <p:sp>
          <p:nvSpPr>
            <p:cNvPr id="9" name="Google Shape;205;p5"/>
            <p:cNvSpPr/>
            <p:nvPr/>
          </p:nvSpPr>
          <p:spPr>
            <a:xfrm rot="10800000">
              <a:off x="2999799" y="2362200"/>
              <a:ext cx="2088090" cy="2088091"/>
            </a:xfrm>
            <a:prstGeom prst="blockArc">
              <a:avLst>
                <a:gd name="adj1" fmla="val 1362"/>
                <a:gd name="adj2" fmla="val 10776871"/>
                <a:gd name="adj3" fmla="val 13536"/>
              </a:avLst>
            </a:prstGeom>
            <a:gradFill>
              <a:gsLst>
                <a:gs pos="0">
                  <a:srgbClr val="5B9BD5"/>
                </a:gs>
                <a:gs pos="15000">
                  <a:srgbClr val="5B9BD5"/>
                </a:gs>
                <a:gs pos="26000">
                  <a:srgbClr val="ED7D31"/>
                </a:gs>
                <a:gs pos="37180">
                  <a:srgbClr val="ED7D31"/>
                </a:gs>
                <a:gs pos="50439">
                  <a:srgbClr val="4472C4"/>
                </a:gs>
                <a:gs pos="70000">
                  <a:srgbClr val="FFC000"/>
                </a:gs>
                <a:gs pos="77000">
                  <a:srgbClr val="FFC000"/>
                </a:gs>
                <a:gs pos="100000">
                  <a:srgbClr val="70AD47"/>
                </a:gs>
              </a:gsLst>
              <a:lin ang="0" scaled="0"/>
            </a:gra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282F39"/>
                </a:solidFill>
                <a:effectLst/>
                <a:uLnTx/>
                <a:uFillTx/>
                <a:ea typeface="Calibri"/>
                <a:cs typeface="Calibri"/>
                <a:sym typeface="Calibri"/>
              </a:endParaRPr>
            </a:p>
          </p:txBody>
        </p:sp>
        <p:sp>
          <p:nvSpPr>
            <p:cNvPr id="10" name="Google Shape;206;p5"/>
            <p:cNvSpPr/>
            <p:nvPr/>
          </p:nvSpPr>
          <p:spPr>
            <a:xfrm>
              <a:off x="4806113" y="2330450"/>
              <a:ext cx="2088090" cy="2088091"/>
            </a:xfrm>
            <a:prstGeom prst="blockArc">
              <a:avLst>
                <a:gd name="adj1" fmla="val 1362"/>
                <a:gd name="adj2" fmla="val 10776871"/>
                <a:gd name="adj3" fmla="val 13536"/>
              </a:avLst>
            </a:prstGeom>
            <a:gradFill>
              <a:gsLst>
                <a:gs pos="0">
                  <a:srgbClr val="5B9BD5"/>
                </a:gs>
                <a:gs pos="15000">
                  <a:srgbClr val="5B9BD5"/>
                </a:gs>
                <a:gs pos="26000">
                  <a:srgbClr val="ED7D31"/>
                </a:gs>
                <a:gs pos="37180">
                  <a:srgbClr val="ED7D31"/>
                </a:gs>
                <a:gs pos="50439">
                  <a:srgbClr val="4472C4"/>
                </a:gs>
                <a:gs pos="70000">
                  <a:srgbClr val="FFC000"/>
                </a:gs>
                <a:gs pos="77000">
                  <a:srgbClr val="FFC000"/>
                </a:gs>
                <a:gs pos="100000">
                  <a:srgbClr val="70AD47"/>
                </a:gs>
              </a:gsLst>
              <a:lin ang="0" scaled="0"/>
            </a:gra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282F39"/>
                </a:solidFill>
                <a:effectLst/>
                <a:uLnTx/>
                <a:uFillTx/>
                <a:ea typeface="Calibri"/>
                <a:cs typeface="Calibri"/>
                <a:sym typeface="Calibri"/>
              </a:endParaRPr>
            </a:p>
          </p:txBody>
        </p:sp>
        <p:sp>
          <p:nvSpPr>
            <p:cNvPr id="11" name="Google Shape;207;p5"/>
            <p:cNvSpPr/>
            <p:nvPr/>
          </p:nvSpPr>
          <p:spPr>
            <a:xfrm rot="10800000">
              <a:off x="6609975" y="2362200"/>
              <a:ext cx="2088090" cy="2088091"/>
            </a:xfrm>
            <a:prstGeom prst="blockArc">
              <a:avLst>
                <a:gd name="adj1" fmla="val 1362"/>
                <a:gd name="adj2" fmla="val 10776871"/>
                <a:gd name="adj3" fmla="val 13536"/>
              </a:avLst>
            </a:prstGeom>
            <a:gradFill>
              <a:gsLst>
                <a:gs pos="0">
                  <a:srgbClr val="5B9BD5"/>
                </a:gs>
                <a:gs pos="15000">
                  <a:srgbClr val="5B9BD5"/>
                </a:gs>
                <a:gs pos="26000">
                  <a:srgbClr val="ED7D31"/>
                </a:gs>
                <a:gs pos="37180">
                  <a:srgbClr val="ED7D31"/>
                </a:gs>
                <a:gs pos="50439">
                  <a:srgbClr val="4472C4"/>
                </a:gs>
                <a:gs pos="70000">
                  <a:srgbClr val="FFC000"/>
                </a:gs>
                <a:gs pos="77000">
                  <a:srgbClr val="FFC000"/>
                </a:gs>
                <a:gs pos="100000">
                  <a:srgbClr val="70AD47"/>
                </a:gs>
              </a:gsLst>
              <a:lin ang="0" scaled="0"/>
            </a:gra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282F39"/>
                </a:solidFill>
                <a:effectLst/>
                <a:uLnTx/>
                <a:uFillTx/>
                <a:ea typeface="Calibri"/>
                <a:cs typeface="Calibri"/>
                <a:sym typeface="Calibri"/>
              </a:endParaRPr>
            </a:p>
          </p:txBody>
        </p:sp>
        <p:sp>
          <p:nvSpPr>
            <p:cNvPr id="12" name="Google Shape;208;p5"/>
            <p:cNvSpPr/>
            <p:nvPr/>
          </p:nvSpPr>
          <p:spPr>
            <a:xfrm>
              <a:off x="8416289" y="2330450"/>
              <a:ext cx="2088090" cy="2088091"/>
            </a:xfrm>
            <a:prstGeom prst="blockArc">
              <a:avLst>
                <a:gd name="adj1" fmla="val 1362"/>
                <a:gd name="adj2" fmla="val 10776871"/>
                <a:gd name="adj3" fmla="val 13536"/>
              </a:avLst>
            </a:prstGeom>
            <a:gradFill>
              <a:gsLst>
                <a:gs pos="0">
                  <a:srgbClr val="5B9BD5"/>
                </a:gs>
                <a:gs pos="15000">
                  <a:srgbClr val="5B9BD5"/>
                </a:gs>
                <a:gs pos="26000">
                  <a:srgbClr val="ED7D31"/>
                </a:gs>
                <a:gs pos="37180">
                  <a:srgbClr val="ED7D31"/>
                </a:gs>
                <a:gs pos="50439">
                  <a:srgbClr val="4472C4"/>
                </a:gs>
                <a:gs pos="70000">
                  <a:srgbClr val="FFC000"/>
                </a:gs>
                <a:gs pos="77000">
                  <a:srgbClr val="FFC000"/>
                </a:gs>
                <a:gs pos="100000">
                  <a:srgbClr val="70AD47"/>
                </a:gs>
              </a:gsLst>
              <a:lin ang="0" scaled="0"/>
            </a:gra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282F39"/>
                </a:solidFill>
                <a:effectLst/>
                <a:uLnTx/>
                <a:uFillTx/>
                <a:ea typeface="Calibri"/>
                <a:cs typeface="Calibri"/>
                <a:sym typeface="Calibri"/>
              </a:endParaRPr>
            </a:p>
          </p:txBody>
        </p:sp>
      </p:grpSp>
      <p:sp>
        <p:nvSpPr>
          <p:cNvPr id="13" name="Google Shape;209;p5"/>
          <p:cNvSpPr txBox="1"/>
          <p:nvPr/>
        </p:nvSpPr>
        <p:spPr>
          <a:xfrm>
            <a:off x="1729599" y="3948894"/>
            <a:ext cx="1400362" cy="646331"/>
          </a:xfrm>
          <a:prstGeom prst="rect">
            <a:avLst/>
          </a:prstGeom>
          <a:noFill/>
          <a:ln>
            <a:noFill/>
          </a:ln>
        </p:spPr>
        <p:txBody>
          <a:bodyPr spcFirstLastPara="1" wrap="square" lIns="91425" tIns="45700" rIns="91425" bIns="45700" anchor="t" anchorCtr="0">
            <a:spAutoFit/>
          </a:bodyPr>
          <a:lstStyle/>
          <a:p>
            <a:pPr algn="ctr" defTabSz="914400">
              <a:buClr>
                <a:srgbClr val="C2C923"/>
              </a:buClr>
              <a:buSzPts val="3600"/>
              <a:buFont typeface="Open Sans"/>
              <a:buNone/>
            </a:pPr>
            <a:r>
              <a:rPr lang="en-US" sz="3600" b="1" dirty="0">
                <a:solidFill>
                  <a:srgbClr val="C2C923"/>
                </a:solidFill>
                <a:ea typeface="Open Sans"/>
                <a:cs typeface="Open Sans"/>
                <a:sym typeface="Open Sans"/>
              </a:rPr>
              <a:t>1982</a:t>
            </a:r>
            <a:endParaRPr sz="3600" b="1" dirty="0">
              <a:solidFill>
                <a:srgbClr val="C2C923"/>
              </a:solidFill>
              <a:ea typeface="Arial"/>
              <a:cs typeface="Arial"/>
              <a:sym typeface="Arial"/>
            </a:endParaRPr>
          </a:p>
        </p:txBody>
      </p:sp>
      <p:sp>
        <p:nvSpPr>
          <p:cNvPr id="14" name="Google Shape;210;p5"/>
          <p:cNvSpPr txBox="1"/>
          <p:nvPr/>
        </p:nvSpPr>
        <p:spPr>
          <a:xfrm>
            <a:off x="3530122" y="3431617"/>
            <a:ext cx="1400362" cy="646331"/>
          </a:xfrm>
          <a:prstGeom prst="rect">
            <a:avLst/>
          </a:prstGeom>
          <a:noFill/>
          <a:ln>
            <a:noFill/>
          </a:ln>
        </p:spPr>
        <p:txBody>
          <a:bodyPr spcFirstLastPara="1" wrap="square" lIns="91425" tIns="45700" rIns="91425" bIns="45700" anchor="t" anchorCtr="0">
            <a:spAutoFit/>
          </a:bodyPr>
          <a:lstStyle/>
          <a:p>
            <a:pPr algn="ctr" defTabSz="914400">
              <a:buClr>
                <a:srgbClr val="42AFB6"/>
              </a:buClr>
              <a:buSzPts val="3600"/>
              <a:buFont typeface="Open Sans"/>
              <a:buNone/>
            </a:pPr>
            <a:r>
              <a:rPr lang="en-US" sz="3600" b="1" dirty="0">
                <a:solidFill>
                  <a:srgbClr val="42AFB6"/>
                </a:solidFill>
                <a:ea typeface="Open Sans"/>
                <a:cs typeface="Open Sans"/>
                <a:sym typeface="Open Sans"/>
              </a:rPr>
              <a:t>1989</a:t>
            </a:r>
            <a:endParaRPr sz="3600" b="1" dirty="0">
              <a:solidFill>
                <a:srgbClr val="42AFB6"/>
              </a:solidFill>
              <a:ea typeface="Open Sans"/>
              <a:cs typeface="Open Sans"/>
              <a:sym typeface="Open Sans"/>
            </a:endParaRPr>
          </a:p>
        </p:txBody>
      </p:sp>
      <p:sp>
        <p:nvSpPr>
          <p:cNvPr id="15" name="Google Shape;211;p5"/>
          <p:cNvSpPr txBox="1"/>
          <p:nvPr/>
        </p:nvSpPr>
        <p:spPr>
          <a:xfrm>
            <a:off x="5363375" y="3947668"/>
            <a:ext cx="1400362" cy="646331"/>
          </a:xfrm>
          <a:prstGeom prst="rect">
            <a:avLst/>
          </a:prstGeom>
          <a:noFill/>
          <a:ln>
            <a:noFill/>
          </a:ln>
        </p:spPr>
        <p:txBody>
          <a:bodyPr spcFirstLastPara="1" wrap="square" lIns="91425" tIns="45700" rIns="91425" bIns="45700" anchor="t" anchorCtr="0">
            <a:spAutoFit/>
          </a:bodyPr>
          <a:lstStyle/>
          <a:p>
            <a:pPr algn="ctr" defTabSz="914400">
              <a:buClr>
                <a:srgbClr val="FCB414"/>
              </a:buClr>
              <a:buSzPts val="3600"/>
              <a:buFont typeface="Open Sans"/>
              <a:buNone/>
            </a:pPr>
            <a:r>
              <a:rPr lang="en-US" sz="3600" b="1" dirty="0">
                <a:solidFill>
                  <a:srgbClr val="FCB414"/>
                </a:solidFill>
                <a:ea typeface="Open Sans"/>
                <a:cs typeface="Open Sans"/>
                <a:sym typeface="Open Sans"/>
              </a:rPr>
              <a:t>1990</a:t>
            </a:r>
            <a:endParaRPr sz="3600" b="1" dirty="0">
              <a:solidFill>
                <a:srgbClr val="FCB414"/>
              </a:solidFill>
              <a:ea typeface="Open Sans"/>
              <a:cs typeface="Open Sans"/>
              <a:sym typeface="Open Sans"/>
            </a:endParaRPr>
          </a:p>
        </p:txBody>
      </p:sp>
      <p:sp>
        <p:nvSpPr>
          <p:cNvPr id="16" name="Google Shape;212;p5"/>
          <p:cNvSpPr txBox="1"/>
          <p:nvPr/>
        </p:nvSpPr>
        <p:spPr>
          <a:xfrm>
            <a:off x="7125754" y="3431616"/>
            <a:ext cx="1400362" cy="646331"/>
          </a:xfrm>
          <a:prstGeom prst="rect">
            <a:avLst/>
          </a:prstGeom>
          <a:noFill/>
          <a:ln>
            <a:noFill/>
          </a:ln>
        </p:spPr>
        <p:txBody>
          <a:bodyPr spcFirstLastPara="1" wrap="square" lIns="91425" tIns="45700" rIns="91425" bIns="45700" anchor="t" anchorCtr="0">
            <a:spAutoFit/>
          </a:bodyPr>
          <a:lstStyle/>
          <a:p>
            <a:pPr algn="ctr" defTabSz="914400">
              <a:buClr>
                <a:srgbClr val="CB1B4A"/>
              </a:buClr>
              <a:buSzPts val="3600"/>
              <a:buFont typeface="Open Sans"/>
              <a:buNone/>
            </a:pPr>
            <a:r>
              <a:rPr lang="en-US" sz="3600" b="1" dirty="0">
                <a:solidFill>
                  <a:srgbClr val="CB1B4A"/>
                </a:solidFill>
                <a:ea typeface="Open Sans"/>
                <a:cs typeface="Open Sans"/>
                <a:sym typeface="Open Sans"/>
              </a:rPr>
              <a:t>1999</a:t>
            </a:r>
            <a:endParaRPr sz="3600" b="1" dirty="0">
              <a:solidFill>
                <a:srgbClr val="CB1B4A"/>
              </a:solidFill>
              <a:ea typeface="Open Sans"/>
              <a:cs typeface="Open Sans"/>
              <a:sym typeface="Open Sans"/>
            </a:endParaRPr>
          </a:p>
        </p:txBody>
      </p:sp>
      <p:sp>
        <p:nvSpPr>
          <p:cNvPr id="17" name="Google Shape;213;p5"/>
          <p:cNvSpPr txBox="1"/>
          <p:nvPr/>
        </p:nvSpPr>
        <p:spPr>
          <a:xfrm>
            <a:off x="8983092" y="3947667"/>
            <a:ext cx="1400362" cy="646331"/>
          </a:xfrm>
          <a:prstGeom prst="rect">
            <a:avLst/>
          </a:prstGeom>
          <a:noFill/>
          <a:ln>
            <a:noFill/>
          </a:ln>
        </p:spPr>
        <p:txBody>
          <a:bodyPr spcFirstLastPara="1" wrap="square" lIns="91425" tIns="45700" rIns="91425" bIns="45700" anchor="t" anchorCtr="0">
            <a:spAutoFit/>
          </a:bodyPr>
          <a:lstStyle/>
          <a:p>
            <a:pPr algn="ctr" defTabSz="914400">
              <a:buClr>
                <a:srgbClr val="007A7D"/>
              </a:buClr>
              <a:buSzPts val="3600"/>
              <a:buFont typeface="Open Sans"/>
              <a:buNone/>
            </a:pPr>
            <a:r>
              <a:rPr lang="en-US" sz="3600" b="1" dirty="0">
                <a:solidFill>
                  <a:srgbClr val="007A7D"/>
                </a:solidFill>
                <a:ea typeface="Open Sans"/>
                <a:cs typeface="Open Sans"/>
                <a:sym typeface="Open Sans"/>
              </a:rPr>
              <a:t>2008</a:t>
            </a:r>
            <a:endParaRPr sz="3600" b="1" dirty="0">
              <a:solidFill>
                <a:srgbClr val="007A7D"/>
              </a:solidFill>
              <a:ea typeface="Open Sans"/>
              <a:cs typeface="Open Sans"/>
              <a:sym typeface="Open Sans"/>
            </a:endParaRPr>
          </a:p>
        </p:txBody>
      </p:sp>
      <p:sp>
        <p:nvSpPr>
          <p:cNvPr id="18" name="Google Shape;214;p5"/>
          <p:cNvSpPr txBox="1"/>
          <p:nvPr/>
        </p:nvSpPr>
        <p:spPr>
          <a:xfrm>
            <a:off x="1337208" y="2759214"/>
            <a:ext cx="1900479" cy="1292621"/>
          </a:xfrm>
          <a:prstGeom prst="rect">
            <a:avLst/>
          </a:prstGeom>
          <a:noFill/>
          <a:ln>
            <a:noFill/>
          </a:ln>
        </p:spPr>
        <p:txBody>
          <a:bodyPr spcFirstLastPara="1" wrap="square" lIns="91425" tIns="45700" rIns="91425" bIns="45700" anchor="t" anchorCtr="0">
            <a:spAutoFit/>
          </a:bodyPr>
          <a:lstStyle/>
          <a:p>
            <a:pPr algn="just" defTabSz="914400"/>
            <a:r>
              <a:rPr lang="en-US" sz="1300" b="1" dirty="0">
                <a:solidFill>
                  <a:srgbClr val="548135"/>
                </a:solidFill>
                <a:ea typeface="Open Sans"/>
                <a:cs typeface="Open Sans"/>
                <a:sym typeface="Open Sans"/>
              </a:rPr>
              <a:t>Carnegie Mellon University’s . David Nichols - ARPANET based Monitoring - Coke Vending Machine</a:t>
            </a:r>
          </a:p>
          <a:p>
            <a:pPr algn="just" defTabSz="914400"/>
            <a:endParaRPr sz="1300" b="1" dirty="0">
              <a:solidFill>
                <a:srgbClr val="548135"/>
              </a:solidFill>
              <a:ea typeface="Arial"/>
              <a:cs typeface="Arial"/>
              <a:sym typeface="Arial"/>
            </a:endParaRPr>
          </a:p>
        </p:txBody>
      </p:sp>
      <p:sp>
        <p:nvSpPr>
          <p:cNvPr id="19" name="Google Shape;215;p5"/>
          <p:cNvSpPr txBox="1"/>
          <p:nvPr/>
        </p:nvSpPr>
        <p:spPr>
          <a:xfrm>
            <a:off x="3583598" y="4003867"/>
            <a:ext cx="1408974" cy="492402"/>
          </a:xfrm>
          <a:prstGeom prst="rect">
            <a:avLst/>
          </a:prstGeom>
          <a:noFill/>
          <a:ln>
            <a:noFill/>
          </a:ln>
        </p:spPr>
        <p:txBody>
          <a:bodyPr spcFirstLastPara="1" wrap="square" lIns="91425" tIns="45700" rIns="91425" bIns="45700" anchor="t" anchorCtr="0">
            <a:spAutoFit/>
          </a:bodyPr>
          <a:lstStyle/>
          <a:p>
            <a:pPr defTabSz="914400"/>
            <a:r>
              <a:rPr lang="en-US" sz="1300" b="1" dirty="0">
                <a:solidFill>
                  <a:srgbClr val="2E75B5"/>
                </a:solidFill>
                <a:ea typeface="Open Sans"/>
                <a:cs typeface="Open Sans"/>
                <a:sym typeface="Open Sans"/>
              </a:rPr>
              <a:t>Tim Berners Lee </a:t>
            </a:r>
          </a:p>
          <a:p>
            <a:pPr defTabSz="914400"/>
            <a:r>
              <a:rPr lang="en-US" sz="1300" b="1" dirty="0">
                <a:solidFill>
                  <a:srgbClr val="2E75B5"/>
                </a:solidFill>
                <a:ea typeface="Open Sans"/>
                <a:cs typeface="Open Sans"/>
                <a:sym typeface="Open Sans"/>
              </a:rPr>
              <a:t>World Wide Web</a:t>
            </a:r>
            <a:endParaRPr sz="1300" b="1" dirty="0">
              <a:solidFill>
                <a:srgbClr val="2E75B5"/>
              </a:solidFill>
              <a:ea typeface="Open Sans"/>
              <a:cs typeface="Open Sans"/>
              <a:sym typeface="Open Sans"/>
            </a:endParaRPr>
          </a:p>
        </p:txBody>
      </p:sp>
      <p:sp>
        <p:nvSpPr>
          <p:cNvPr id="20" name="Google Shape;216;p5"/>
          <p:cNvSpPr txBox="1"/>
          <p:nvPr/>
        </p:nvSpPr>
        <p:spPr>
          <a:xfrm>
            <a:off x="5184150" y="2755579"/>
            <a:ext cx="1943529" cy="892512"/>
          </a:xfrm>
          <a:prstGeom prst="rect">
            <a:avLst/>
          </a:prstGeom>
          <a:noFill/>
          <a:ln>
            <a:noFill/>
          </a:ln>
        </p:spPr>
        <p:txBody>
          <a:bodyPr spcFirstLastPara="1" wrap="square" lIns="91425" tIns="45700" rIns="91425" bIns="45700" anchor="t" anchorCtr="0">
            <a:spAutoFit/>
          </a:bodyPr>
          <a:lstStyle/>
          <a:p>
            <a:pPr algn="just" defTabSz="914400"/>
            <a:r>
              <a:rPr lang="en-US" sz="1300" b="1" dirty="0">
                <a:solidFill>
                  <a:srgbClr val="C55A11"/>
                </a:solidFill>
                <a:ea typeface="Arial"/>
                <a:cs typeface="Arial"/>
                <a:sym typeface="Arial"/>
              </a:rPr>
              <a:t>John Romkey developed a toaster that could be turned on and off over the Internet</a:t>
            </a:r>
            <a:endParaRPr sz="1300" b="1" dirty="0">
              <a:solidFill>
                <a:srgbClr val="C55A11"/>
              </a:solidFill>
              <a:ea typeface="Arial"/>
              <a:cs typeface="Arial"/>
              <a:sym typeface="Arial"/>
            </a:endParaRPr>
          </a:p>
        </p:txBody>
      </p:sp>
      <p:sp>
        <p:nvSpPr>
          <p:cNvPr id="21" name="Google Shape;217;p5"/>
          <p:cNvSpPr txBox="1"/>
          <p:nvPr/>
        </p:nvSpPr>
        <p:spPr>
          <a:xfrm>
            <a:off x="8929616" y="2755723"/>
            <a:ext cx="2249141" cy="1092566"/>
          </a:xfrm>
          <a:prstGeom prst="rect">
            <a:avLst/>
          </a:prstGeom>
          <a:noFill/>
          <a:ln>
            <a:noFill/>
          </a:ln>
        </p:spPr>
        <p:txBody>
          <a:bodyPr spcFirstLastPara="1" wrap="square" lIns="91425" tIns="45700" rIns="91425" bIns="45700" anchor="t" anchorCtr="0">
            <a:spAutoFit/>
          </a:bodyPr>
          <a:lstStyle/>
          <a:p>
            <a:pPr algn="just" defTabSz="914400"/>
            <a:r>
              <a:rPr lang="en-US" sz="1300" b="1" dirty="0">
                <a:solidFill>
                  <a:srgbClr val="548135"/>
                </a:solidFill>
                <a:ea typeface="Arial"/>
                <a:cs typeface="Arial"/>
                <a:sym typeface="Arial"/>
              </a:rPr>
              <a:t>IoT conference was held at Zurich</a:t>
            </a:r>
          </a:p>
          <a:p>
            <a:pPr algn="just" defTabSz="914400"/>
            <a:r>
              <a:rPr lang="en-US" sz="1300" b="1" dirty="0">
                <a:solidFill>
                  <a:srgbClr val="548135"/>
                </a:solidFill>
                <a:ea typeface="Arial"/>
                <a:cs typeface="Arial"/>
                <a:sym typeface="Arial"/>
              </a:rPr>
              <a:t>US National Intelligence Council included IoT as Disruptive Civil Technologies </a:t>
            </a:r>
            <a:endParaRPr sz="1300" b="1" dirty="0">
              <a:solidFill>
                <a:srgbClr val="548135"/>
              </a:solidFill>
              <a:ea typeface="Arial"/>
              <a:cs typeface="Arial"/>
              <a:sym typeface="Arial"/>
            </a:endParaRPr>
          </a:p>
        </p:txBody>
      </p:sp>
      <p:sp>
        <p:nvSpPr>
          <p:cNvPr id="22" name="Google Shape;218;p5"/>
          <p:cNvSpPr txBox="1"/>
          <p:nvPr/>
        </p:nvSpPr>
        <p:spPr>
          <a:xfrm>
            <a:off x="7039873" y="4077947"/>
            <a:ext cx="1670374" cy="1092566"/>
          </a:xfrm>
          <a:prstGeom prst="rect">
            <a:avLst/>
          </a:prstGeom>
          <a:noFill/>
          <a:ln>
            <a:noFill/>
          </a:ln>
        </p:spPr>
        <p:txBody>
          <a:bodyPr spcFirstLastPara="1" wrap="square" lIns="91425" tIns="45700" rIns="91425" bIns="45700" anchor="t" anchorCtr="0">
            <a:spAutoFit/>
          </a:bodyPr>
          <a:lstStyle/>
          <a:p>
            <a:pPr algn="ctr" defTabSz="914400"/>
            <a:r>
              <a:rPr lang="en-US" sz="1300" b="1" dirty="0">
                <a:solidFill>
                  <a:srgbClr val="A34E33"/>
                </a:solidFill>
                <a:ea typeface="Open Sans"/>
                <a:cs typeface="Open Sans"/>
                <a:sym typeface="Open Sans"/>
              </a:rPr>
              <a:t>Kevin Ashton</a:t>
            </a:r>
          </a:p>
          <a:p>
            <a:pPr algn="just" defTabSz="914400"/>
            <a:r>
              <a:rPr lang="en-US" sz="1300" b="1" dirty="0">
                <a:solidFill>
                  <a:srgbClr val="A34E33"/>
                </a:solidFill>
                <a:ea typeface="Open Sans"/>
                <a:cs typeface="Open Sans"/>
                <a:sym typeface="Open Sans"/>
              </a:rPr>
              <a:t> Linking RFID in P&amp;G’s supply chain to the Internet</a:t>
            </a:r>
          </a:p>
          <a:p>
            <a:pPr algn="just" defTabSz="914400"/>
            <a:r>
              <a:rPr lang="en-US" sz="1300" b="1" dirty="0">
                <a:solidFill>
                  <a:srgbClr val="A34E33"/>
                </a:solidFill>
                <a:ea typeface="Open Sans"/>
                <a:cs typeface="Open Sans"/>
                <a:sym typeface="Open Sans"/>
              </a:rPr>
              <a:t>Coined the term IoT</a:t>
            </a:r>
            <a:endParaRPr sz="1300" b="1" dirty="0">
              <a:solidFill>
                <a:srgbClr val="A34E33"/>
              </a:solidFill>
              <a:ea typeface="Arial"/>
              <a:cs typeface="Arial"/>
              <a:sym typeface="Arial"/>
            </a:endParaRPr>
          </a:p>
        </p:txBody>
      </p:sp>
    </p:spTree>
    <p:extLst>
      <p:ext uri="{BB962C8B-B14F-4D97-AF65-F5344CB8AC3E}">
        <p14:creationId xmlns:p14="http://schemas.microsoft.com/office/powerpoint/2010/main" val="111606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21" fill="hold" grpId="0" nodeType="after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arn(inVertical)">
                                      <p:cBhvr>
                                        <p:cTn id="13" dur="500"/>
                                        <p:tgtEl>
                                          <p:spTgt spid="18"/>
                                        </p:tgtEl>
                                      </p:cBhvr>
                                    </p:animEffect>
                                  </p:childTnLst>
                                </p:cTn>
                              </p:par>
                            </p:childTnLst>
                          </p:cTn>
                        </p:par>
                        <p:par>
                          <p:cTn id="14" fill="hold">
                            <p:stCondLst>
                              <p:cond delay="1500"/>
                            </p:stCondLst>
                            <p:childTnLst>
                              <p:par>
                                <p:cTn id="15" presetID="16" presetClass="entr" presetSubtype="21"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arn(inVertical)">
                                      <p:cBhvr>
                                        <p:cTn id="17" dur="500"/>
                                        <p:tgtEl>
                                          <p:spTgt spid="14"/>
                                        </p:tgtEl>
                                      </p:cBhvr>
                                    </p:animEffect>
                                  </p:childTnLst>
                                </p:cTn>
                              </p:par>
                            </p:childTnLst>
                          </p:cTn>
                        </p:par>
                        <p:par>
                          <p:cTn id="18" fill="hold">
                            <p:stCondLst>
                              <p:cond delay="2000"/>
                            </p:stCondLst>
                            <p:childTnLst>
                              <p:par>
                                <p:cTn id="19" presetID="16" presetClass="entr" presetSubtype="21" fill="hold" grpId="0"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barn(inVertical)">
                                      <p:cBhvr>
                                        <p:cTn id="21" dur="500"/>
                                        <p:tgtEl>
                                          <p:spTgt spid="19"/>
                                        </p:tgtEl>
                                      </p:cBhvr>
                                    </p:animEffect>
                                  </p:childTnLst>
                                </p:cTn>
                              </p:par>
                            </p:childTnLst>
                          </p:cTn>
                        </p:par>
                        <p:par>
                          <p:cTn id="22" fill="hold">
                            <p:stCondLst>
                              <p:cond delay="2500"/>
                            </p:stCondLst>
                            <p:childTnLst>
                              <p:par>
                                <p:cTn id="23" presetID="16" presetClass="entr" presetSubtype="21"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barn(inVertical)">
                                      <p:cBhvr>
                                        <p:cTn id="25" dur="500"/>
                                        <p:tgtEl>
                                          <p:spTgt spid="15"/>
                                        </p:tgtEl>
                                      </p:cBhvr>
                                    </p:animEffect>
                                  </p:childTnLst>
                                </p:cTn>
                              </p:par>
                            </p:childTnLst>
                          </p:cTn>
                        </p:par>
                        <p:par>
                          <p:cTn id="26" fill="hold">
                            <p:stCondLst>
                              <p:cond delay="3000"/>
                            </p:stCondLst>
                            <p:childTnLst>
                              <p:par>
                                <p:cTn id="27" presetID="16" presetClass="entr" presetSubtype="21" fill="hold" grpId="0"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barn(inVertical)">
                                      <p:cBhvr>
                                        <p:cTn id="29" dur="500"/>
                                        <p:tgtEl>
                                          <p:spTgt spid="20"/>
                                        </p:tgtEl>
                                      </p:cBhvr>
                                    </p:animEffect>
                                  </p:childTnLst>
                                </p:cTn>
                              </p:par>
                            </p:childTnLst>
                          </p:cTn>
                        </p:par>
                        <p:par>
                          <p:cTn id="30" fill="hold">
                            <p:stCondLst>
                              <p:cond delay="3500"/>
                            </p:stCondLst>
                            <p:childTnLst>
                              <p:par>
                                <p:cTn id="31" presetID="16" presetClass="entr" presetSubtype="21"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barn(inVertical)">
                                      <p:cBhvr>
                                        <p:cTn id="33" dur="500"/>
                                        <p:tgtEl>
                                          <p:spTgt spid="16"/>
                                        </p:tgtEl>
                                      </p:cBhvr>
                                    </p:animEffect>
                                  </p:childTnLst>
                                </p:cTn>
                              </p:par>
                            </p:childTnLst>
                          </p:cTn>
                        </p:par>
                        <p:par>
                          <p:cTn id="34" fill="hold">
                            <p:stCondLst>
                              <p:cond delay="4000"/>
                            </p:stCondLst>
                            <p:childTnLst>
                              <p:par>
                                <p:cTn id="35" presetID="22" presetClass="entr" presetSubtype="4" fill="hold" grpId="0" nodeType="after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down)">
                                      <p:cBhvr>
                                        <p:cTn id="37" dur="500"/>
                                        <p:tgtEl>
                                          <p:spTgt spid="22"/>
                                        </p:tgtEl>
                                      </p:cBhvr>
                                    </p:animEffect>
                                  </p:childTnLst>
                                </p:cTn>
                              </p:par>
                            </p:childTnLst>
                          </p:cTn>
                        </p:par>
                        <p:par>
                          <p:cTn id="38" fill="hold">
                            <p:stCondLst>
                              <p:cond delay="4500"/>
                            </p:stCondLst>
                            <p:childTnLst>
                              <p:par>
                                <p:cTn id="39" presetID="16" presetClass="entr" presetSubtype="21" fill="hold" grpId="0"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barn(inVertical)">
                                      <p:cBhvr>
                                        <p:cTn id="41" dur="500"/>
                                        <p:tgtEl>
                                          <p:spTgt spid="17"/>
                                        </p:tgtEl>
                                      </p:cBhvr>
                                    </p:animEffect>
                                  </p:childTnLst>
                                </p:cTn>
                              </p:par>
                            </p:childTnLst>
                          </p:cTn>
                        </p:par>
                        <p:par>
                          <p:cTn id="42" fill="hold">
                            <p:stCondLst>
                              <p:cond delay="5000"/>
                            </p:stCondLst>
                            <p:childTnLst>
                              <p:par>
                                <p:cTn id="43" presetID="22" presetClass="entr" presetSubtype="4" fill="hold" grpId="0" nodeType="after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down)">
                                      <p:cBhvr>
                                        <p:cTn id="4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943099" y="881743"/>
            <a:ext cx="7641771" cy="5159829"/>
            <a:chOff x="2626285" y="1404754"/>
            <a:chExt cx="7204938" cy="4444711"/>
          </a:xfrm>
        </p:grpSpPr>
        <p:sp>
          <p:nvSpPr>
            <p:cNvPr id="3" name="Google Shape;223;p6"/>
            <p:cNvSpPr/>
            <p:nvPr/>
          </p:nvSpPr>
          <p:spPr>
            <a:xfrm flipH="1">
              <a:off x="7731214" y="2828005"/>
              <a:ext cx="2082514" cy="3021459"/>
            </a:xfrm>
            <a:prstGeom prst="cube">
              <a:avLst>
                <a:gd name="adj" fmla="val 20319"/>
              </a:avLst>
            </a:prstGeom>
            <a:solidFill>
              <a:srgbClr val="4472C4">
                <a:alpha val="20000"/>
              </a:srgbClr>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Calibri"/>
                <a:cs typeface="Calibri"/>
                <a:sym typeface="Calibri"/>
              </a:endParaRPr>
            </a:p>
          </p:txBody>
        </p:sp>
        <p:sp>
          <p:nvSpPr>
            <p:cNvPr id="4" name="Google Shape;224;p6"/>
            <p:cNvSpPr/>
            <p:nvPr/>
          </p:nvSpPr>
          <p:spPr>
            <a:xfrm flipH="1">
              <a:off x="6020872" y="3317240"/>
              <a:ext cx="2082514" cy="2532225"/>
            </a:xfrm>
            <a:prstGeom prst="cube">
              <a:avLst>
                <a:gd name="adj" fmla="val 20624"/>
              </a:avLst>
            </a:prstGeom>
            <a:solidFill>
              <a:srgbClr val="ED7D31">
                <a:alpha val="20000"/>
              </a:srgbClr>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Calibri"/>
                <a:cs typeface="Calibri"/>
                <a:sym typeface="Calibri"/>
              </a:endParaRPr>
            </a:p>
          </p:txBody>
        </p:sp>
        <p:sp>
          <p:nvSpPr>
            <p:cNvPr id="5" name="Google Shape;225;p6"/>
            <p:cNvSpPr/>
            <p:nvPr/>
          </p:nvSpPr>
          <p:spPr>
            <a:xfrm flipH="1">
              <a:off x="4314171" y="3844724"/>
              <a:ext cx="2082514" cy="2004741"/>
            </a:xfrm>
            <a:prstGeom prst="cube">
              <a:avLst>
                <a:gd name="adj" fmla="val 21554"/>
              </a:avLst>
            </a:prstGeom>
            <a:solidFill>
              <a:srgbClr val="5B9BD5">
                <a:alpha val="20000"/>
              </a:srgbClr>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Calibri"/>
                <a:cs typeface="Calibri"/>
                <a:sym typeface="Calibri"/>
              </a:endParaRPr>
            </a:p>
          </p:txBody>
        </p:sp>
        <p:sp>
          <p:nvSpPr>
            <p:cNvPr id="6" name="Google Shape;226;p6"/>
            <p:cNvSpPr/>
            <p:nvPr/>
          </p:nvSpPr>
          <p:spPr>
            <a:xfrm flipH="1">
              <a:off x="2626285" y="4397758"/>
              <a:ext cx="2082514" cy="1451707"/>
            </a:xfrm>
            <a:prstGeom prst="cube">
              <a:avLst>
                <a:gd name="adj" fmla="val 25554"/>
              </a:avLst>
            </a:prstGeom>
            <a:solidFill>
              <a:srgbClr val="FFC000">
                <a:alpha val="20000"/>
              </a:srgbClr>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Calibri"/>
                <a:cs typeface="Calibri"/>
                <a:sym typeface="Calibri"/>
              </a:endParaRPr>
            </a:p>
          </p:txBody>
        </p:sp>
        <p:sp>
          <p:nvSpPr>
            <p:cNvPr id="7" name="Google Shape;227;p6"/>
            <p:cNvSpPr/>
            <p:nvPr/>
          </p:nvSpPr>
          <p:spPr>
            <a:xfrm flipH="1">
              <a:off x="2626285" y="3938943"/>
              <a:ext cx="2082514" cy="880445"/>
            </a:xfrm>
            <a:prstGeom prst="cube">
              <a:avLst>
                <a:gd name="adj" fmla="val 48767"/>
              </a:avLst>
            </a:prstGeom>
            <a:solidFill>
              <a:srgbClr val="FFC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Calibri"/>
                <a:cs typeface="Calibri"/>
                <a:sym typeface="Calibri"/>
              </a:endParaRPr>
            </a:p>
          </p:txBody>
        </p:sp>
        <p:sp>
          <p:nvSpPr>
            <p:cNvPr id="8" name="Google Shape;228;p6"/>
            <p:cNvSpPr/>
            <p:nvPr/>
          </p:nvSpPr>
          <p:spPr>
            <a:xfrm flipH="1">
              <a:off x="4314171" y="3411458"/>
              <a:ext cx="2082514" cy="880445"/>
            </a:xfrm>
            <a:prstGeom prst="cube">
              <a:avLst>
                <a:gd name="adj" fmla="val 48767"/>
              </a:avLst>
            </a:prstGeom>
            <a:solidFill>
              <a:srgbClr val="5B9BD5"/>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Calibri"/>
                <a:cs typeface="Calibri"/>
                <a:sym typeface="Calibri"/>
              </a:endParaRPr>
            </a:p>
          </p:txBody>
        </p:sp>
        <p:sp>
          <p:nvSpPr>
            <p:cNvPr id="9" name="Google Shape;229;p6"/>
            <p:cNvSpPr/>
            <p:nvPr/>
          </p:nvSpPr>
          <p:spPr>
            <a:xfrm flipH="1">
              <a:off x="6020873" y="2888444"/>
              <a:ext cx="2082514" cy="880445"/>
            </a:xfrm>
            <a:prstGeom prst="cube">
              <a:avLst>
                <a:gd name="adj" fmla="val 48767"/>
              </a:avLst>
            </a:prstGeom>
            <a:solidFill>
              <a:srgbClr val="ED7D31"/>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Calibri"/>
                <a:cs typeface="Calibri"/>
                <a:sym typeface="Calibri"/>
              </a:endParaRPr>
            </a:p>
          </p:txBody>
        </p:sp>
        <p:sp>
          <p:nvSpPr>
            <p:cNvPr id="10" name="Google Shape;230;p6"/>
            <p:cNvSpPr/>
            <p:nvPr/>
          </p:nvSpPr>
          <p:spPr>
            <a:xfrm flipH="1">
              <a:off x="7727576" y="2360960"/>
              <a:ext cx="2082514" cy="880445"/>
            </a:xfrm>
            <a:prstGeom prst="cube">
              <a:avLst>
                <a:gd name="adj" fmla="val 48767"/>
              </a:avLst>
            </a:prstGeom>
            <a:solidFill>
              <a:srgbClr val="4472C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Calibri"/>
                <a:cs typeface="Calibri"/>
                <a:sym typeface="Calibri"/>
              </a:endParaRPr>
            </a:p>
          </p:txBody>
        </p:sp>
        <p:sp>
          <p:nvSpPr>
            <p:cNvPr id="11" name="Google Shape;232;p6"/>
            <p:cNvSpPr txBox="1"/>
            <p:nvPr/>
          </p:nvSpPr>
          <p:spPr>
            <a:xfrm>
              <a:off x="2979642" y="4870549"/>
              <a:ext cx="1706700" cy="923330"/>
            </a:xfrm>
            <a:prstGeom prst="rect">
              <a:avLst/>
            </a:prstGeom>
            <a:noFill/>
            <a:ln>
              <a:noFill/>
            </a:ln>
          </p:spPr>
          <p:txBody>
            <a:bodyPr spcFirstLastPara="1" wrap="square" lIns="91425" tIns="45700" rIns="91425" bIns="45700" anchor="t" anchorCtr="0">
              <a:spAutoFit/>
            </a:bodyPr>
            <a:lstStyle/>
            <a:p>
              <a:pPr algn="ctr" defTabSz="914400">
                <a:buClr>
                  <a:srgbClr val="FFC000"/>
                </a:buClr>
                <a:buSzPts val="1800"/>
                <a:buFont typeface="Open Sans"/>
                <a:buNone/>
              </a:pPr>
              <a:r>
                <a:rPr lang="en-US" b="1">
                  <a:solidFill>
                    <a:srgbClr val="FFC000"/>
                  </a:solidFill>
                  <a:latin typeface="Open Sans"/>
                  <a:ea typeface="Open Sans"/>
                  <a:cs typeface="Open Sans"/>
                  <a:sym typeface="Open Sans"/>
                </a:rPr>
                <a:t>6.3 billion</a:t>
              </a:r>
              <a:endParaRPr>
                <a:solidFill>
                  <a:prstClr val="black"/>
                </a:solidFill>
                <a:latin typeface="Calibri" panose="020F0502020204030204"/>
              </a:endParaRPr>
            </a:p>
            <a:p>
              <a:pPr algn="ctr" defTabSz="914400">
                <a:buClr>
                  <a:srgbClr val="FFC000"/>
                </a:buClr>
                <a:buSzPts val="1800"/>
                <a:buFont typeface="Open Sans"/>
                <a:buNone/>
              </a:pPr>
              <a:r>
                <a:rPr lang="en-US" b="1">
                  <a:solidFill>
                    <a:srgbClr val="FFC000"/>
                  </a:solidFill>
                  <a:latin typeface="Open Sans"/>
                  <a:ea typeface="Open Sans"/>
                  <a:cs typeface="Open Sans"/>
                  <a:sym typeface="Open Sans"/>
                </a:rPr>
                <a:t>500 million </a:t>
              </a:r>
              <a:endParaRPr>
                <a:solidFill>
                  <a:prstClr val="black"/>
                </a:solidFill>
                <a:latin typeface="Calibri" panose="020F0502020204030204"/>
              </a:endParaRPr>
            </a:p>
            <a:p>
              <a:pPr algn="ctr" defTabSz="914400">
                <a:buClr>
                  <a:srgbClr val="FFC000"/>
                </a:buClr>
                <a:buSzPts val="1800"/>
                <a:buFont typeface="Open Sans"/>
                <a:buNone/>
              </a:pPr>
              <a:r>
                <a:rPr lang="en-US" b="1">
                  <a:solidFill>
                    <a:srgbClr val="FFC000"/>
                  </a:solidFill>
                  <a:latin typeface="Open Sans"/>
                  <a:ea typeface="Open Sans"/>
                  <a:cs typeface="Open Sans"/>
                  <a:sym typeface="Open Sans"/>
                </a:rPr>
                <a:t>0.08</a:t>
              </a:r>
              <a:endParaRPr b="1">
                <a:solidFill>
                  <a:srgbClr val="FFC000"/>
                </a:solidFill>
                <a:latin typeface="Arial"/>
                <a:ea typeface="Arial"/>
                <a:cs typeface="Arial"/>
                <a:sym typeface="Arial"/>
              </a:endParaRPr>
            </a:p>
          </p:txBody>
        </p:sp>
        <p:sp>
          <p:nvSpPr>
            <p:cNvPr id="12" name="Google Shape;233;p6"/>
            <p:cNvSpPr txBox="1"/>
            <p:nvPr/>
          </p:nvSpPr>
          <p:spPr>
            <a:xfrm>
              <a:off x="4712437" y="4520644"/>
              <a:ext cx="1665435" cy="923330"/>
            </a:xfrm>
            <a:prstGeom prst="rect">
              <a:avLst/>
            </a:prstGeom>
            <a:noFill/>
            <a:ln>
              <a:noFill/>
            </a:ln>
          </p:spPr>
          <p:txBody>
            <a:bodyPr spcFirstLastPara="1" wrap="square" lIns="91425" tIns="45700" rIns="91425" bIns="45700" anchor="t" anchorCtr="0">
              <a:spAutoFit/>
            </a:bodyPr>
            <a:lstStyle/>
            <a:p>
              <a:pPr algn="ctr" defTabSz="914400">
                <a:buClr>
                  <a:srgbClr val="5B9BD5"/>
                </a:buClr>
                <a:buSzPts val="1800"/>
                <a:buFont typeface="Open Sans"/>
                <a:buNone/>
              </a:pPr>
              <a:r>
                <a:rPr lang="en-US" b="1" dirty="0">
                  <a:solidFill>
                    <a:srgbClr val="5B9BD5"/>
                  </a:solidFill>
                  <a:latin typeface="Open Sans"/>
                  <a:ea typeface="Open Sans"/>
                  <a:cs typeface="Open Sans"/>
                  <a:sym typeface="Open Sans"/>
                </a:rPr>
                <a:t>6.8 billion</a:t>
              </a:r>
              <a:endParaRPr dirty="0">
                <a:solidFill>
                  <a:prstClr val="black"/>
                </a:solidFill>
                <a:latin typeface="Calibri" panose="020F0502020204030204"/>
              </a:endParaRPr>
            </a:p>
            <a:p>
              <a:pPr algn="ctr" defTabSz="914400">
                <a:buClr>
                  <a:srgbClr val="5B9BD5"/>
                </a:buClr>
                <a:buSzPts val="1800"/>
                <a:buFont typeface="Open Sans"/>
                <a:buNone/>
              </a:pPr>
              <a:r>
                <a:rPr lang="en-US" b="1" dirty="0">
                  <a:solidFill>
                    <a:srgbClr val="5B9BD5"/>
                  </a:solidFill>
                  <a:latin typeface="Open Sans"/>
                  <a:ea typeface="Open Sans"/>
                  <a:cs typeface="Open Sans"/>
                  <a:sym typeface="Open Sans"/>
                </a:rPr>
                <a:t>12.5 billion</a:t>
              </a:r>
              <a:endParaRPr dirty="0">
                <a:solidFill>
                  <a:prstClr val="black"/>
                </a:solidFill>
                <a:latin typeface="Calibri" panose="020F0502020204030204"/>
              </a:endParaRPr>
            </a:p>
            <a:p>
              <a:pPr algn="ctr" defTabSz="914400">
                <a:buClr>
                  <a:srgbClr val="5B9BD5"/>
                </a:buClr>
                <a:buSzPts val="1800"/>
                <a:buFont typeface="Open Sans"/>
                <a:buNone/>
              </a:pPr>
              <a:r>
                <a:rPr lang="en-US" b="1" dirty="0">
                  <a:solidFill>
                    <a:srgbClr val="5B9BD5"/>
                  </a:solidFill>
                  <a:latin typeface="Open Sans"/>
                  <a:ea typeface="Open Sans"/>
                  <a:cs typeface="Open Sans"/>
                  <a:sym typeface="Open Sans"/>
                </a:rPr>
                <a:t>1.84</a:t>
              </a:r>
              <a:endParaRPr b="1" dirty="0">
                <a:solidFill>
                  <a:srgbClr val="5B9BD5"/>
                </a:solidFill>
                <a:latin typeface="Arial"/>
                <a:ea typeface="Arial"/>
                <a:cs typeface="Arial"/>
                <a:sym typeface="Arial"/>
              </a:endParaRPr>
            </a:p>
          </p:txBody>
        </p:sp>
        <p:sp>
          <p:nvSpPr>
            <p:cNvPr id="13" name="Google Shape;234;p6"/>
            <p:cNvSpPr txBox="1"/>
            <p:nvPr/>
          </p:nvSpPr>
          <p:spPr>
            <a:xfrm>
              <a:off x="6423281" y="4147457"/>
              <a:ext cx="1687886" cy="1323439"/>
            </a:xfrm>
            <a:prstGeom prst="rect">
              <a:avLst/>
            </a:prstGeom>
            <a:noFill/>
            <a:ln>
              <a:noFill/>
            </a:ln>
          </p:spPr>
          <p:txBody>
            <a:bodyPr spcFirstLastPara="1" wrap="square" lIns="91425" tIns="45700" rIns="91425" bIns="45700" anchor="t" anchorCtr="0">
              <a:spAutoFit/>
            </a:bodyPr>
            <a:lstStyle/>
            <a:p>
              <a:pPr algn="ctr" defTabSz="914400"/>
              <a:r>
                <a:rPr lang="en-US" sz="2000" b="1" dirty="0">
                  <a:solidFill>
                    <a:srgbClr val="ED7D31"/>
                  </a:solidFill>
                  <a:latin typeface="Open Sans"/>
                  <a:ea typeface="Open Sans"/>
                  <a:cs typeface="Open Sans"/>
                  <a:sym typeface="Open Sans"/>
                </a:rPr>
                <a:t>7.2 billion</a:t>
              </a:r>
              <a:endParaRPr dirty="0">
                <a:solidFill>
                  <a:prstClr val="black"/>
                </a:solidFill>
                <a:latin typeface="Calibri" panose="020F0502020204030204"/>
              </a:endParaRPr>
            </a:p>
            <a:p>
              <a:pPr algn="ctr" defTabSz="914400"/>
              <a:r>
                <a:rPr lang="en-US" sz="2000" b="1" dirty="0">
                  <a:solidFill>
                    <a:srgbClr val="ED7D31"/>
                  </a:solidFill>
                  <a:latin typeface="Open Sans"/>
                  <a:ea typeface="Open Sans"/>
                  <a:cs typeface="Open Sans"/>
                  <a:sym typeface="Open Sans"/>
                </a:rPr>
                <a:t>25 billion</a:t>
              </a:r>
              <a:endParaRPr dirty="0">
                <a:solidFill>
                  <a:prstClr val="black"/>
                </a:solidFill>
                <a:latin typeface="Calibri" panose="020F0502020204030204"/>
              </a:endParaRPr>
            </a:p>
            <a:p>
              <a:pPr algn="ctr" defTabSz="914400"/>
              <a:r>
                <a:rPr lang="en-US" sz="2000" b="1" dirty="0">
                  <a:solidFill>
                    <a:srgbClr val="ED7D31"/>
                  </a:solidFill>
                  <a:latin typeface="Open Sans"/>
                  <a:ea typeface="Open Sans"/>
                  <a:cs typeface="Open Sans"/>
                  <a:sym typeface="Open Sans"/>
                </a:rPr>
                <a:t>3.47</a:t>
              </a:r>
              <a:endParaRPr dirty="0">
                <a:solidFill>
                  <a:prstClr val="black"/>
                </a:solidFill>
                <a:latin typeface="Calibri" panose="020F0502020204030204"/>
              </a:endParaRPr>
            </a:p>
            <a:p>
              <a:pPr algn="ctr" defTabSz="914400">
                <a:buClr>
                  <a:prstClr val="black"/>
                </a:buClr>
                <a:buSzPts val="2000"/>
                <a:buFont typeface="Calibri"/>
                <a:buNone/>
              </a:pPr>
              <a:endParaRPr sz="2000" b="1" dirty="0">
                <a:solidFill>
                  <a:srgbClr val="ED7D31"/>
                </a:solidFill>
                <a:latin typeface="Arial"/>
                <a:ea typeface="Arial"/>
                <a:cs typeface="Arial"/>
                <a:sym typeface="Arial"/>
              </a:endParaRPr>
            </a:p>
          </p:txBody>
        </p:sp>
        <p:sp>
          <p:nvSpPr>
            <p:cNvPr id="14" name="Google Shape;235;p6"/>
            <p:cNvSpPr txBox="1"/>
            <p:nvPr/>
          </p:nvSpPr>
          <p:spPr>
            <a:xfrm>
              <a:off x="8158896" y="3911707"/>
              <a:ext cx="1672327" cy="1631216"/>
            </a:xfrm>
            <a:prstGeom prst="rect">
              <a:avLst/>
            </a:prstGeom>
            <a:noFill/>
            <a:ln>
              <a:noFill/>
            </a:ln>
          </p:spPr>
          <p:txBody>
            <a:bodyPr spcFirstLastPara="1" wrap="square" lIns="91425" tIns="45700" rIns="91425" bIns="45700" anchor="t" anchorCtr="0">
              <a:spAutoFit/>
            </a:bodyPr>
            <a:lstStyle/>
            <a:p>
              <a:pPr algn="ctr" defTabSz="914400"/>
              <a:r>
                <a:rPr lang="en-US" sz="2000" b="1" dirty="0">
                  <a:solidFill>
                    <a:srgbClr val="4472C4"/>
                  </a:solidFill>
                  <a:latin typeface="Open Sans"/>
                  <a:ea typeface="Open Sans"/>
                  <a:cs typeface="Open Sans"/>
                  <a:sym typeface="Open Sans"/>
                </a:rPr>
                <a:t>7.8 billion</a:t>
              </a:r>
              <a:endParaRPr dirty="0">
                <a:solidFill>
                  <a:prstClr val="black"/>
                </a:solidFill>
                <a:latin typeface="Calibri" panose="020F0502020204030204"/>
              </a:endParaRPr>
            </a:p>
            <a:p>
              <a:pPr algn="ctr" defTabSz="914400"/>
              <a:r>
                <a:rPr lang="en-US" sz="2000" b="1" dirty="0">
                  <a:solidFill>
                    <a:srgbClr val="4472C4"/>
                  </a:solidFill>
                  <a:latin typeface="Open Sans"/>
                  <a:ea typeface="Open Sans"/>
                  <a:cs typeface="Open Sans"/>
                  <a:sym typeface="Open Sans"/>
                </a:rPr>
                <a:t>50 billion</a:t>
              </a:r>
              <a:endParaRPr dirty="0">
                <a:solidFill>
                  <a:prstClr val="black"/>
                </a:solidFill>
                <a:latin typeface="Calibri" panose="020F0502020204030204"/>
              </a:endParaRPr>
            </a:p>
            <a:p>
              <a:pPr algn="ctr" defTabSz="914400"/>
              <a:r>
                <a:rPr lang="en-US" sz="2000" b="1" dirty="0">
                  <a:solidFill>
                    <a:srgbClr val="4472C4"/>
                  </a:solidFill>
                  <a:latin typeface="Open Sans"/>
                  <a:ea typeface="Open Sans"/>
                  <a:cs typeface="Open Sans"/>
                  <a:sym typeface="Open Sans"/>
                </a:rPr>
                <a:t>6.58</a:t>
              </a:r>
              <a:endParaRPr dirty="0">
                <a:solidFill>
                  <a:prstClr val="black"/>
                </a:solidFill>
                <a:latin typeface="Calibri" panose="020F0502020204030204"/>
              </a:endParaRPr>
            </a:p>
            <a:p>
              <a:pPr algn="ctr" defTabSz="914400"/>
              <a:endParaRPr sz="2000" b="1" dirty="0">
                <a:solidFill>
                  <a:srgbClr val="4472C4"/>
                </a:solidFill>
                <a:latin typeface="Open Sans"/>
                <a:ea typeface="Open Sans"/>
                <a:cs typeface="Open Sans"/>
                <a:sym typeface="Open Sans"/>
              </a:endParaRPr>
            </a:p>
            <a:p>
              <a:pPr algn="ctr" defTabSz="914400">
                <a:buClr>
                  <a:prstClr val="black"/>
                </a:buClr>
                <a:buSzPts val="2000"/>
                <a:buFont typeface="Calibri"/>
                <a:buNone/>
              </a:pPr>
              <a:endParaRPr sz="2000" b="1" dirty="0">
                <a:solidFill>
                  <a:srgbClr val="4472C4"/>
                </a:solidFill>
                <a:latin typeface="Arial"/>
                <a:ea typeface="Arial"/>
                <a:cs typeface="Arial"/>
                <a:sym typeface="Arial"/>
              </a:endParaRPr>
            </a:p>
          </p:txBody>
        </p:sp>
        <p:sp>
          <p:nvSpPr>
            <p:cNvPr id="15" name="Google Shape;236;p6"/>
            <p:cNvSpPr/>
            <p:nvPr/>
          </p:nvSpPr>
          <p:spPr>
            <a:xfrm>
              <a:off x="4939210" y="3620092"/>
              <a:ext cx="713499" cy="71987"/>
            </a:xfrm>
            <a:prstGeom prst="ellipse">
              <a:avLst/>
            </a:prstGeom>
            <a:solidFill>
              <a:srgbClr val="44546A">
                <a:alpha val="40000"/>
              </a:srgbClr>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Calibri"/>
                <a:cs typeface="Calibri"/>
                <a:sym typeface="Calibri"/>
              </a:endParaRPr>
            </a:p>
          </p:txBody>
        </p:sp>
        <p:grpSp>
          <p:nvGrpSpPr>
            <p:cNvPr id="16" name="Google Shape;237;p6"/>
            <p:cNvGrpSpPr/>
            <p:nvPr/>
          </p:nvGrpSpPr>
          <p:grpSpPr>
            <a:xfrm rot="-1195472">
              <a:off x="3444053" y="1404754"/>
              <a:ext cx="2035907" cy="2496179"/>
              <a:chOff x="4742068" y="1262522"/>
              <a:chExt cx="520700" cy="1146176"/>
            </a:xfrm>
          </p:grpSpPr>
          <p:sp>
            <p:nvSpPr>
              <p:cNvPr id="23" name="Google Shape;238;p6"/>
              <p:cNvSpPr/>
              <p:nvPr/>
            </p:nvSpPr>
            <p:spPr>
              <a:xfrm>
                <a:off x="4742068" y="1448260"/>
                <a:ext cx="520700" cy="960438"/>
              </a:xfrm>
              <a:custGeom>
                <a:avLst/>
                <a:gdLst/>
                <a:ahLst/>
                <a:cxnLst/>
                <a:rect l="l" t="t" r="r" b="b"/>
                <a:pathLst>
                  <a:path w="740" h="685" extrusionOk="0">
                    <a:moveTo>
                      <a:pt x="359" y="85"/>
                    </a:moveTo>
                    <a:cubicBezTo>
                      <a:pt x="338" y="82"/>
                      <a:pt x="318" y="79"/>
                      <a:pt x="297" y="76"/>
                    </a:cubicBezTo>
                    <a:cubicBezTo>
                      <a:pt x="286" y="74"/>
                      <a:pt x="274" y="72"/>
                      <a:pt x="263" y="70"/>
                    </a:cubicBezTo>
                    <a:cubicBezTo>
                      <a:pt x="253" y="69"/>
                      <a:pt x="247" y="73"/>
                      <a:pt x="241" y="80"/>
                    </a:cubicBezTo>
                    <a:cubicBezTo>
                      <a:pt x="220" y="105"/>
                      <a:pt x="200" y="129"/>
                      <a:pt x="179" y="154"/>
                    </a:cubicBezTo>
                    <a:cubicBezTo>
                      <a:pt x="171" y="164"/>
                      <a:pt x="159" y="168"/>
                      <a:pt x="147" y="165"/>
                    </a:cubicBezTo>
                    <a:cubicBezTo>
                      <a:pt x="134" y="162"/>
                      <a:pt x="126" y="154"/>
                      <a:pt x="123" y="141"/>
                    </a:cubicBezTo>
                    <a:cubicBezTo>
                      <a:pt x="120" y="132"/>
                      <a:pt x="122" y="122"/>
                      <a:pt x="129" y="114"/>
                    </a:cubicBezTo>
                    <a:cubicBezTo>
                      <a:pt x="157" y="80"/>
                      <a:pt x="185" y="46"/>
                      <a:pt x="214" y="12"/>
                    </a:cubicBezTo>
                    <a:cubicBezTo>
                      <a:pt x="220" y="5"/>
                      <a:pt x="227" y="1"/>
                      <a:pt x="237" y="1"/>
                    </a:cubicBezTo>
                    <a:cubicBezTo>
                      <a:pt x="292" y="1"/>
                      <a:pt x="347" y="0"/>
                      <a:pt x="402" y="2"/>
                    </a:cubicBezTo>
                    <a:cubicBezTo>
                      <a:pt x="440" y="3"/>
                      <a:pt x="474" y="18"/>
                      <a:pt x="502" y="43"/>
                    </a:cubicBezTo>
                    <a:cubicBezTo>
                      <a:pt x="520" y="59"/>
                      <a:pt x="533" y="79"/>
                      <a:pt x="544" y="99"/>
                    </a:cubicBezTo>
                    <a:cubicBezTo>
                      <a:pt x="556" y="123"/>
                      <a:pt x="569" y="147"/>
                      <a:pt x="582" y="170"/>
                    </a:cubicBezTo>
                    <a:cubicBezTo>
                      <a:pt x="589" y="184"/>
                      <a:pt x="596" y="197"/>
                      <a:pt x="603" y="210"/>
                    </a:cubicBezTo>
                    <a:cubicBezTo>
                      <a:pt x="606" y="215"/>
                      <a:pt x="610" y="216"/>
                      <a:pt x="614" y="213"/>
                    </a:cubicBezTo>
                    <a:cubicBezTo>
                      <a:pt x="640" y="196"/>
                      <a:pt x="665" y="178"/>
                      <a:pt x="690" y="161"/>
                    </a:cubicBezTo>
                    <a:cubicBezTo>
                      <a:pt x="701" y="154"/>
                      <a:pt x="713" y="154"/>
                      <a:pt x="724" y="160"/>
                    </a:cubicBezTo>
                    <a:cubicBezTo>
                      <a:pt x="734" y="167"/>
                      <a:pt x="740" y="177"/>
                      <a:pt x="739" y="190"/>
                    </a:cubicBezTo>
                    <a:cubicBezTo>
                      <a:pt x="739" y="202"/>
                      <a:pt x="732" y="210"/>
                      <a:pt x="722" y="217"/>
                    </a:cubicBezTo>
                    <a:cubicBezTo>
                      <a:pt x="707" y="227"/>
                      <a:pt x="693" y="237"/>
                      <a:pt x="679" y="247"/>
                    </a:cubicBezTo>
                    <a:cubicBezTo>
                      <a:pt x="655" y="263"/>
                      <a:pt x="631" y="280"/>
                      <a:pt x="606" y="297"/>
                    </a:cubicBezTo>
                    <a:cubicBezTo>
                      <a:pt x="593" y="305"/>
                      <a:pt x="577" y="299"/>
                      <a:pt x="569" y="287"/>
                    </a:cubicBezTo>
                    <a:cubicBezTo>
                      <a:pt x="542" y="248"/>
                      <a:pt x="515" y="209"/>
                      <a:pt x="488" y="170"/>
                    </a:cubicBezTo>
                    <a:cubicBezTo>
                      <a:pt x="488" y="170"/>
                      <a:pt x="487" y="169"/>
                      <a:pt x="486" y="168"/>
                    </a:cubicBezTo>
                    <a:cubicBezTo>
                      <a:pt x="465" y="198"/>
                      <a:pt x="444" y="227"/>
                      <a:pt x="423" y="257"/>
                    </a:cubicBezTo>
                    <a:cubicBezTo>
                      <a:pt x="427" y="261"/>
                      <a:pt x="431" y="265"/>
                      <a:pt x="434" y="268"/>
                    </a:cubicBezTo>
                    <a:cubicBezTo>
                      <a:pt x="474" y="303"/>
                      <a:pt x="514" y="338"/>
                      <a:pt x="554" y="374"/>
                    </a:cubicBezTo>
                    <a:cubicBezTo>
                      <a:pt x="559" y="378"/>
                      <a:pt x="565" y="383"/>
                      <a:pt x="570" y="388"/>
                    </a:cubicBezTo>
                    <a:cubicBezTo>
                      <a:pt x="579" y="396"/>
                      <a:pt x="583" y="407"/>
                      <a:pt x="583" y="419"/>
                    </a:cubicBezTo>
                    <a:cubicBezTo>
                      <a:pt x="583" y="440"/>
                      <a:pt x="583" y="461"/>
                      <a:pt x="583" y="483"/>
                    </a:cubicBezTo>
                    <a:cubicBezTo>
                      <a:pt x="584" y="534"/>
                      <a:pt x="584" y="585"/>
                      <a:pt x="584" y="637"/>
                    </a:cubicBezTo>
                    <a:cubicBezTo>
                      <a:pt x="584" y="653"/>
                      <a:pt x="577" y="666"/>
                      <a:pt x="563" y="674"/>
                    </a:cubicBezTo>
                    <a:cubicBezTo>
                      <a:pt x="541" y="685"/>
                      <a:pt x="513" y="676"/>
                      <a:pt x="505" y="652"/>
                    </a:cubicBezTo>
                    <a:cubicBezTo>
                      <a:pt x="503" y="647"/>
                      <a:pt x="503" y="642"/>
                      <a:pt x="503" y="637"/>
                    </a:cubicBezTo>
                    <a:cubicBezTo>
                      <a:pt x="502" y="579"/>
                      <a:pt x="502" y="522"/>
                      <a:pt x="503" y="465"/>
                    </a:cubicBezTo>
                    <a:cubicBezTo>
                      <a:pt x="503" y="450"/>
                      <a:pt x="498" y="439"/>
                      <a:pt x="485" y="431"/>
                    </a:cubicBezTo>
                    <a:cubicBezTo>
                      <a:pt x="444" y="402"/>
                      <a:pt x="402" y="373"/>
                      <a:pt x="361" y="345"/>
                    </a:cubicBezTo>
                    <a:cubicBezTo>
                      <a:pt x="361" y="344"/>
                      <a:pt x="360" y="344"/>
                      <a:pt x="359" y="344"/>
                    </a:cubicBezTo>
                    <a:cubicBezTo>
                      <a:pt x="350" y="357"/>
                      <a:pt x="340" y="371"/>
                      <a:pt x="330" y="384"/>
                    </a:cubicBezTo>
                    <a:cubicBezTo>
                      <a:pt x="317" y="402"/>
                      <a:pt x="304" y="420"/>
                      <a:pt x="291" y="437"/>
                    </a:cubicBezTo>
                    <a:cubicBezTo>
                      <a:pt x="283" y="448"/>
                      <a:pt x="273" y="454"/>
                      <a:pt x="259" y="454"/>
                    </a:cubicBezTo>
                    <a:cubicBezTo>
                      <a:pt x="186" y="454"/>
                      <a:pt x="113" y="455"/>
                      <a:pt x="41" y="455"/>
                    </a:cubicBezTo>
                    <a:cubicBezTo>
                      <a:pt x="17" y="455"/>
                      <a:pt x="0" y="435"/>
                      <a:pt x="1" y="412"/>
                    </a:cubicBezTo>
                    <a:cubicBezTo>
                      <a:pt x="1" y="390"/>
                      <a:pt x="21" y="373"/>
                      <a:pt x="42" y="373"/>
                    </a:cubicBezTo>
                    <a:cubicBezTo>
                      <a:pt x="97" y="373"/>
                      <a:pt x="151" y="373"/>
                      <a:pt x="205" y="373"/>
                    </a:cubicBezTo>
                    <a:cubicBezTo>
                      <a:pt x="226" y="373"/>
                      <a:pt x="231" y="367"/>
                      <a:pt x="237" y="352"/>
                    </a:cubicBezTo>
                    <a:cubicBezTo>
                      <a:pt x="248" y="327"/>
                      <a:pt x="260" y="303"/>
                      <a:pt x="271" y="278"/>
                    </a:cubicBezTo>
                    <a:cubicBezTo>
                      <a:pt x="282" y="254"/>
                      <a:pt x="293" y="230"/>
                      <a:pt x="304" y="206"/>
                    </a:cubicBezTo>
                    <a:cubicBezTo>
                      <a:pt x="314" y="184"/>
                      <a:pt x="324" y="163"/>
                      <a:pt x="334" y="141"/>
                    </a:cubicBezTo>
                    <a:cubicBezTo>
                      <a:pt x="342" y="123"/>
                      <a:pt x="350" y="106"/>
                      <a:pt x="358" y="88"/>
                    </a:cubicBezTo>
                    <a:cubicBezTo>
                      <a:pt x="358" y="88"/>
                      <a:pt x="358" y="87"/>
                      <a:pt x="359" y="85"/>
                    </a:cubicBez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24" name="Google Shape;239;p6"/>
              <p:cNvSpPr/>
              <p:nvPr/>
            </p:nvSpPr>
            <p:spPr>
              <a:xfrm>
                <a:off x="5054806" y="1262522"/>
                <a:ext cx="111125" cy="219075"/>
              </a:xfrm>
              <a:custGeom>
                <a:avLst/>
                <a:gdLst/>
                <a:ahLst/>
                <a:cxnLst/>
                <a:rect l="l" t="t" r="r" b="b"/>
                <a:pathLst>
                  <a:path w="157" h="156" extrusionOk="0">
                    <a:moveTo>
                      <a:pt x="78" y="0"/>
                    </a:moveTo>
                    <a:cubicBezTo>
                      <a:pt x="123" y="0"/>
                      <a:pt x="157" y="34"/>
                      <a:pt x="157" y="78"/>
                    </a:cubicBezTo>
                    <a:cubicBezTo>
                      <a:pt x="156" y="121"/>
                      <a:pt x="123" y="156"/>
                      <a:pt x="79" y="156"/>
                    </a:cubicBezTo>
                    <a:cubicBezTo>
                      <a:pt x="34" y="156"/>
                      <a:pt x="0" y="122"/>
                      <a:pt x="0" y="78"/>
                    </a:cubicBezTo>
                    <a:cubicBezTo>
                      <a:pt x="0" y="33"/>
                      <a:pt x="34" y="0"/>
                      <a:pt x="78" y="0"/>
                    </a:cubicBez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grpSp>
        <p:sp>
          <p:nvSpPr>
            <p:cNvPr id="17" name="Google Shape;240;p6"/>
            <p:cNvSpPr/>
            <p:nvPr/>
          </p:nvSpPr>
          <p:spPr>
            <a:xfrm>
              <a:off x="3488185" y="4034558"/>
              <a:ext cx="353584" cy="78931"/>
            </a:xfrm>
            <a:prstGeom prst="ellipse">
              <a:avLst/>
            </a:prstGeom>
            <a:solidFill>
              <a:srgbClr val="44546A">
                <a:alpha val="40000"/>
              </a:srgbClr>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Calibri"/>
                <a:cs typeface="Calibri"/>
                <a:sym typeface="Calibri"/>
              </a:endParaRPr>
            </a:p>
          </p:txBody>
        </p:sp>
        <p:sp>
          <p:nvSpPr>
            <p:cNvPr id="18" name="Google Shape;241;p6"/>
            <p:cNvSpPr txBox="1"/>
            <p:nvPr/>
          </p:nvSpPr>
          <p:spPr>
            <a:xfrm>
              <a:off x="3216632" y="4355590"/>
              <a:ext cx="1182128" cy="400110"/>
            </a:xfrm>
            <a:prstGeom prst="rect">
              <a:avLst/>
            </a:prstGeom>
            <a:noFill/>
            <a:ln>
              <a:noFill/>
            </a:ln>
          </p:spPr>
          <p:txBody>
            <a:bodyPr spcFirstLastPara="1" wrap="square" lIns="91425" tIns="45700" rIns="91425" bIns="45700" anchor="t" anchorCtr="0">
              <a:spAutoFit/>
            </a:bodyPr>
            <a:lstStyle/>
            <a:p>
              <a:pPr algn="ctr" defTabSz="914400">
                <a:buClr>
                  <a:prstClr val="white"/>
                </a:buClr>
                <a:buSzPts val="2000"/>
                <a:buFont typeface="Open Sans"/>
                <a:buNone/>
              </a:pPr>
              <a:r>
                <a:rPr lang="en-US" sz="2000" b="1">
                  <a:solidFill>
                    <a:prstClr val="white"/>
                  </a:solidFill>
                  <a:latin typeface="Open Sans"/>
                  <a:ea typeface="Open Sans"/>
                  <a:cs typeface="Open Sans"/>
                  <a:sym typeface="Open Sans"/>
                </a:rPr>
                <a:t>2003</a:t>
              </a:r>
              <a:endParaRPr sz="2000" b="1">
                <a:solidFill>
                  <a:prstClr val="white"/>
                </a:solidFill>
                <a:latin typeface="Arial"/>
                <a:ea typeface="Arial"/>
                <a:cs typeface="Arial"/>
                <a:sym typeface="Arial"/>
              </a:endParaRPr>
            </a:p>
          </p:txBody>
        </p:sp>
        <p:sp>
          <p:nvSpPr>
            <p:cNvPr id="19" name="Google Shape;242;p6"/>
            <p:cNvSpPr txBox="1"/>
            <p:nvPr/>
          </p:nvSpPr>
          <p:spPr>
            <a:xfrm>
              <a:off x="4950412" y="3911707"/>
              <a:ext cx="1182128" cy="400110"/>
            </a:xfrm>
            <a:prstGeom prst="rect">
              <a:avLst/>
            </a:prstGeom>
            <a:noFill/>
            <a:ln>
              <a:noFill/>
            </a:ln>
          </p:spPr>
          <p:txBody>
            <a:bodyPr spcFirstLastPara="1" wrap="square" lIns="91425" tIns="45700" rIns="91425" bIns="45700" anchor="t" anchorCtr="0">
              <a:spAutoFit/>
            </a:bodyPr>
            <a:lstStyle/>
            <a:p>
              <a:pPr algn="ctr" defTabSz="914400"/>
              <a:r>
                <a:rPr lang="en-US" sz="2000" b="1" dirty="0">
                  <a:solidFill>
                    <a:prstClr val="white"/>
                  </a:solidFill>
                  <a:latin typeface="Open Sans"/>
                  <a:ea typeface="Open Sans"/>
                  <a:cs typeface="Open Sans"/>
                  <a:sym typeface="Open Sans"/>
                </a:rPr>
                <a:t>2010</a:t>
              </a:r>
              <a:endParaRPr sz="2000" b="1" dirty="0">
                <a:solidFill>
                  <a:prstClr val="white"/>
                </a:solidFill>
                <a:latin typeface="Open Sans"/>
                <a:ea typeface="Open Sans"/>
                <a:cs typeface="Open Sans"/>
                <a:sym typeface="Open Sans"/>
              </a:endParaRPr>
            </a:p>
          </p:txBody>
        </p:sp>
        <p:sp>
          <p:nvSpPr>
            <p:cNvPr id="20" name="Google Shape;243;p6"/>
            <p:cNvSpPr txBox="1"/>
            <p:nvPr/>
          </p:nvSpPr>
          <p:spPr>
            <a:xfrm>
              <a:off x="6617031" y="3357867"/>
              <a:ext cx="1182128" cy="400110"/>
            </a:xfrm>
            <a:prstGeom prst="rect">
              <a:avLst/>
            </a:prstGeom>
            <a:noFill/>
            <a:ln>
              <a:noFill/>
            </a:ln>
          </p:spPr>
          <p:txBody>
            <a:bodyPr spcFirstLastPara="1" wrap="square" lIns="91425" tIns="45700" rIns="91425" bIns="45700" anchor="t" anchorCtr="0">
              <a:spAutoFit/>
            </a:bodyPr>
            <a:lstStyle/>
            <a:p>
              <a:pPr algn="ctr" defTabSz="914400">
                <a:buClr>
                  <a:prstClr val="white"/>
                </a:buClr>
                <a:buSzPts val="2000"/>
                <a:buFont typeface="Open Sans"/>
                <a:buNone/>
              </a:pPr>
              <a:r>
                <a:rPr lang="en-US" sz="2000" b="1">
                  <a:solidFill>
                    <a:prstClr val="white"/>
                  </a:solidFill>
                  <a:latin typeface="Open Sans"/>
                  <a:ea typeface="Open Sans"/>
                  <a:cs typeface="Open Sans"/>
                  <a:sym typeface="Open Sans"/>
                </a:rPr>
                <a:t>2015</a:t>
              </a:r>
              <a:endParaRPr sz="2000" b="1">
                <a:solidFill>
                  <a:prstClr val="white"/>
                </a:solidFill>
                <a:latin typeface="Open Sans"/>
                <a:ea typeface="Open Sans"/>
                <a:cs typeface="Open Sans"/>
                <a:sym typeface="Open Sans"/>
              </a:endParaRPr>
            </a:p>
          </p:txBody>
        </p:sp>
        <p:sp>
          <p:nvSpPr>
            <p:cNvPr id="21" name="Google Shape;244;p6"/>
            <p:cNvSpPr txBox="1"/>
            <p:nvPr/>
          </p:nvSpPr>
          <p:spPr>
            <a:xfrm>
              <a:off x="8403996" y="2824122"/>
              <a:ext cx="1182128" cy="400110"/>
            </a:xfrm>
            <a:prstGeom prst="rect">
              <a:avLst/>
            </a:prstGeom>
            <a:noFill/>
            <a:ln>
              <a:noFill/>
            </a:ln>
          </p:spPr>
          <p:txBody>
            <a:bodyPr spcFirstLastPara="1" wrap="square" lIns="91425" tIns="45700" rIns="91425" bIns="45700" anchor="t" anchorCtr="0">
              <a:spAutoFit/>
            </a:bodyPr>
            <a:lstStyle/>
            <a:p>
              <a:pPr algn="ctr" defTabSz="914400"/>
              <a:r>
                <a:rPr lang="en-US" sz="2000" b="1">
                  <a:solidFill>
                    <a:prstClr val="white"/>
                  </a:solidFill>
                  <a:latin typeface="Open Sans"/>
                  <a:ea typeface="Open Sans"/>
                  <a:cs typeface="Open Sans"/>
                  <a:sym typeface="Open Sans"/>
                </a:rPr>
                <a:t>2020</a:t>
              </a:r>
              <a:endParaRPr sz="2000" b="1">
                <a:solidFill>
                  <a:prstClr val="white"/>
                </a:solidFill>
                <a:latin typeface="Open Sans"/>
                <a:ea typeface="Open Sans"/>
                <a:cs typeface="Open Sans"/>
                <a:sym typeface="Open Sans"/>
              </a:endParaRPr>
            </a:p>
          </p:txBody>
        </p:sp>
      </p:grpSp>
      <p:sp>
        <p:nvSpPr>
          <p:cNvPr id="25" name="Google Shape;245;p6"/>
          <p:cNvSpPr/>
          <p:nvPr/>
        </p:nvSpPr>
        <p:spPr>
          <a:xfrm>
            <a:off x="9963615" y="5838562"/>
            <a:ext cx="1499042" cy="307736"/>
          </a:xfrm>
          <a:prstGeom prst="rect">
            <a:avLst/>
          </a:prstGeom>
          <a:noFill/>
          <a:ln>
            <a:noFill/>
          </a:ln>
        </p:spPr>
        <p:txBody>
          <a:bodyPr spcFirstLastPara="1" wrap="square" lIns="91425" tIns="45700" rIns="91425" bIns="45700" anchor="t" anchorCtr="0">
            <a:spAutoFit/>
          </a:bodyPr>
          <a:lstStyle/>
          <a:p>
            <a:pPr defTabSz="914400"/>
            <a:r>
              <a:rPr lang="en-US" sz="1400" b="1" dirty="0">
                <a:solidFill>
                  <a:srgbClr val="5B9BD5"/>
                </a:solidFill>
                <a:ea typeface="Arial"/>
                <a:cs typeface="Arial"/>
                <a:sym typeface="Arial"/>
              </a:rPr>
              <a:t>* CISCO Report</a:t>
            </a:r>
            <a:endParaRPr sz="1400" dirty="0">
              <a:solidFill>
                <a:prstClr val="black"/>
              </a:solidFill>
              <a:ea typeface="Calibri"/>
              <a:cs typeface="Calibri"/>
              <a:sym typeface="Calibri"/>
            </a:endParaRPr>
          </a:p>
        </p:txBody>
      </p:sp>
    </p:spTree>
    <p:extLst>
      <p:ext uri="{BB962C8B-B14F-4D97-AF65-F5344CB8AC3E}">
        <p14:creationId xmlns:p14="http://schemas.microsoft.com/office/powerpoint/2010/main" val="12800452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mn-lt"/>
              </a:rPr>
              <a:t>Economic Impact of IoT</a:t>
            </a:r>
          </a:p>
        </p:txBody>
      </p:sp>
      <p:grpSp>
        <p:nvGrpSpPr>
          <p:cNvPr id="21" name="Group 20"/>
          <p:cNvGrpSpPr/>
          <p:nvPr/>
        </p:nvGrpSpPr>
        <p:grpSpPr>
          <a:xfrm>
            <a:off x="2293957" y="2400302"/>
            <a:ext cx="6866199" cy="3638566"/>
            <a:chOff x="1333738" y="1544611"/>
            <a:chExt cx="9147095" cy="4044149"/>
          </a:xfrm>
        </p:grpSpPr>
        <p:sp>
          <p:nvSpPr>
            <p:cNvPr id="4" name="Google Shape;251;p7"/>
            <p:cNvSpPr/>
            <p:nvPr/>
          </p:nvSpPr>
          <p:spPr>
            <a:xfrm>
              <a:off x="1333738" y="2723238"/>
              <a:ext cx="1927102" cy="887879"/>
            </a:xfrm>
            <a:prstGeom prst="can">
              <a:avLst>
                <a:gd name="adj" fmla="val 50000"/>
              </a:avLst>
            </a:prstGeom>
            <a:solidFill>
              <a:srgbClr val="5B9BD5"/>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sp>
          <p:nvSpPr>
            <p:cNvPr id="5" name="Google Shape;252;p7"/>
            <p:cNvSpPr/>
            <p:nvPr/>
          </p:nvSpPr>
          <p:spPr>
            <a:xfrm>
              <a:off x="3714869" y="2723238"/>
              <a:ext cx="1927102" cy="887879"/>
            </a:xfrm>
            <a:prstGeom prst="can">
              <a:avLst>
                <a:gd name="adj" fmla="val 50000"/>
              </a:avLst>
            </a:prstGeom>
            <a:solidFill>
              <a:srgbClr val="ED7D31"/>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sp>
          <p:nvSpPr>
            <p:cNvPr id="6" name="Google Shape;253;p7"/>
            <p:cNvSpPr/>
            <p:nvPr/>
          </p:nvSpPr>
          <p:spPr>
            <a:xfrm>
              <a:off x="6096000" y="2723238"/>
              <a:ext cx="1927102" cy="887879"/>
            </a:xfrm>
            <a:prstGeom prst="can">
              <a:avLst>
                <a:gd name="adj" fmla="val 50000"/>
              </a:avLst>
            </a:prstGeom>
            <a:solidFill>
              <a:srgbClr val="FFC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sp>
          <p:nvSpPr>
            <p:cNvPr id="7" name="Google Shape;254;p7"/>
            <p:cNvSpPr/>
            <p:nvPr/>
          </p:nvSpPr>
          <p:spPr>
            <a:xfrm>
              <a:off x="8477131" y="2723238"/>
              <a:ext cx="1927102" cy="887879"/>
            </a:xfrm>
            <a:prstGeom prst="can">
              <a:avLst>
                <a:gd name="adj" fmla="val 50000"/>
              </a:avLst>
            </a:prstGeom>
            <a:solidFill>
              <a:srgbClr val="70AD47"/>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sp>
          <p:nvSpPr>
            <p:cNvPr id="8" name="Google Shape;255;p7"/>
            <p:cNvSpPr txBox="1"/>
            <p:nvPr/>
          </p:nvSpPr>
          <p:spPr>
            <a:xfrm>
              <a:off x="1386298" y="1544611"/>
              <a:ext cx="1927102" cy="1060415"/>
            </a:xfrm>
            <a:prstGeom prst="rect">
              <a:avLst/>
            </a:prstGeom>
            <a:noFill/>
            <a:ln>
              <a:noFill/>
            </a:ln>
          </p:spPr>
          <p:txBody>
            <a:bodyPr spcFirstLastPara="1" wrap="square" lIns="91425" tIns="45700" rIns="91425" bIns="45700" anchor="t" anchorCtr="0">
              <a:spAutoFit/>
            </a:bodyPr>
            <a:lstStyle/>
            <a:p>
              <a:pPr algn="ctr" defTabSz="914400">
                <a:buClr>
                  <a:prstClr val="black"/>
                </a:buClr>
                <a:buSzPts val="2800"/>
                <a:buFont typeface="Open Sans"/>
                <a:buNone/>
              </a:pPr>
              <a:r>
                <a:rPr lang="en-US" sz="2800" dirty="0">
                  <a:solidFill>
                    <a:prstClr val="black"/>
                  </a:solidFill>
                  <a:ea typeface="Open Sans"/>
                  <a:cs typeface="Open Sans"/>
                  <a:sym typeface="Open Sans"/>
                </a:rPr>
                <a:t>$2.3 trillion</a:t>
              </a:r>
              <a:endParaRPr sz="2800" dirty="0">
                <a:solidFill>
                  <a:prstClr val="black"/>
                </a:solidFill>
                <a:ea typeface="Arial"/>
                <a:cs typeface="Arial"/>
                <a:sym typeface="Arial"/>
              </a:endParaRPr>
            </a:p>
          </p:txBody>
        </p:sp>
        <p:sp>
          <p:nvSpPr>
            <p:cNvPr id="9" name="Google Shape;256;p7"/>
            <p:cNvSpPr txBox="1"/>
            <p:nvPr/>
          </p:nvSpPr>
          <p:spPr>
            <a:xfrm>
              <a:off x="3716630" y="1544611"/>
              <a:ext cx="1927102" cy="1060415"/>
            </a:xfrm>
            <a:prstGeom prst="rect">
              <a:avLst/>
            </a:prstGeom>
            <a:noFill/>
            <a:ln>
              <a:noFill/>
            </a:ln>
          </p:spPr>
          <p:txBody>
            <a:bodyPr spcFirstLastPara="1" wrap="square" lIns="91425" tIns="45700" rIns="91425" bIns="45700" anchor="t" anchorCtr="0">
              <a:spAutoFit/>
            </a:bodyPr>
            <a:lstStyle/>
            <a:p>
              <a:pPr algn="ctr" defTabSz="914400">
                <a:buClr>
                  <a:prstClr val="black"/>
                </a:buClr>
                <a:buSzPts val="2800"/>
                <a:buFont typeface="Open Sans"/>
                <a:buNone/>
              </a:pPr>
              <a:r>
                <a:rPr lang="en-US" sz="2800" dirty="0">
                  <a:solidFill>
                    <a:prstClr val="black"/>
                  </a:solidFill>
                  <a:ea typeface="Open Sans"/>
                  <a:cs typeface="Open Sans"/>
                  <a:sym typeface="Open Sans"/>
                </a:rPr>
                <a:t>$4 </a:t>
              </a:r>
              <a:endParaRPr dirty="0">
                <a:solidFill>
                  <a:prstClr val="black"/>
                </a:solidFill>
              </a:endParaRPr>
            </a:p>
            <a:p>
              <a:pPr algn="ctr" defTabSz="914400">
                <a:buClr>
                  <a:prstClr val="black"/>
                </a:buClr>
                <a:buSzPts val="2800"/>
                <a:buFont typeface="Open Sans"/>
                <a:buNone/>
              </a:pPr>
              <a:r>
                <a:rPr lang="en-US" sz="2800" dirty="0">
                  <a:solidFill>
                    <a:prstClr val="black"/>
                  </a:solidFill>
                  <a:ea typeface="Open Sans"/>
                  <a:cs typeface="Open Sans"/>
                  <a:sym typeface="Open Sans"/>
                </a:rPr>
                <a:t>trillion</a:t>
              </a:r>
              <a:endParaRPr sz="2800" dirty="0">
                <a:solidFill>
                  <a:prstClr val="black"/>
                </a:solidFill>
                <a:ea typeface="Open Sans"/>
                <a:cs typeface="Open Sans"/>
                <a:sym typeface="Open Sans"/>
              </a:endParaRPr>
            </a:p>
          </p:txBody>
        </p:sp>
        <p:sp>
          <p:nvSpPr>
            <p:cNvPr id="10" name="Google Shape;257;p7"/>
            <p:cNvSpPr txBox="1"/>
            <p:nvPr/>
          </p:nvSpPr>
          <p:spPr>
            <a:xfrm>
              <a:off x="6161261" y="1544611"/>
              <a:ext cx="1927102" cy="1060415"/>
            </a:xfrm>
            <a:prstGeom prst="rect">
              <a:avLst/>
            </a:prstGeom>
            <a:noFill/>
            <a:ln>
              <a:noFill/>
            </a:ln>
          </p:spPr>
          <p:txBody>
            <a:bodyPr spcFirstLastPara="1" wrap="square" lIns="91425" tIns="45700" rIns="91425" bIns="45700" anchor="t" anchorCtr="0">
              <a:spAutoFit/>
            </a:bodyPr>
            <a:lstStyle/>
            <a:p>
              <a:pPr algn="ctr" defTabSz="914400">
                <a:buClr>
                  <a:prstClr val="black"/>
                </a:buClr>
                <a:buSzPts val="2800"/>
                <a:buFont typeface="Open Sans"/>
                <a:buNone/>
              </a:pPr>
              <a:r>
                <a:rPr lang="en-US" sz="2800" dirty="0">
                  <a:solidFill>
                    <a:prstClr val="black"/>
                  </a:solidFill>
                  <a:ea typeface="Open Sans"/>
                  <a:cs typeface="Open Sans"/>
                  <a:sym typeface="Open Sans"/>
                </a:rPr>
                <a:t>$5</a:t>
              </a:r>
              <a:endParaRPr dirty="0">
                <a:solidFill>
                  <a:prstClr val="black"/>
                </a:solidFill>
              </a:endParaRPr>
            </a:p>
            <a:p>
              <a:pPr algn="ctr" defTabSz="914400">
                <a:buClr>
                  <a:prstClr val="black"/>
                </a:buClr>
                <a:buSzPts val="2800"/>
                <a:buFont typeface="Open Sans"/>
                <a:buNone/>
              </a:pPr>
              <a:r>
                <a:rPr lang="en-US" sz="2800" dirty="0">
                  <a:solidFill>
                    <a:prstClr val="black"/>
                  </a:solidFill>
                  <a:ea typeface="Open Sans"/>
                  <a:cs typeface="Open Sans"/>
                  <a:sym typeface="Open Sans"/>
                </a:rPr>
                <a:t>trillion</a:t>
              </a:r>
              <a:endParaRPr sz="2800" dirty="0">
                <a:solidFill>
                  <a:prstClr val="black"/>
                </a:solidFill>
                <a:ea typeface="Open Sans"/>
                <a:cs typeface="Open Sans"/>
                <a:sym typeface="Open Sans"/>
              </a:endParaRPr>
            </a:p>
          </p:txBody>
        </p:sp>
        <p:sp>
          <p:nvSpPr>
            <p:cNvPr id="11" name="Google Shape;258;p7"/>
            <p:cNvSpPr txBox="1"/>
            <p:nvPr/>
          </p:nvSpPr>
          <p:spPr>
            <a:xfrm>
              <a:off x="8542391" y="1544611"/>
              <a:ext cx="1927102" cy="1060415"/>
            </a:xfrm>
            <a:prstGeom prst="rect">
              <a:avLst/>
            </a:prstGeom>
            <a:noFill/>
            <a:ln>
              <a:noFill/>
            </a:ln>
          </p:spPr>
          <p:txBody>
            <a:bodyPr spcFirstLastPara="1" wrap="square" lIns="91425" tIns="45700" rIns="91425" bIns="45700" anchor="t" anchorCtr="0">
              <a:spAutoFit/>
            </a:bodyPr>
            <a:lstStyle/>
            <a:p>
              <a:pPr algn="ctr" defTabSz="914400">
                <a:buClr>
                  <a:prstClr val="black"/>
                </a:buClr>
                <a:buSzPts val="2800"/>
                <a:buFont typeface="Open Sans"/>
                <a:buNone/>
              </a:pPr>
              <a:r>
                <a:rPr lang="en-US" sz="2800" dirty="0">
                  <a:solidFill>
                    <a:prstClr val="black"/>
                  </a:solidFill>
                  <a:ea typeface="Open Sans"/>
                  <a:cs typeface="Open Sans"/>
                  <a:sym typeface="Open Sans"/>
                </a:rPr>
                <a:t>$7 </a:t>
              </a:r>
              <a:endParaRPr dirty="0">
                <a:solidFill>
                  <a:prstClr val="black"/>
                </a:solidFill>
              </a:endParaRPr>
            </a:p>
            <a:p>
              <a:pPr algn="ctr" defTabSz="914400">
                <a:buClr>
                  <a:prstClr val="black"/>
                </a:buClr>
                <a:buSzPts val="2800"/>
                <a:buFont typeface="Open Sans"/>
                <a:buNone/>
              </a:pPr>
              <a:r>
                <a:rPr lang="en-US" sz="2800" dirty="0">
                  <a:solidFill>
                    <a:prstClr val="black"/>
                  </a:solidFill>
                  <a:ea typeface="Open Sans"/>
                  <a:cs typeface="Open Sans"/>
                  <a:sym typeface="Open Sans"/>
                </a:rPr>
                <a:t>trillion</a:t>
              </a:r>
              <a:endParaRPr sz="2800" dirty="0">
                <a:solidFill>
                  <a:prstClr val="black"/>
                </a:solidFill>
                <a:ea typeface="Open Sans"/>
                <a:cs typeface="Open Sans"/>
                <a:sym typeface="Open Sans"/>
              </a:endParaRPr>
            </a:p>
          </p:txBody>
        </p:sp>
        <p:sp>
          <p:nvSpPr>
            <p:cNvPr id="12" name="Google Shape;259;p7"/>
            <p:cNvSpPr txBox="1"/>
            <p:nvPr/>
          </p:nvSpPr>
          <p:spPr>
            <a:xfrm>
              <a:off x="1333738" y="3785806"/>
              <a:ext cx="1786038" cy="581498"/>
            </a:xfrm>
            <a:prstGeom prst="rect">
              <a:avLst/>
            </a:prstGeom>
            <a:noFill/>
            <a:ln>
              <a:noFill/>
            </a:ln>
          </p:spPr>
          <p:txBody>
            <a:bodyPr spcFirstLastPara="1" wrap="square" lIns="91425" tIns="45700" rIns="91425" bIns="45700" anchor="t" anchorCtr="0">
              <a:spAutoFit/>
            </a:bodyPr>
            <a:lstStyle/>
            <a:p>
              <a:pPr algn="ctr" defTabSz="914400">
                <a:buClr>
                  <a:srgbClr val="5B9BD5"/>
                </a:buClr>
                <a:buSzPts val="2800"/>
                <a:buFont typeface="Open Sans"/>
                <a:buNone/>
              </a:pPr>
              <a:r>
                <a:rPr lang="en-US" sz="2800" b="1" dirty="0">
                  <a:solidFill>
                    <a:srgbClr val="5B9BD5"/>
                  </a:solidFill>
                  <a:ea typeface="Open Sans"/>
                  <a:cs typeface="Open Sans"/>
                  <a:sym typeface="Open Sans"/>
                </a:rPr>
                <a:t>2014</a:t>
              </a:r>
              <a:endParaRPr sz="2800" b="1" dirty="0">
                <a:solidFill>
                  <a:srgbClr val="5B9BD5"/>
                </a:solidFill>
                <a:ea typeface="Arial"/>
                <a:cs typeface="Arial"/>
                <a:sym typeface="Arial"/>
              </a:endParaRPr>
            </a:p>
          </p:txBody>
        </p:sp>
        <p:sp>
          <p:nvSpPr>
            <p:cNvPr id="13" name="Google Shape;260;p7"/>
            <p:cNvSpPr txBox="1"/>
            <p:nvPr/>
          </p:nvSpPr>
          <p:spPr>
            <a:xfrm>
              <a:off x="3772138" y="3785806"/>
              <a:ext cx="1786038" cy="581498"/>
            </a:xfrm>
            <a:prstGeom prst="rect">
              <a:avLst/>
            </a:prstGeom>
            <a:noFill/>
            <a:ln>
              <a:noFill/>
            </a:ln>
          </p:spPr>
          <p:txBody>
            <a:bodyPr spcFirstLastPara="1" wrap="square" lIns="91425" tIns="45700" rIns="91425" bIns="45700" anchor="t" anchorCtr="0">
              <a:spAutoFit/>
            </a:bodyPr>
            <a:lstStyle/>
            <a:p>
              <a:pPr algn="ctr" defTabSz="914400">
                <a:buClr>
                  <a:srgbClr val="C55A11"/>
                </a:buClr>
                <a:buSzPts val="2800"/>
                <a:buFont typeface="Open Sans"/>
                <a:buNone/>
              </a:pPr>
              <a:r>
                <a:rPr lang="en-US" sz="2800" b="1" dirty="0">
                  <a:solidFill>
                    <a:srgbClr val="C55A11"/>
                  </a:solidFill>
                  <a:ea typeface="Open Sans"/>
                  <a:cs typeface="Open Sans"/>
                  <a:sym typeface="Open Sans"/>
                </a:rPr>
                <a:t>2016</a:t>
              </a:r>
              <a:endParaRPr sz="2800" b="1" dirty="0">
                <a:solidFill>
                  <a:srgbClr val="C55A11"/>
                </a:solidFill>
                <a:ea typeface="Arial"/>
                <a:cs typeface="Arial"/>
                <a:sym typeface="Arial"/>
              </a:endParaRPr>
            </a:p>
          </p:txBody>
        </p:sp>
        <p:sp>
          <p:nvSpPr>
            <p:cNvPr id="14" name="Google Shape;261;p7"/>
            <p:cNvSpPr txBox="1"/>
            <p:nvPr/>
          </p:nvSpPr>
          <p:spPr>
            <a:xfrm>
              <a:off x="6134338" y="3785806"/>
              <a:ext cx="1786038" cy="581498"/>
            </a:xfrm>
            <a:prstGeom prst="rect">
              <a:avLst/>
            </a:prstGeom>
            <a:noFill/>
            <a:ln>
              <a:noFill/>
            </a:ln>
          </p:spPr>
          <p:txBody>
            <a:bodyPr spcFirstLastPara="1" wrap="square" lIns="91425" tIns="45700" rIns="91425" bIns="45700" anchor="t" anchorCtr="0">
              <a:spAutoFit/>
            </a:bodyPr>
            <a:lstStyle/>
            <a:p>
              <a:pPr algn="ctr" defTabSz="914400">
                <a:buClr>
                  <a:srgbClr val="FFD966"/>
                </a:buClr>
                <a:buSzPts val="2800"/>
                <a:buFont typeface="Open Sans"/>
                <a:buNone/>
              </a:pPr>
              <a:r>
                <a:rPr lang="en-US" sz="2800" b="1">
                  <a:solidFill>
                    <a:srgbClr val="FFD966"/>
                  </a:solidFill>
                  <a:ea typeface="Open Sans"/>
                  <a:cs typeface="Open Sans"/>
                  <a:sym typeface="Open Sans"/>
                </a:rPr>
                <a:t>2018</a:t>
              </a:r>
              <a:endParaRPr sz="2800" b="1">
                <a:solidFill>
                  <a:srgbClr val="FFD966"/>
                </a:solidFill>
                <a:ea typeface="Arial"/>
                <a:cs typeface="Arial"/>
                <a:sym typeface="Arial"/>
              </a:endParaRPr>
            </a:p>
          </p:txBody>
        </p:sp>
        <p:sp>
          <p:nvSpPr>
            <p:cNvPr id="15" name="Google Shape;262;p7"/>
            <p:cNvSpPr txBox="1"/>
            <p:nvPr/>
          </p:nvSpPr>
          <p:spPr>
            <a:xfrm>
              <a:off x="8572738" y="3785806"/>
              <a:ext cx="1786038" cy="581498"/>
            </a:xfrm>
            <a:prstGeom prst="rect">
              <a:avLst/>
            </a:prstGeom>
            <a:noFill/>
            <a:ln>
              <a:noFill/>
            </a:ln>
          </p:spPr>
          <p:txBody>
            <a:bodyPr spcFirstLastPara="1" wrap="square" lIns="91425" tIns="45700" rIns="91425" bIns="45700" anchor="t" anchorCtr="0">
              <a:spAutoFit/>
            </a:bodyPr>
            <a:lstStyle/>
            <a:p>
              <a:pPr algn="ctr" defTabSz="914400">
                <a:buClr>
                  <a:srgbClr val="548135"/>
                </a:buClr>
                <a:buSzPts val="2800"/>
                <a:buFont typeface="Open Sans"/>
                <a:buNone/>
              </a:pPr>
              <a:r>
                <a:rPr lang="en-US" sz="2800" b="1" dirty="0">
                  <a:solidFill>
                    <a:srgbClr val="548135"/>
                  </a:solidFill>
                  <a:ea typeface="Open Sans"/>
                  <a:cs typeface="Open Sans"/>
                  <a:sym typeface="Open Sans"/>
                </a:rPr>
                <a:t>2020</a:t>
              </a:r>
              <a:endParaRPr sz="2800" b="1" dirty="0">
                <a:solidFill>
                  <a:srgbClr val="548135"/>
                </a:solidFill>
                <a:ea typeface="Arial"/>
                <a:cs typeface="Arial"/>
                <a:sym typeface="Arial"/>
              </a:endParaRPr>
            </a:p>
          </p:txBody>
        </p:sp>
        <p:pic>
          <p:nvPicPr>
            <p:cNvPr id="17" name="Google Shape;264;p7"/>
            <p:cNvPicPr preferRelativeResize="0"/>
            <p:nvPr/>
          </p:nvPicPr>
          <p:blipFill rotWithShape="1">
            <a:blip r:embed="rId2">
              <a:alphaModFix/>
            </a:blip>
            <a:srcRect/>
            <a:stretch/>
          </p:blipFill>
          <p:spPr>
            <a:xfrm>
              <a:off x="1442513" y="4701505"/>
              <a:ext cx="1568488" cy="807539"/>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18" name="Google Shape;265;p7"/>
            <p:cNvPicPr preferRelativeResize="0"/>
            <p:nvPr/>
          </p:nvPicPr>
          <p:blipFill rotWithShape="1">
            <a:blip r:embed="rId3">
              <a:alphaModFix/>
            </a:blip>
            <a:srcRect/>
            <a:stretch/>
          </p:blipFill>
          <p:spPr>
            <a:xfrm>
              <a:off x="3820481" y="4660718"/>
              <a:ext cx="1715877" cy="928042"/>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19" name="Google Shape;266;p7"/>
            <p:cNvPicPr preferRelativeResize="0"/>
            <p:nvPr/>
          </p:nvPicPr>
          <p:blipFill rotWithShape="1">
            <a:blip r:embed="rId4">
              <a:alphaModFix/>
            </a:blip>
            <a:srcRect/>
            <a:stretch/>
          </p:blipFill>
          <p:spPr>
            <a:xfrm>
              <a:off x="6052467" y="4660718"/>
              <a:ext cx="2014167" cy="887878"/>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20" name="Google Shape;267;p7"/>
            <p:cNvPicPr preferRelativeResize="0"/>
            <p:nvPr/>
          </p:nvPicPr>
          <p:blipFill rotWithShape="1">
            <a:blip r:embed="rId5">
              <a:alphaModFix/>
            </a:blip>
            <a:srcRect/>
            <a:stretch/>
          </p:blipFill>
          <p:spPr>
            <a:xfrm>
              <a:off x="8686054" y="4580685"/>
              <a:ext cx="1794779" cy="887877"/>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grpSp>
      <p:sp>
        <p:nvSpPr>
          <p:cNvPr id="22" name="Google Shape;263;p7"/>
          <p:cNvSpPr/>
          <p:nvPr/>
        </p:nvSpPr>
        <p:spPr>
          <a:xfrm>
            <a:off x="9874891" y="5731132"/>
            <a:ext cx="1649561" cy="307736"/>
          </a:xfrm>
          <a:prstGeom prst="rect">
            <a:avLst/>
          </a:prstGeom>
          <a:noFill/>
          <a:ln>
            <a:noFill/>
          </a:ln>
        </p:spPr>
        <p:txBody>
          <a:bodyPr spcFirstLastPara="1" wrap="square" lIns="91425" tIns="45700" rIns="91425" bIns="45700" anchor="t" anchorCtr="0">
            <a:spAutoFit/>
          </a:bodyPr>
          <a:lstStyle/>
          <a:p>
            <a:pPr defTabSz="914400"/>
            <a:r>
              <a:rPr lang="en-US" sz="1400" b="1" dirty="0">
                <a:solidFill>
                  <a:srgbClr val="5B9BD5"/>
                </a:solidFill>
                <a:ea typeface="Open Sans"/>
                <a:cs typeface="Open Sans"/>
                <a:sym typeface="Open Sans"/>
              </a:rPr>
              <a:t>* Gartner’s Survey </a:t>
            </a:r>
            <a:endParaRPr sz="1400" b="1" dirty="0">
              <a:solidFill>
                <a:srgbClr val="5B9BD5"/>
              </a:solidFill>
              <a:ea typeface="Calibri"/>
              <a:cs typeface="Calibri"/>
              <a:sym typeface="Calibri"/>
            </a:endParaRPr>
          </a:p>
        </p:txBody>
      </p:sp>
    </p:spTree>
    <p:extLst>
      <p:ext uri="{BB962C8B-B14F-4D97-AF65-F5344CB8AC3E}">
        <p14:creationId xmlns:p14="http://schemas.microsoft.com/office/powerpoint/2010/main" val="39500333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IoT Architecture</a:t>
            </a:r>
            <a:endParaRPr lang="en-IN" sz="4000" dirty="0"/>
          </a:p>
        </p:txBody>
      </p:sp>
      <p:sp>
        <p:nvSpPr>
          <p:cNvPr id="4" name="Text Placeholder 3"/>
          <p:cNvSpPr>
            <a:spLocks noGrp="1"/>
          </p:cNvSpPr>
          <p:nvPr>
            <p:ph type="body" sz="half" idx="2"/>
          </p:nvPr>
        </p:nvSpPr>
        <p:spPr/>
        <p:txBody>
          <a:bodyPr>
            <a:normAutofit/>
          </a:bodyPr>
          <a:lstStyle/>
          <a:p>
            <a:pPr marL="285750" indent="-285750" algn="just">
              <a:lnSpc>
                <a:spcPct val="150000"/>
              </a:lnSpc>
              <a:spcBef>
                <a:spcPts val="1200"/>
              </a:spcBef>
              <a:buFont typeface="Arial" panose="020B0604020202020204" pitchFamily="34" charset="0"/>
              <a:buChar char="•"/>
            </a:pPr>
            <a:r>
              <a:rPr lang="en-IN" sz="1800" dirty="0"/>
              <a:t>Things, Sensors and Controllers</a:t>
            </a:r>
          </a:p>
          <a:p>
            <a:pPr marL="285750" indent="-285750" algn="just">
              <a:lnSpc>
                <a:spcPct val="150000"/>
              </a:lnSpc>
              <a:spcBef>
                <a:spcPts val="1200"/>
              </a:spcBef>
              <a:buFont typeface="Arial" panose="020B0604020202020204" pitchFamily="34" charset="0"/>
              <a:buChar char="•"/>
            </a:pPr>
            <a:r>
              <a:rPr lang="en-IN" sz="1800" dirty="0"/>
              <a:t>Gateways and Data Acquisition</a:t>
            </a:r>
          </a:p>
          <a:p>
            <a:pPr marL="285750" indent="-285750" algn="just">
              <a:lnSpc>
                <a:spcPct val="150000"/>
              </a:lnSpc>
              <a:spcBef>
                <a:spcPts val="1200"/>
              </a:spcBef>
              <a:buFont typeface="Arial" panose="020B0604020202020204" pitchFamily="34" charset="0"/>
              <a:buChar char="•"/>
            </a:pPr>
            <a:r>
              <a:rPr lang="en-IN" sz="1800" dirty="0"/>
              <a:t>Edge Analytics</a:t>
            </a:r>
          </a:p>
          <a:p>
            <a:pPr marL="285750" indent="-285750" algn="just">
              <a:lnSpc>
                <a:spcPct val="150000"/>
              </a:lnSpc>
              <a:spcBef>
                <a:spcPts val="1200"/>
              </a:spcBef>
              <a:buFont typeface="Arial" panose="020B0604020202020204" pitchFamily="34" charset="0"/>
              <a:buChar char="•"/>
            </a:pPr>
            <a:r>
              <a:rPr lang="en-IN" sz="1800" dirty="0"/>
              <a:t>Data Centre / Cloud Platform</a:t>
            </a:r>
          </a:p>
        </p:txBody>
      </p:sp>
      <p:pic>
        <p:nvPicPr>
          <p:cNvPr id="5" name="Content Placeholder 4"/>
          <p:cNvPicPr>
            <a:picLocks noGrp="1" noChangeAspect="1"/>
          </p:cNvPicPr>
          <p:nvPr>
            <p:ph idx="1"/>
          </p:nvPr>
        </p:nvPicPr>
        <p:blipFill>
          <a:blip r:embed="rId2"/>
          <a:stretch>
            <a:fillRect/>
          </a:stretch>
        </p:blipFill>
        <p:spPr>
          <a:xfrm>
            <a:off x="5133325" y="1004341"/>
            <a:ext cx="6185687" cy="4856813"/>
          </a:xfrm>
          <a:prstGeom prst="rect">
            <a:avLst/>
          </a:prstGeom>
        </p:spPr>
      </p:pic>
    </p:spTree>
    <p:extLst>
      <p:ext uri="{BB962C8B-B14F-4D97-AF65-F5344CB8AC3E}">
        <p14:creationId xmlns:p14="http://schemas.microsoft.com/office/powerpoint/2010/main" val="32894641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Layers in IoT Architecture</a:t>
            </a:r>
          </a:p>
        </p:txBody>
      </p:sp>
      <p:pic>
        <p:nvPicPr>
          <p:cNvPr id="4" name="Picture 3"/>
          <p:cNvPicPr>
            <a:picLocks noChangeAspect="1"/>
          </p:cNvPicPr>
          <p:nvPr/>
        </p:nvPicPr>
        <p:blipFill>
          <a:blip r:embed="rId2"/>
          <a:stretch>
            <a:fillRect/>
          </a:stretch>
        </p:blipFill>
        <p:spPr>
          <a:xfrm>
            <a:off x="801790" y="2608288"/>
            <a:ext cx="10588419" cy="3468881"/>
          </a:xfrm>
          <a:prstGeom prst="rect">
            <a:avLst/>
          </a:prstGeom>
        </p:spPr>
      </p:pic>
    </p:spTree>
    <p:extLst>
      <p:ext uri="{BB962C8B-B14F-4D97-AF65-F5344CB8AC3E}">
        <p14:creationId xmlns:p14="http://schemas.microsoft.com/office/powerpoint/2010/main" val="6127301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Layers in IoT Architecture</a:t>
            </a:r>
            <a:endParaRPr lang="en-IN" dirty="0"/>
          </a:p>
        </p:txBody>
      </p:sp>
      <p:pic>
        <p:nvPicPr>
          <p:cNvPr id="3" name="Picture 2"/>
          <p:cNvPicPr>
            <a:picLocks noChangeAspect="1"/>
          </p:cNvPicPr>
          <p:nvPr/>
        </p:nvPicPr>
        <p:blipFill>
          <a:blip r:embed="rId2"/>
          <a:stretch>
            <a:fillRect/>
          </a:stretch>
        </p:blipFill>
        <p:spPr>
          <a:xfrm>
            <a:off x="1205068" y="2701275"/>
            <a:ext cx="9781863" cy="3279801"/>
          </a:xfrm>
          <a:prstGeom prst="rect">
            <a:avLst/>
          </a:prstGeom>
        </p:spPr>
      </p:pic>
    </p:spTree>
    <p:extLst>
      <p:ext uri="{BB962C8B-B14F-4D97-AF65-F5344CB8AC3E}">
        <p14:creationId xmlns:p14="http://schemas.microsoft.com/office/powerpoint/2010/main" val="9240014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5297" y="816338"/>
            <a:ext cx="9601196" cy="1303867"/>
          </a:xfrm>
        </p:spPr>
        <p:txBody>
          <a:bodyPr>
            <a:noAutofit/>
          </a:bodyPr>
          <a:lstStyle/>
          <a:p>
            <a:r>
              <a:rPr lang="en-US" dirty="0"/>
              <a:t>Factors Spurring Rapid IoT Expansion</a:t>
            </a:r>
            <a:endParaRPr lang="en-IN" dirty="0"/>
          </a:p>
        </p:txBody>
      </p:sp>
      <p:grpSp>
        <p:nvGrpSpPr>
          <p:cNvPr id="61" name="Group 60"/>
          <p:cNvGrpSpPr/>
          <p:nvPr/>
        </p:nvGrpSpPr>
        <p:grpSpPr>
          <a:xfrm>
            <a:off x="2155372" y="2545067"/>
            <a:ext cx="9388928" cy="3594475"/>
            <a:chOff x="2618209" y="2006224"/>
            <a:chExt cx="8539060" cy="4241297"/>
          </a:xfrm>
        </p:grpSpPr>
        <p:sp>
          <p:nvSpPr>
            <p:cNvPr id="27" name="Google Shape;273;p8"/>
            <p:cNvSpPr/>
            <p:nvPr/>
          </p:nvSpPr>
          <p:spPr>
            <a:xfrm rot="16200000">
              <a:off x="1539786" y="3085479"/>
              <a:ext cx="3581543" cy="1423038"/>
            </a:xfrm>
            <a:prstGeom prst="homePlate">
              <a:avLst>
                <a:gd name="adj" fmla="val 50000"/>
              </a:avLst>
            </a:prstGeom>
            <a:solidFill>
              <a:srgbClr val="5B9BD5"/>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2000" b="0" i="0" u="none" strike="noStrike" kern="0" cap="none" spc="0" normalizeH="0" baseline="0" noProof="0">
                <a:ln>
                  <a:noFill/>
                </a:ln>
                <a:solidFill>
                  <a:srgbClr val="FFFFFF"/>
                </a:solidFill>
                <a:effectLst/>
                <a:uLnTx/>
                <a:uFillTx/>
                <a:ea typeface="Calibri"/>
                <a:cs typeface="Calibri"/>
                <a:sym typeface="Calibri"/>
              </a:endParaRPr>
            </a:p>
          </p:txBody>
        </p:sp>
        <p:sp>
          <p:nvSpPr>
            <p:cNvPr id="28" name="Google Shape;274;p8"/>
            <p:cNvSpPr/>
            <p:nvPr/>
          </p:nvSpPr>
          <p:spPr>
            <a:xfrm rot="16200000">
              <a:off x="2962822" y="3085478"/>
              <a:ext cx="3581545" cy="1423038"/>
            </a:xfrm>
            <a:prstGeom prst="homePlate">
              <a:avLst>
                <a:gd name="adj" fmla="val 50000"/>
              </a:avLst>
            </a:prstGeom>
            <a:solidFill>
              <a:srgbClr val="ED7D31"/>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2000" b="0" i="0" u="none" strike="noStrike" kern="0" cap="none" spc="0" normalizeH="0" baseline="0" noProof="0">
                <a:ln>
                  <a:noFill/>
                </a:ln>
                <a:solidFill>
                  <a:srgbClr val="FFFFFF"/>
                </a:solidFill>
                <a:effectLst/>
                <a:uLnTx/>
                <a:uFillTx/>
                <a:ea typeface="Calibri"/>
                <a:cs typeface="Calibri"/>
                <a:sym typeface="Calibri"/>
              </a:endParaRPr>
            </a:p>
          </p:txBody>
        </p:sp>
        <p:sp>
          <p:nvSpPr>
            <p:cNvPr id="29" name="Google Shape;275;p8"/>
            <p:cNvSpPr/>
            <p:nvPr/>
          </p:nvSpPr>
          <p:spPr>
            <a:xfrm rot="16200000">
              <a:off x="4385860" y="3085478"/>
              <a:ext cx="3581545" cy="1423038"/>
            </a:xfrm>
            <a:prstGeom prst="homePlat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2000" b="0" i="0" u="none" strike="noStrike" kern="0" cap="none" spc="0" normalizeH="0" baseline="0" noProof="0">
                <a:ln>
                  <a:noFill/>
                </a:ln>
                <a:solidFill>
                  <a:srgbClr val="FFFFFF"/>
                </a:solidFill>
                <a:effectLst/>
                <a:uLnTx/>
                <a:uFillTx/>
                <a:ea typeface="Calibri"/>
                <a:cs typeface="Calibri"/>
                <a:sym typeface="Calibri"/>
              </a:endParaRPr>
            </a:p>
          </p:txBody>
        </p:sp>
        <p:sp>
          <p:nvSpPr>
            <p:cNvPr id="30" name="Google Shape;276;p8"/>
            <p:cNvSpPr/>
            <p:nvPr/>
          </p:nvSpPr>
          <p:spPr>
            <a:xfrm rot="16200000">
              <a:off x="5808899" y="3085479"/>
              <a:ext cx="3581543" cy="1423038"/>
            </a:xfrm>
            <a:prstGeom prst="homePlate">
              <a:avLst>
                <a:gd name="adj" fmla="val 50000"/>
              </a:avLst>
            </a:prstGeom>
            <a:solidFill>
              <a:srgbClr val="FFC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2000" b="0" i="0" u="none" strike="noStrike" kern="0" cap="none" spc="0" normalizeH="0" baseline="0" noProof="0">
                <a:ln>
                  <a:noFill/>
                </a:ln>
                <a:solidFill>
                  <a:srgbClr val="FFFFFF"/>
                </a:solidFill>
                <a:effectLst/>
                <a:uLnTx/>
                <a:uFillTx/>
                <a:ea typeface="Calibri"/>
                <a:cs typeface="Calibri"/>
                <a:sym typeface="Calibri"/>
              </a:endParaRPr>
            </a:p>
          </p:txBody>
        </p:sp>
        <p:sp>
          <p:nvSpPr>
            <p:cNvPr id="31" name="Google Shape;277;p8"/>
            <p:cNvSpPr/>
            <p:nvPr/>
          </p:nvSpPr>
          <p:spPr>
            <a:xfrm rot="16200000">
              <a:off x="7231939" y="3085478"/>
              <a:ext cx="3581545" cy="1423038"/>
            </a:xfrm>
            <a:prstGeom prst="homePlate">
              <a:avLst>
                <a:gd name="adj" fmla="val 50000"/>
              </a:avLst>
            </a:prstGeom>
            <a:solidFill>
              <a:srgbClr val="4472C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2000" b="0" i="0" u="none" strike="noStrike" kern="0" cap="none" spc="0" normalizeH="0" baseline="0" noProof="0">
                <a:ln>
                  <a:noFill/>
                </a:ln>
                <a:solidFill>
                  <a:srgbClr val="FFFFFF"/>
                </a:solidFill>
                <a:effectLst/>
                <a:uLnTx/>
                <a:uFillTx/>
                <a:ea typeface="Calibri"/>
                <a:cs typeface="Calibri"/>
                <a:sym typeface="Calibri"/>
              </a:endParaRPr>
            </a:p>
          </p:txBody>
        </p:sp>
        <p:sp>
          <p:nvSpPr>
            <p:cNvPr id="32" name="Google Shape;278;p8"/>
            <p:cNvSpPr/>
            <p:nvPr/>
          </p:nvSpPr>
          <p:spPr>
            <a:xfrm>
              <a:off x="2618209" y="5589993"/>
              <a:ext cx="2193850" cy="657528"/>
            </a:xfrm>
            <a:custGeom>
              <a:avLst/>
              <a:gdLst/>
              <a:ahLst/>
              <a:cxnLst/>
              <a:rect l="l" t="t" r="r" b="b"/>
              <a:pathLst>
                <a:path w="427" h="529" extrusionOk="0">
                  <a:moveTo>
                    <a:pt x="277" y="0"/>
                  </a:moveTo>
                  <a:lnTo>
                    <a:pt x="427" y="529"/>
                  </a:lnTo>
                  <a:lnTo>
                    <a:pt x="226" y="529"/>
                  </a:lnTo>
                  <a:lnTo>
                    <a:pt x="0" y="0"/>
                  </a:lnTo>
                  <a:lnTo>
                    <a:pt x="277" y="0"/>
                  </a:lnTo>
                  <a:close/>
                </a:path>
              </a:pathLst>
            </a:custGeom>
            <a:solidFill>
              <a:srgbClr val="1F3864"/>
            </a:solidFill>
            <a:ln>
              <a:noFill/>
            </a:ln>
          </p:spPr>
          <p:txBody>
            <a:bodyPr spcFirstLastPara="1" wrap="square" lIns="91425" tIns="45700" rIns="91425" bIns="45700" anchor="t" anchorCtr="0">
              <a:noAutofit/>
            </a:bodyPr>
            <a:lstStyle/>
            <a:p>
              <a:pPr algn="ctr" defTabSz="914400">
                <a:buClr>
                  <a:prstClr val="black"/>
                </a:buClr>
                <a:buSzPts val="1800"/>
                <a:buFont typeface="Calibri"/>
                <a:buNone/>
              </a:pPr>
              <a:endParaRPr sz="2000">
                <a:solidFill>
                  <a:srgbClr val="282F39"/>
                </a:solidFill>
                <a:ea typeface="Calibri"/>
                <a:cs typeface="Calibri"/>
                <a:sym typeface="Calibri"/>
              </a:endParaRPr>
            </a:p>
          </p:txBody>
        </p:sp>
        <p:sp>
          <p:nvSpPr>
            <p:cNvPr id="33" name="Google Shape;279;p8"/>
            <p:cNvSpPr/>
            <p:nvPr/>
          </p:nvSpPr>
          <p:spPr>
            <a:xfrm>
              <a:off x="2618209" y="5589993"/>
              <a:ext cx="2193850" cy="657528"/>
            </a:xfrm>
            <a:custGeom>
              <a:avLst/>
              <a:gdLst/>
              <a:ahLst/>
              <a:cxnLst/>
              <a:rect l="l" t="t" r="r" b="b"/>
              <a:pathLst>
                <a:path w="427" h="529" extrusionOk="0">
                  <a:moveTo>
                    <a:pt x="277" y="0"/>
                  </a:moveTo>
                  <a:lnTo>
                    <a:pt x="427" y="529"/>
                  </a:lnTo>
                  <a:lnTo>
                    <a:pt x="226" y="529"/>
                  </a:lnTo>
                  <a:lnTo>
                    <a:pt x="0" y="0"/>
                  </a:lnTo>
                </a:path>
              </a:pathLst>
            </a:custGeom>
            <a:noFill/>
            <a:ln>
              <a:noFill/>
            </a:ln>
          </p:spPr>
          <p:txBody>
            <a:bodyPr spcFirstLastPara="1" wrap="square" lIns="91425" tIns="45700" rIns="91425" bIns="45700" anchor="t" anchorCtr="0">
              <a:noAutofit/>
            </a:bodyPr>
            <a:lstStyle/>
            <a:p>
              <a:pPr algn="ctr" defTabSz="914400">
                <a:buClr>
                  <a:prstClr val="black"/>
                </a:buClr>
                <a:buSzPts val="1800"/>
                <a:buFont typeface="Calibri"/>
                <a:buNone/>
              </a:pPr>
              <a:endParaRPr sz="2000">
                <a:solidFill>
                  <a:srgbClr val="282F39"/>
                </a:solidFill>
                <a:ea typeface="Calibri"/>
                <a:cs typeface="Calibri"/>
                <a:sym typeface="Calibri"/>
              </a:endParaRPr>
            </a:p>
          </p:txBody>
        </p:sp>
        <p:sp>
          <p:nvSpPr>
            <p:cNvPr id="34" name="Google Shape;280;p8"/>
            <p:cNvSpPr/>
            <p:nvPr/>
          </p:nvSpPr>
          <p:spPr>
            <a:xfrm>
              <a:off x="4041387" y="5589993"/>
              <a:ext cx="1808513" cy="657528"/>
            </a:xfrm>
            <a:custGeom>
              <a:avLst/>
              <a:gdLst/>
              <a:ahLst/>
              <a:cxnLst/>
              <a:rect l="l" t="t" r="r" b="b"/>
              <a:pathLst>
                <a:path w="352" h="529" extrusionOk="0">
                  <a:moveTo>
                    <a:pt x="277" y="0"/>
                  </a:moveTo>
                  <a:lnTo>
                    <a:pt x="352" y="529"/>
                  </a:lnTo>
                  <a:lnTo>
                    <a:pt x="150" y="529"/>
                  </a:lnTo>
                  <a:lnTo>
                    <a:pt x="0" y="0"/>
                  </a:lnTo>
                  <a:lnTo>
                    <a:pt x="277" y="0"/>
                  </a:lnTo>
                  <a:close/>
                </a:path>
              </a:pathLst>
            </a:custGeom>
            <a:solidFill>
              <a:srgbClr val="833C0B"/>
            </a:solidFill>
            <a:ln>
              <a:noFill/>
            </a:ln>
          </p:spPr>
          <p:txBody>
            <a:bodyPr spcFirstLastPara="1" wrap="square" lIns="91425" tIns="45700" rIns="91425" bIns="45700" anchor="t" anchorCtr="0">
              <a:noAutofit/>
            </a:bodyPr>
            <a:lstStyle/>
            <a:p>
              <a:pPr algn="ctr" defTabSz="914400">
                <a:buClr>
                  <a:prstClr val="black"/>
                </a:buClr>
                <a:buSzPts val="1800"/>
                <a:buFont typeface="Calibri"/>
                <a:buNone/>
              </a:pPr>
              <a:endParaRPr sz="2000">
                <a:solidFill>
                  <a:srgbClr val="282F39"/>
                </a:solidFill>
                <a:ea typeface="Calibri"/>
                <a:cs typeface="Calibri"/>
                <a:sym typeface="Calibri"/>
              </a:endParaRPr>
            </a:p>
          </p:txBody>
        </p:sp>
        <p:sp>
          <p:nvSpPr>
            <p:cNvPr id="35" name="Google Shape;281;p8"/>
            <p:cNvSpPr/>
            <p:nvPr/>
          </p:nvSpPr>
          <p:spPr>
            <a:xfrm>
              <a:off x="4041387" y="5589993"/>
              <a:ext cx="1808513" cy="657528"/>
            </a:xfrm>
            <a:custGeom>
              <a:avLst/>
              <a:gdLst/>
              <a:ahLst/>
              <a:cxnLst/>
              <a:rect l="l" t="t" r="r" b="b"/>
              <a:pathLst>
                <a:path w="352" h="529" extrusionOk="0">
                  <a:moveTo>
                    <a:pt x="277" y="0"/>
                  </a:moveTo>
                  <a:lnTo>
                    <a:pt x="352" y="529"/>
                  </a:lnTo>
                  <a:lnTo>
                    <a:pt x="150" y="529"/>
                  </a:lnTo>
                  <a:lnTo>
                    <a:pt x="0" y="0"/>
                  </a:lnTo>
                </a:path>
              </a:pathLst>
            </a:custGeom>
            <a:noFill/>
            <a:ln>
              <a:noFill/>
            </a:ln>
          </p:spPr>
          <p:txBody>
            <a:bodyPr spcFirstLastPara="1" wrap="square" lIns="91425" tIns="45700" rIns="91425" bIns="45700" anchor="t" anchorCtr="0">
              <a:noAutofit/>
            </a:bodyPr>
            <a:lstStyle/>
            <a:p>
              <a:pPr algn="ctr" defTabSz="914400">
                <a:buClr>
                  <a:prstClr val="black"/>
                </a:buClr>
                <a:buSzPts val="1800"/>
                <a:buFont typeface="Calibri"/>
                <a:buNone/>
              </a:pPr>
              <a:endParaRPr sz="2000">
                <a:solidFill>
                  <a:srgbClr val="282F39"/>
                </a:solidFill>
                <a:ea typeface="Calibri"/>
                <a:cs typeface="Calibri"/>
                <a:sym typeface="Calibri"/>
              </a:endParaRPr>
            </a:p>
          </p:txBody>
        </p:sp>
        <p:sp>
          <p:nvSpPr>
            <p:cNvPr id="36" name="Google Shape;282;p8"/>
            <p:cNvSpPr/>
            <p:nvPr/>
          </p:nvSpPr>
          <p:spPr>
            <a:xfrm>
              <a:off x="5464562" y="5589993"/>
              <a:ext cx="1423178" cy="657528"/>
            </a:xfrm>
            <a:custGeom>
              <a:avLst/>
              <a:gdLst/>
              <a:ahLst/>
              <a:cxnLst/>
              <a:rect l="l" t="t" r="r" b="b"/>
              <a:pathLst>
                <a:path w="277" h="529" extrusionOk="0">
                  <a:moveTo>
                    <a:pt x="277" y="0"/>
                  </a:moveTo>
                  <a:lnTo>
                    <a:pt x="277" y="529"/>
                  </a:lnTo>
                  <a:lnTo>
                    <a:pt x="75" y="529"/>
                  </a:lnTo>
                  <a:lnTo>
                    <a:pt x="0" y="0"/>
                  </a:lnTo>
                  <a:lnTo>
                    <a:pt x="277" y="0"/>
                  </a:lnTo>
                  <a:close/>
                </a:path>
              </a:pathLst>
            </a:custGeom>
            <a:solidFill>
              <a:srgbClr val="525252"/>
            </a:solidFill>
            <a:ln>
              <a:noFill/>
            </a:ln>
          </p:spPr>
          <p:txBody>
            <a:bodyPr spcFirstLastPara="1" wrap="square" lIns="91425" tIns="45700" rIns="91425" bIns="45700" anchor="t" anchorCtr="0">
              <a:noAutofit/>
            </a:bodyPr>
            <a:lstStyle/>
            <a:p>
              <a:pPr algn="ctr" defTabSz="914400">
                <a:buClr>
                  <a:prstClr val="black"/>
                </a:buClr>
                <a:buSzPts val="1800"/>
                <a:buFont typeface="Calibri"/>
                <a:buNone/>
              </a:pPr>
              <a:endParaRPr sz="2000">
                <a:solidFill>
                  <a:srgbClr val="282F39"/>
                </a:solidFill>
                <a:ea typeface="Calibri"/>
                <a:cs typeface="Calibri"/>
                <a:sym typeface="Calibri"/>
              </a:endParaRPr>
            </a:p>
          </p:txBody>
        </p:sp>
        <p:sp>
          <p:nvSpPr>
            <p:cNvPr id="37" name="Google Shape;283;p8"/>
            <p:cNvSpPr/>
            <p:nvPr/>
          </p:nvSpPr>
          <p:spPr>
            <a:xfrm>
              <a:off x="5464562" y="5589993"/>
              <a:ext cx="1423178" cy="657528"/>
            </a:xfrm>
            <a:custGeom>
              <a:avLst/>
              <a:gdLst/>
              <a:ahLst/>
              <a:cxnLst/>
              <a:rect l="l" t="t" r="r" b="b"/>
              <a:pathLst>
                <a:path w="277" h="529" extrusionOk="0">
                  <a:moveTo>
                    <a:pt x="277" y="0"/>
                  </a:moveTo>
                  <a:lnTo>
                    <a:pt x="277" y="529"/>
                  </a:lnTo>
                  <a:lnTo>
                    <a:pt x="75" y="529"/>
                  </a:lnTo>
                  <a:lnTo>
                    <a:pt x="0" y="0"/>
                  </a:lnTo>
                </a:path>
              </a:pathLst>
            </a:custGeom>
            <a:noFill/>
            <a:ln>
              <a:noFill/>
            </a:ln>
          </p:spPr>
          <p:txBody>
            <a:bodyPr spcFirstLastPara="1" wrap="square" lIns="91425" tIns="45700" rIns="91425" bIns="45700" anchor="t" anchorCtr="0">
              <a:noAutofit/>
            </a:bodyPr>
            <a:lstStyle/>
            <a:p>
              <a:pPr algn="ctr" defTabSz="914400">
                <a:buClr>
                  <a:prstClr val="black"/>
                </a:buClr>
                <a:buSzPts val="1800"/>
                <a:buFont typeface="Calibri"/>
                <a:buNone/>
              </a:pPr>
              <a:endParaRPr sz="2000">
                <a:solidFill>
                  <a:srgbClr val="282F39"/>
                </a:solidFill>
                <a:ea typeface="Calibri"/>
                <a:cs typeface="Calibri"/>
                <a:sym typeface="Calibri"/>
              </a:endParaRPr>
            </a:p>
          </p:txBody>
        </p:sp>
        <p:sp>
          <p:nvSpPr>
            <p:cNvPr id="38" name="Google Shape;284;p8"/>
            <p:cNvSpPr/>
            <p:nvPr/>
          </p:nvSpPr>
          <p:spPr>
            <a:xfrm>
              <a:off x="6887740" y="5589993"/>
              <a:ext cx="1428315" cy="657528"/>
            </a:xfrm>
            <a:custGeom>
              <a:avLst/>
              <a:gdLst/>
              <a:ahLst/>
              <a:cxnLst/>
              <a:rect l="l" t="t" r="r" b="b"/>
              <a:pathLst>
                <a:path w="278" h="529" extrusionOk="0">
                  <a:moveTo>
                    <a:pt x="278" y="0"/>
                  </a:moveTo>
                  <a:lnTo>
                    <a:pt x="202" y="529"/>
                  </a:lnTo>
                  <a:lnTo>
                    <a:pt x="0" y="529"/>
                  </a:lnTo>
                  <a:lnTo>
                    <a:pt x="0" y="0"/>
                  </a:lnTo>
                  <a:lnTo>
                    <a:pt x="278" y="0"/>
                  </a:lnTo>
                  <a:close/>
                </a:path>
              </a:pathLst>
            </a:custGeom>
            <a:solidFill>
              <a:srgbClr val="7F6000"/>
            </a:solidFill>
            <a:ln>
              <a:noFill/>
            </a:ln>
          </p:spPr>
          <p:txBody>
            <a:bodyPr spcFirstLastPara="1" wrap="square" lIns="91425" tIns="45700" rIns="91425" bIns="45700" anchor="t" anchorCtr="0">
              <a:noAutofit/>
            </a:bodyPr>
            <a:lstStyle/>
            <a:p>
              <a:pPr algn="ctr" defTabSz="914400">
                <a:buClr>
                  <a:prstClr val="black"/>
                </a:buClr>
                <a:buSzPts val="1800"/>
                <a:buFont typeface="Calibri"/>
                <a:buNone/>
              </a:pPr>
              <a:endParaRPr sz="2000">
                <a:solidFill>
                  <a:srgbClr val="282F39"/>
                </a:solidFill>
                <a:ea typeface="Calibri"/>
                <a:cs typeface="Calibri"/>
                <a:sym typeface="Calibri"/>
              </a:endParaRPr>
            </a:p>
          </p:txBody>
        </p:sp>
        <p:sp>
          <p:nvSpPr>
            <p:cNvPr id="39" name="Google Shape;285;p8"/>
            <p:cNvSpPr/>
            <p:nvPr/>
          </p:nvSpPr>
          <p:spPr>
            <a:xfrm>
              <a:off x="6887740" y="5589993"/>
              <a:ext cx="1428315" cy="657528"/>
            </a:xfrm>
            <a:custGeom>
              <a:avLst/>
              <a:gdLst/>
              <a:ahLst/>
              <a:cxnLst/>
              <a:rect l="l" t="t" r="r" b="b"/>
              <a:pathLst>
                <a:path w="278" h="529" extrusionOk="0">
                  <a:moveTo>
                    <a:pt x="278" y="0"/>
                  </a:moveTo>
                  <a:lnTo>
                    <a:pt x="202" y="529"/>
                  </a:lnTo>
                  <a:lnTo>
                    <a:pt x="0" y="529"/>
                  </a:lnTo>
                  <a:lnTo>
                    <a:pt x="0" y="0"/>
                  </a:lnTo>
                </a:path>
              </a:pathLst>
            </a:custGeom>
            <a:noFill/>
            <a:ln>
              <a:noFill/>
            </a:ln>
          </p:spPr>
          <p:txBody>
            <a:bodyPr spcFirstLastPara="1" wrap="square" lIns="91425" tIns="45700" rIns="91425" bIns="45700" anchor="t" anchorCtr="0">
              <a:noAutofit/>
            </a:bodyPr>
            <a:lstStyle/>
            <a:p>
              <a:pPr algn="ctr" defTabSz="914400">
                <a:buClr>
                  <a:prstClr val="black"/>
                </a:buClr>
                <a:buSzPts val="1800"/>
                <a:buFont typeface="Calibri"/>
                <a:buNone/>
              </a:pPr>
              <a:endParaRPr sz="2000">
                <a:solidFill>
                  <a:srgbClr val="282F39"/>
                </a:solidFill>
                <a:ea typeface="Calibri"/>
                <a:cs typeface="Calibri"/>
                <a:sym typeface="Calibri"/>
              </a:endParaRPr>
            </a:p>
          </p:txBody>
        </p:sp>
        <p:sp>
          <p:nvSpPr>
            <p:cNvPr id="40" name="Google Shape;286;p8"/>
            <p:cNvSpPr/>
            <p:nvPr/>
          </p:nvSpPr>
          <p:spPr>
            <a:xfrm>
              <a:off x="7925580" y="5589993"/>
              <a:ext cx="1808513" cy="657528"/>
            </a:xfrm>
            <a:custGeom>
              <a:avLst/>
              <a:gdLst/>
              <a:ahLst/>
              <a:cxnLst/>
              <a:rect l="l" t="t" r="r" b="b"/>
              <a:pathLst>
                <a:path w="352" h="529" extrusionOk="0">
                  <a:moveTo>
                    <a:pt x="352" y="0"/>
                  </a:moveTo>
                  <a:lnTo>
                    <a:pt x="202" y="529"/>
                  </a:lnTo>
                  <a:lnTo>
                    <a:pt x="0" y="529"/>
                  </a:lnTo>
                  <a:lnTo>
                    <a:pt x="76" y="0"/>
                  </a:lnTo>
                  <a:lnTo>
                    <a:pt x="352" y="0"/>
                  </a:lnTo>
                  <a:close/>
                </a:path>
              </a:pathLst>
            </a:custGeom>
            <a:solidFill>
              <a:srgbClr val="1E4E79"/>
            </a:solidFill>
            <a:ln>
              <a:noFill/>
            </a:ln>
          </p:spPr>
          <p:txBody>
            <a:bodyPr spcFirstLastPara="1" wrap="square" lIns="91425" tIns="45700" rIns="91425" bIns="45700" anchor="t" anchorCtr="0">
              <a:noAutofit/>
            </a:bodyPr>
            <a:lstStyle/>
            <a:p>
              <a:pPr algn="ctr" defTabSz="914400">
                <a:buClr>
                  <a:prstClr val="black"/>
                </a:buClr>
                <a:buSzPts val="1800"/>
                <a:buFont typeface="Calibri"/>
                <a:buNone/>
              </a:pPr>
              <a:endParaRPr sz="2000">
                <a:solidFill>
                  <a:srgbClr val="282F39"/>
                </a:solidFill>
                <a:ea typeface="Calibri"/>
                <a:cs typeface="Calibri"/>
                <a:sym typeface="Calibri"/>
              </a:endParaRPr>
            </a:p>
          </p:txBody>
        </p:sp>
        <p:sp>
          <p:nvSpPr>
            <p:cNvPr id="41" name="Google Shape;287;p8"/>
            <p:cNvSpPr/>
            <p:nvPr/>
          </p:nvSpPr>
          <p:spPr>
            <a:xfrm>
              <a:off x="7925580" y="5589993"/>
              <a:ext cx="1808513" cy="657528"/>
            </a:xfrm>
            <a:custGeom>
              <a:avLst/>
              <a:gdLst/>
              <a:ahLst/>
              <a:cxnLst/>
              <a:rect l="l" t="t" r="r" b="b"/>
              <a:pathLst>
                <a:path w="352" h="529" extrusionOk="0">
                  <a:moveTo>
                    <a:pt x="352" y="0"/>
                  </a:moveTo>
                  <a:lnTo>
                    <a:pt x="202" y="529"/>
                  </a:lnTo>
                  <a:lnTo>
                    <a:pt x="0" y="529"/>
                  </a:lnTo>
                  <a:lnTo>
                    <a:pt x="76" y="0"/>
                  </a:lnTo>
                </a:path>
              </a:pathLst>
            </a:custGeom>
            <a:noFill/>
            <a:ln>
              <a:noFill/>
            </a:ln>
          </p:spPr>
          <p:txBody>
            <a:bodyPr spcFirstLastPara="1" wrap="square" lIns="91425" tIns="45700" rIns="91425" bIns="45700" anchor="t" anchorCtr="0">
              <a:noAutofit/>
            </a:bodyPr>
            <a:lstStyle/>
            <a:p>
              <a:pPr algn="ctr" defTabSz="914400">
                <a:buClr>
                  <a:prstClr val="black"/>
                </a:buClr>
                <a:buSzPts val="1800"/>
                <a:buFont typeface="Calibri"/>
                <a:buNone/>
              </a:pPr>
              <a:endParaRPr sz="2000">
                <a:solidFill>
                  <a:srgbClr val="282F39"/>
                </a:solidFill>
                <a:ea typeface="Calibri"/>
                <a:cs typeface="Calibri"/>
                <a:sym typeface="Calibri"/>
              </a:endParaRPr>
            </a:p>
          </p:txBody>
        </p:sp>
        <p:sp>
          <p:nvSpPr>
            <p:cNvPr id="42" name="Google Shape;288;p8"/>
            <p:cNvSpPr/>
            <p:nvPr/>
          </p:nvSpPr>
          <p:spPr>
            <a:xfrm>
              <a:off x="8963419" y="5589993"/>
              <a:ext cx="2193850" cy="657528"/>
            </a:xfrm>
            <a:custGeom>
              <a:avLst/>
              <a:gdLst/>
              <a:ahLst/>
              <a:cxnLst/>
              <a:rect l="l" t="t" r="r" b="b"/>
              <a:pathLst>
                <a:path w="427" h="529" extrusionOk="0">
                  <a:moveTo>
                    <a:pt x="427" y="0"/>
                  </a:moveTo>
                  <a:lnTo>
                    <a:pt x="202" y="529"/>
                  </a:lnTo>
                  <a:lnTo>
                    <a:pt x="0" y="529"/>
                  </a:lnTo>
                  <a:lnTo>
                    <a:pt x="150" y="0"/>
                  </a:lnTo>
                </a:path>
              </a:pathLst>
            </a:custGeom>
            <a:noFill/>
            <a:ln>
              <a:noFill/>
            </a:ln>
          </p:spPr>
          <p:txBody>
            <a:bodyPr spcFirstLastPara="1" wrap="square" lIns="91425" tIns="45700" rIns="91425" bIns="45700" anchor="t" anchorCtr="0">
              <a:noAutofit/>
            </a:bodyPr>
            <a:lstStyle/>
            <a:p>
              <a:pPr algn="ctr" defTabSz="914400">
                <a:buClr>
                  <a:prstClr val="black"/>
                </a:buClr>
                <a:buSzPts val="1800"/>
                <a:buFont typeface="Calibri"/>
                <a:buNone/>
              </a:pPr>
              <a:endParaRPr sz="2000">
                <a:solidFill>
                  <a:srgbClr val="282F39"/>
                </a:solidFill>
                <a:ea typeface="Calibri"/>
                <a:cs typeface="Calibri"/>
                <a:sym typeface="Calibri"/>
              </a:endParaRPr>
            </a:p>
          </p:txBody>
        </p:sp>
        <p:grpSp>
          <p:nvGrpSpPr>
            <p:cNvPr id="44" name="Google Shape;290;p8"/>
            <p:cNvGrpSpPr/>
            <p:nvPr/>
          </p:nvGrpSpPr>
          <p:grpSpPr>
            <a:xfrm rot="2247443">
              <a:off x="10291934" y="2356370"/>
              <a:ext cx="302202" cy="807346"/>
              <a:chOff x="9730649" y="1499448"/>
              <a:chExt cx="1030442" cy="3028167"/>
            </a:xfrm>
          </p:grpSpPr>
          <p:sp>
            <p:nvSpPr>
              <p:cNvPr id="45" name="Google Shape;291;p8"/>
              <p:cNvSpPr/>
              <p:nvPr/>
            </p:nvSpPr>
            <p:spPr>
              <a:xfrm>
                <a:off x="9730649" y="1907294"/>
                <a:ext cx="822910" cy="1768535"/>
              </a:xfrm>
              <a:custGeom>
                <a:avLst/>
                <a:gdLst/>
                <a:ahLst/>
                <a:cxnLst/>
                <a:rect l="l" t="t" r="r" b="b"/>
                <a:pathLst>
                  <a:path w="233" h="500" extrusionOk="0">
                    <a:moveTo>
                      <a:pt x="39" y="495"/>
                    </a:moveTo>
                    <a:cubicBezTo>
                      <a:pt x="36" y="488"/>
                      <a:pt x="34" y="481"/>
                      <a:pt x="32" y="475"/>
                    </a:cubicBezTo>
                    <a:cubicBezTo>
                      <a:pt x="22" y="445"/>
                      <a:pt x="15" y="415"/>
                      <a:pt x="10" y="385"/>
                    </a:cubicBezTo>
                    <a:cubicBezTo>
                      <a:pt x="3" y="344"/>
                      <a:pt x="0" y="303"/>
                      <a:pt x="1" y="262"/>
                    </a:cubicBezTo>
                    <a:cubicBezTo>
                      <a:pt x="1" y="219"/>
                      <a:pt x="5" y="176"/>
                      <a:pt x="14" y="133"/>
                    </a:cubicBezTo>
                    <a:cubicBezTo>
                      <a:pt x="20" y="98"/>
                      <a:pt x="30" y="63"/>
                      <a:pt x="43" y="30"/>
                    </a:cubicBezTo>
                    <a:cubicBezTo>
                      <a:pt x="46" y="21"/>
                      <a:pt x="49" y="13"/>
                      <a:pt x="53" y="4"/>
                    </a:cubicBezTo>
                    <a:cubicBezTo>
                      <a:pt x="54" y="1"/>
                      <a:pt x="55" y="0"/>
                      <a:pt x="59" y="0"/>
                    </a:cubicBezTo>
                    <a:cubicBezTo>
                      <a:pt x="91" y="1"/>
                      <a:pt x="124" y="2"/>
                      <a:pt x="157" y="3"/>
                    </a:cubicBezTo>
                    <a:cubicBezTo>
                      <a:pt x="165" y="3"/>
                      <a:pt x="174" y="3"/>
                      <a:pt x="183" y="3"/>
                    </a:cubicBezTo>
                    <a:cubicBezTo>
                      <a:pt x="186" y="3"/>
                      <a:pt x="188" y="4"/>
                      <a:pt x="190" y="8"/>
                    </a:cubicBezTo>
                    <a:cubicBezTo>
                      <a:pt x="210" y="60"/>
                      <a:pt x="221" y="115"/>
                      <a:pt x="226" y="170"/>
                    </a:cubicBezTo>
                    <a:cubicBezTo>
                      <a:pt x="233" y="240"/>
                      <a:pt x="229" y="309"/>
                      <a:pt x="215" y="378"/>
                    </a:cubicBezTo>
                    <a:cubicBezTo>
                      <a:pt x="207" y="419"/>
                      <a:pt x="195" y="459"/>
                      <a:pt x="179" y="497"/>
                    </a:cubicBezTo>
                    <a:cubicBezTo>
                      <a:pt x="178" y="498"/>
                      <a:pt x="176" y="500"/>
                      <a:pt x="174" y="500"/>
                    </a:cubicBezTo>
                    <a:cubicBezTo>
                      <a:pt x="146" y="499"/>
                      <a:pt x="118" y="498"/>
                      <a:pt x="90" y="497"/>
                    </a:cubicBezTo>
                    <a:cubicBezTo>
                      <a:pt x="75" y="497"/>
                      <a:pt x="59" y="497"/>
                      <a:pt x="44" y="496"/>
                    </a:cubicBezTo>
                    <a:cubicBezTo>
                      <a:pt x="42" y="496"/>
                      <a:pt x="40" y="496"/>
                      <a:pt x="39" y="495"/>
                    </a:cubicBezTo>
                    <a:close/>
                    <a:moveTo>
                      <a:pt x="148" y="145"/>
                    </a:moveTo>
                    <a:cubicBezTo>
                      <a:pt x="168" y="129"/>
                      <a:pt x="171" y="100"/>
                      <a:pt x="154" y="80"/>
                    </a:cubicBezTo>
                    <a:cubicBezTo>
                      <a:pt x="139" y="61"/>
                      <a:pt x="109" y="58"/>
                      <a:pt x="90" y="74"/>
                    </a:cubicBezTo>
                    <a:cubicBezTo>
                      <a:pt x="70" y="90"/>
                      <a:pt x="67" y="119"/>
                      <a:pt x="83" y="139"/>
                    </a:cubicBezTo>
                    <a:cubicBezTo>
                      <a:pt x="99" y="159"/>
                      <a:pt x="128" y="161"/>
                      <a:pt x="148" y="145"/>
                    </a:cubicBezTo>
                    <a:close/>
                  </a:path>
                </a:pathLst>
              </a:custGeom>
              <a:solidFill>
                <a:sysClr val="window" lastClr="FFFFFF"/>
              </a:solid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prstClr val="black"/>
                  </a:buClr>
                  <a:buSzPts val="1800"/>
                  <a:buFont typeface="Calibri"/>
                  <a:buNone/>
                  <a:tabLst/>
                  <a:defRPr/>
                </a:pPr>
                <a:endParaRPr kumimoji="0" sz="2000" b="0" i="0" u="none" strike="noStrike" kern="0" cap="none" spc="0" normalizeH="0" baseline="0" noProof="0">
                  <a:ln>
                    <a:noFill/>
                  </a:ln>
                  <a:solidFill>
                    <a:srgbClr val="282F39"/>
                  </a:solidFill>
                  <a:effectLst/>
                  <a:uLnTx/>
                  <a:uFillTx/>
                  <a:ea typeface="Calibri"/>
                  <a:cs typeface="Calibri"/>
                  <a:sym typeface="Calibri"/>
                </a:endParaRPr>
              </a:p>
            </p:txBody>
          </p:sp>
          <p:sp>
            <p:nvSpPr>
              <p:cNvPr id="46" name="Google Shape;292;p8"/>
              <p:cNvSpPr/>
              <p:nvPr/>
            </p:nvSpPr>
            <p:spPr>
              <a:xfrm>
                <a:off x="10439867" y="3109176"/>
                <a:ext cx="321224" cy="927579"/>
              </a:xfrm>
              <a:custGeom>
                <a:avLst/>
                <a:gdLst/>
                <a:ahLst/>
                <a:cxnLst/>
                <a:rect l="l" t="t" r="r" b="b"/>
                <a:pathLst>
                  <a:path w="91" h="262" extrusionOk="0">
                    <a:moveTo>
                      <a:pt x="38" y="0"/>
                    </a:moveTo>
                    <a:cubicBezTo>
                      <a:pt x="43" y="4"/>
                      <a:pt x="48" y="8"/>
                      <a:pt x="53" y="12"/>
                    </a:cubicBezTo>
                    <a:cubicBezTo>
                      <a:pt x="63" y="20"/>
                      <a:pt x="73" y="28"/>
                      <a:pt x="83" y="36"/>
                    </a:cubicBezTo>
                    <a:cubicBezTo>
                      <a:pt x="85" y="38"/>
                      <a:pt x="88" y="40"/>
                      <a:pt x="89" y="42"/>
                    </a:cubicBezTo>
                    <a:cubicBezTo>
                      <a:pt x="90" y="43"/>
                      <a:pt x="91" y="46"/>
                      <a:pt x="90" y="47"/>
                    </a:cubicBezTo>
                    <a:cubicBezTo>
                      <a:pt x="84" y="86"/>
                      <a:pt x="78" y="125"/>
                      <a:pt x="71" y="164"/>
                    </a:cubicBezTo>
                    <a:cubicBezTo>
                      <a:pt x="66" y="195"/>
                      <a:pt x="61" y="225"/>
                      <a:pt x="57" y="256"/>
                    </a:cubicBezTo>
                    <a:cubicBezTo>
                      <a:pt x="56" y="258"/>
                      <a:pt x="56" y="259"/>
                      <a:pt x="55" y="262"/>
                    </a:cubicBezTo>
                    <a:cubicBezTo>
                      <a:pt x="53" y="257"/>
                      <a:pt x="51" y="252"/>
                      <a:pt x="49" y="248"/>
                    </a:cubicBezTo>
                    <a:cubicBezTo>
                      <a:pt x="40" y="230"/>
                      <a:pt x="32" y="212"/>
                      <a:pt x="23" y="194"/>
                    </a:cubicBezTo>
                    <a:cubicBezTo>
                      <a:pt x="17" y="182"/>
                      <a:pt x="12" y="169"/>
                      <a:pt x="5" y="157"/>
                    </a:cubicBezTo>
                    <a:cubicBezTo>
                      <a:pt x="0" y="149"/>
                      <a:pt x="1" y="142"/>
                      <a:pt x="4" y="134"/>
                    </a:cubicBezTo>
                    <a:cubicBezTo>
                      <a:pt x="20" y="92"/>
                      <a:pt x="30" y="48"/>
                      <a:pt x="37" y="4"/>
                    </a:cubicBezTo>
                    <a:cubicBezTo>
                      <a:pt x="37" y="3"/>
                      <a:pt x="37" y="2"/>
                      <a:pt x="38" y="0"/>
                    </a:cubicBezTo>
                    <a:close/>
                  </a:path>
                </a:pathLst>
              </a:custGeom>
              <a:solidFill>
                <a:sysClr val="window" lastClr="FFFFFF"/>
              </a:solid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prstClr val="black"/>
                  </a:buClr>
                  <a:buSzPts val="1800"/>
                  <a:buFont typeface="Calibri"/>
                  <a:buNone/>
                  <a:tabLst/>
                  <a:defRPr/>
                </a:pPr>
                <a:endParaRPr kumimoji="0" sz="2000" b="0" i="0" u="none" strike="noStrike" kern="0" cap="none" spc="0" normalizeH="0" baseline="0" noProof="0">
                  <a:ln>
                    <a:noFill/>
                  </a:ln>
                  <a:solidFill>
                    <a:srgbClr val="282F39"/>
                  </a:solidFill>
                  <a:effectLst/>
                  <a:uLnTx/>
                  <a:uFillTx/>
                  <a:ea typeface="Calibri"/>
                  <a:cs typeface="Calibri"/>
                  <a:sym typeface="Calibri"/>
                </a:endParaRPr>
              </a:p>
            </p:txBody>
          </p:sp>
          <p:sp>
            <p:nvSpPr>
              <p:cNvPr id="48" name="Google Shape;294;p8"/>
              <p:cNvSpPr/>
              <p:nvPr/>
            </p:nvSpPr>
            <p:spPr>
              <a:xfrm>
                <a:off x="9840731" y="3771475"/>
                <a:ext cx="517929" cy="756140"/>
              </a:xfrm>
              <a:custGeom>
                <a:avLst/>
                <a:gdLst/>
                <a:ahLst/>
                <a:cxnLst/>
                <a:rect l="l" t="t" r="r" b="b"/>
                <a:pathLst>
                  <a:path w="147" h="214" extrusionOk="0">
                    <a:moveTo>
                      <a:pt x="55" y="36"/>
                    </a:moveTo>
                    <a:cubicBezTo>
                      <a:pt x="53" y="44"/>
                      <a:pt x="51" y="51"/>
                      <a:pt x="50" y="59"/>
                    </a:cubicBezTo>
                    <a:cubicBezTo>
                      <a:pt x="48" y="74"/>
                      <a:pt x="52" y="86"/>
                      <a:pt x="59" y="99"/>
                    </a:cubicBezTo>
                    <a:cubicBezTo>
                      <a:pt x="64" y="107"/>
                      <a:pt x="69" y="116"/>
                      <a:pt x="74" y="125"/>
                    </a:cubicBezTo>
                    <a:cubicBezTo>
                      <a:pt x="75" y="109"/>
                      <a:pt x="79" y="94"/>
                      <a:pt x="87" y="80"/>
                    </a:cubicBezTo>
                    <a:cubicBezTo>
                      <a:pt x="94" y="66"/>
                      <a:pt x="104" y="54"/>
                      <a:pt x="117" y="43"/>
                    </a:cubicBezTo>
                    <a:cubicBezTo>
                      <a:pt x="120" y="57"/>
                      <a:pt x="121" y="71"/>
                      <a:pt x="119" y="85"/>
                    </a:cubicBezTo>
                    <a:cubicBezTo>
                      <a:pt x="124" y="83"/>
                      <a:pt x="126" y="79"/>
                      <a:pt x="127" y="75"/>
                    </a:cubicBezTo>
                    <a:cubicBezTo>
                      <a:pt x="135" y="58"/>
                      <a:pt x="136" y="40"/>
                      <a:pt x="134" y="22"/>
                    </a:cubicBezTo>
                    <a:cubicBezTo>
                      <a:pt x="134" y="18"/>
                      <a:pt x="133" y="14"/>
                      <a:pt x="133" y="10"/>
                    </a:cubicBezTo>
                    <a:cubicBezTo>
                      <a:pt x="135" y="15"/>
                      <a:pt x="138" y="20"/>
                      <a:pt x="139" y="25"/>
                    </a:cubicBezTo>
                    <a:cubicBezTo>
                      <a:pt x="147" y="50"/>
                      <a:pt x="144" y="73"/>
                      <a:pt x="135" y="96"/>
                    </a:cubicBezTo>
                    <a:cubicBezTo>
                      <a:pt x="130" y="111"/>
                      <a:pt x="123" y="126"/>
                      <a:pt x="118" y="140"/>
                    </a:cubicBezTo>
                    <a:cubicBezTo>
                      <a:pt x="116" y="145"/>
                      <a:pt x="115" y="149"/>
                      <a:pt x="114" y="154"/>
                    </a:cubicBezTo>
                    <a:cubicBezTo>
                      <a:pt x="108" y="145"/>
                      <a:pt x="102" y="136"/>
                      <a:pt x="99" y="125"/>
                    </a:cubicBezTo>
                    <a:cubicBezTo>
                      <a:pt x="97" y="114"/>
                      <a:pt x="99" y="103"/>
                      <a:pt x="102" y="93"/>
                    </a:cubicBezTo>
                    <a:cubicBezTo>
                      <a:pt x="97" y="99"/>
                      <a:pt x="95" y="106"/>
                      <a:pt x="94" y="114"/>
                    </a:cubicBezTo>
                    <a:cubicBezTo>
                      <a:pt x="94" y="127"/>
                      <a:pt x="94" y="141"/>
                      <a:pt x="94" y="155"/>
                    </a:cubicBezTo>
                    <a:cubicBezTo>
                      <a:pt x="94" y="167"/>
                      <a:pt x="92" y="180"/>
                      <a:pt x="85" y="191"/>
                    </a:cubicBezTo>
                    <a:cubicBezTo>
                      <a:pt x="79" y="201"/>
                      <a:pt x="72" y="209"/>
                      <a:pt x="61" y="214"/>
                    </a:cubicBezTo>
                    <a:cubicBezTo>
                      <a:pt x="63" y="198"/>
                      <a:pt x="55" y="186"/>
                      <a:pt x="50" y="173"/>
                    </a:cubicBezTo>
                    <a:cubicBezTo>
                      <a:pt x="40" y="152"/>
                      <a:pt x="30" y="131"/>
                      <a:pt x="33" y="107"/>
                    </a:cubicBezTo>
                    <a:cubicBezTo>
                      <a:pt x="34" y="100"/>
                      <a:pt x="36" y="94"/>
                      <a:pt x="38" y="86"/>
                    </a:cubicBezTo>
                    <a:cubicBezTo>
                      <a:pt x="32" y="91"/>
                      <a:pt x="30" y="97"/>
                      <a:pt x="29" y="103"/>
                    </a:cubicBezTo>
                    <a:cubicBezTo>
                      <a:pt x="27" y="110"/>
                      <a:pt x="26" y="118"/>
                      <a:pt x="25" y="125"/>
                    </a:cubicBezTo>
                    <a:cubicBezTo>
                      <a:pt x="23" y="132"/>
                      <a:pt x="19" y="138"/>
                      <a:pt x="13" y="141"/>
                    </a:cubicBezTo>
                    <a:cubicBezTo>
                      <a:pt x="9" y="117"/>
                      <a:pt x="5" y="94"/>
                      <a:pt x="3" y="70"/>
                    </a:cubicBezTo>
                    <a:cubicBezTo>
                      <a:pt x="0" y="50"/>
                      <a:pt x="2" y="30"/>
                      <a:pt x="12" y="12"/>
                    </a:cubicBezTo>
                    <a:cubicBezTo>
                      <a:pt x="15" y="8"/>
                      <a:pt x="18" y="4"/>
                      <a:pt x="21" y="0"/>
                    </a:cubicBezTo>
                    <a:cubicBezTo>
                      <a:pt x="8" y="24"/>
                      <a:pt x="12" y="47"/>
                      <a:pt x="21" y="72"/>
                    </a:cubicBezTo>
                    <a:cubicBezTo>
                      <a:pt x="28" y="55"/>
                      <a:pt x="40" y="44"/>
                      <a:pt x="55" y="36"/>
                    </a:cubicBezTo>
                    <a:close/>
                  </a:path>
                </a:pathLst>
              </a:custGeom>
              <a:solidFill>
                <a:sysClr val="window" lastClr="FFFFFF"/>
              </a:solid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prstClr val="black"/>
                  </a:buClr>
                  <a:buSzPts val="1800"/>
                  <a:buFont typeface="Calibri"/>
                  <a:buNone/>
                  <a:tabLst/>
                  <a:defRPr/>
                </a:pPr>
                <a:endParaRPr kumimoji="0" sz="2000" b="0" i="0" u="none" strike="noStrike" kern="0" cap="none" spc="0" normalizeH="0" baseline="0" noProof="0">
                  <a:ln>
                    <a:noFill/>
                  </a:ln>
                  <a:solidFill>
                    <a:srgbClr val="282F39"/>
                  </a:solidFill>
                  <a:effectLst/>
                  <a:uLnTx/>
                  <a:uFillTx/>
                  <a:ea typeface="Calibri"/>
                  <a:cs typeface="Calibri"/>
                  <a:sym typeface="Calibri"/>
                </a:endParaRPr>
              </a:p>
            </p:txBody>
          </p:sp>
          <p:sp>
            <p:nvSpPr>
              <p:cNvPr id="49" name="Google Shape;295;p8"/>
              <p:cNvSpPr/>
              <p:nvPr/>
            </p:nvSpPr>
            <p:spPr>
              <a:xfrm>
                <a:off x="9952618" y="1499448"/>
                <a:ext cx="420479" cy="364535"/>
              </a:xfrm>
              <a:custGeom>
                <a:avLst/>
                <a:gdLst/>
                <a:ahLst/>
                <a:cxnLst/>
                <a:rect l="l" t="t" r="r" b="b"/>
                <a:pathLst>
                  <a:path w="119" h="103" extrusionOk="0">
                    <a:moveTo>
                      <a:pt x="119" y="103"/>
                    </a:moveTo>
                    <a:cubicBezTo>
                      <a:pt x="79" y="102"/>
                      <a:pt x="39" y="101"/>
                      <a:pt x="0" y="100"/>
                    </a:cubicBezTo>
                    <a:cubicBezTo>
                      <a:pt x="3" y="84"/>
                      <a:pt x="47" y="12"/>
                      <a:pt x="62" y="0"/>
                    </a:cubicBezTo>
                    <a:cubicBezTo>
                      <a:pt x="76" y="12"/>
                      <a:pt x="118" y="90"/>
                      <a:pt x="119" y="103"/>
                    </a:cubicBezTo>
                    <a:close/>
                  </a:path>
                </a:pathLst>
              </a:custGeom>
              <a:solidFill>
                <a:sysClr val="window" lastClr="FFFFFF"/>
              </a:solid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prstClr val="black"/>
                  </a:buClr>
                  <a:buSzPts val="1800"/>
                  <a:buFont typeface="Calibri"/>
                  <a:buNone/>
                  <a:tabLst/>
                  <a:defRPr/>
                </a:pPr>
                <a:endParaRPr kumimoji="0" sz="2000" b="0" i="0" u="none" strike="noStrike" kern="0" cap="none" spc="0" normalizeH="0" baseline="0" noProof="0">
                  <a:ln>
                    <a:noFill/>
                  </a:ln>
                  <a:solidFill>
                    <a:srgbClr val="282F39"/>
                  </a:solidFill>
                  <a:effectLst/>
                  <a:uLnTx/>
                  <a:uFillTx/>
                  <a:ea typeface="Calibri"/>
                  <a:cs typeface="Calibri"/>
                  <a:sym typeface="Calibri"/>
                </a:endParaRPr>
              </a:p>
            </p:txBody>
          </p:sp>
        </p:grpSp>
        <p:sp>
          <p:nvSpPr>
            <p:cNvPr id="50" name="Google Shape;296;p8"/>
            <p:cNvSpPr txBox="1"/>
            <p:nvPr/>
          </p:nvSpPr>
          <p:spPr>
            <a:xfrm>
              <a:off x="2629789" y="3748275"/>
              <a:ext cx="1304808" cy="1198382"/>
            </a:xfrm>
            <a:prstGeom prst="rect">
              <a:avLst/>
            </a:prstGeom>
            <a:noFill/>
            <a:ln>
              <a:noFill/>
            </a:ln>
          </p:spPr>
          <p:txBody>
            <a:bodyPr spcFirstLastPara="1" wrap="square" lIns="91425" tIns="45700" rIns="91425" bIns="45700" anchor="t" anchorCtr="0">
              <a:spAutoFit/>
            </a:bodyPr>
            <a:lstStyle/>
            <a:p>
              <a:pPr algn="ctr" defTabSz="914400"/>
              <a:r>
                <a:rPr lang="en-US" sz="2000" dirty="0">
                  <a:solidFill>
                    <a:srgbClr val="FFFFFF"/>
                  </a:solidFill>
                  <a:ea typeface="Open Sans"/>
                  <a:cs typeface="Open Sans"/>
                  <a:sym typeface="Open Sans"/>
                </a:rPr>
                <a:t>Falling sensor costs</a:t>
              </a:r>
              <a:endParaRPr sz="2000" dirty="0">
                <a:solidFill>
                  <a:prstClr val="black"/>
                </a:solidFill>
              </a:endParaRPr>
            </a:p>
          </p:txBody>
        </p:sp>
        <p:sp>
          <p:nvSpPr>
            <p:cNvPr id="51" name="Google Shape;297;p8"/>
            <p:cNvSpPr txBox="1"/>
            <p:nvPr/>
          </p:nvSpPr>
          <p:spPr>
            <a:xfrm>
              <a:off x="4078299" y="3748275"/>
              <a:ext cx="1304808" cy="2287864"/>
            </a:xfrm>
            <a:prstGeom prst="rect">
              <a:avLst/>
            </a:prstGeom>
            <a:noFill/>
            <a:ln>
              <a:noFill/>
            </a:ln>
          </p:spPr>
          <p:txBody>
            <a:bodyPr spcFirstLastPara="1" wrap="square" lIns="91425" tIns="45700" rIns="91425" bIns="45700" anchor="t" anchorCtr="0">
              <a:spAutoFit/>
            </a:bodyPr>
            <a:lstStyle/>
            <a:p>
              <a:pPr algn="ctr" defTabSz="914400"/>
              <a:r>
                <a:rPr lang="en-US" sz="2000" dirty="0">
                  <a:solidFill>
                    <a:srgbClr val="FFFFFF"/>
                  </a:solidFill>
                  <a:ea typeface="Open Sans"/>
                  <a:cs typeface="Open Sans"/>
                  <a:sym typeface="Open Sans"/>
                </a:rPr>
                <a:t>Falling costs of data collection and storage</a:t>
              </a:r>
              <a:endParaRPr sz="2000" dirty="0">
                <a:solidFill>
                  <a:prstClr val="black"/>
                </a:solidFill>
              </a:endParaRPr>
            </a:p>
          </p:txBody>
        </p:sp>
        <p:sp>
          <p:nvSpPr>
            <p:cNvPr id="52" name="Google Shape;298;p8"/>
            <p:cNvSpPr txBox="1"/>
            <p:nvPr/>
          </p:nvSpPr>
          <p:spPr>
            <a:xfrm>
              <a:off x="5396662" y="3748275"/>
              <a:ext cx="1395928" cy="1561543"/>
            </a:xfrm>
            <a:prstGeom prst="rect">
              <a:avLst/>
            </a:prstGeom>
            <a:noFill/>
            <a:ln>
              <a:noFill/>
            </a:ln>
          </p:spPr>
          <p:txBody>
            <a:bodyPr spcFirstLastPara="1" wrap="square" lIns="91425" tIns="45700" rIns="91425" bIns="45700" anchor="t" anchorCtr="0">
              <a:spAutoFit/>
            </a:bodyPr>
            <a:lstStyle/>
            <a:p>
              <a:pPr algn="ctr" defTabSz="914400"/>
              <a:r>
                <a:rPr lang="en-US" sz="2000" dirty="0">
                  <a:solidFill>
                    <a:srgbClr val="FFFFFF"/>
                  </a:solidFill>
                  <a:ea typeface="Open Sans"/>
                  <a:cs typeface="Open Sans"/>
                  <a:sym typeface="Open Sans"/>
                </a:rPr>
                <a:t>Widely expanding internet connectivity</a:t>
              </a:r>
              <a:endParaRPr sz="2000" dirty="0">
                <a:solidFill>
                  <a:prstClr val="black"/>
                </a:solidFill>
              </a:endParaRPr>
            </a:p>
          </p:txBody>
        </p:sp>
        <p:sp>
          <p:nvSpPr>
            <p:cNvPr id="53" name="Google Shape;299;p8"/>
            <p:cNvSpPr txBox="1"/>
            <p:nvPr/>
          </p:nvSpPr>
          <p:spPr>
            <a:xfrm>
              <a:off x="6924927" y="3748275"/>
              <a:ext cx="1304808" cy="1198382"/>
            </a:xfrm>
            <a:prstGeom prst="rect">
              <a:avLst/>
            </a:prstGeom>
            <a:noFill/>
            <a:ln>
              <a:noFill/>
            </a:ln>
          </p:spPr>
          <p:txBody>
            <a:bodyPr spcFirstLastPara="1" wrap="square" lIns="91425" tIns="45700" rIns="91425" bIns="45700" anchor="t" anchorCtr="0">
              <a:spAutoFit/>
            </a:bodyPr>
            <a:lstStyle/>
            <a:p>
              <a:pPr algn="ctr" defTabSz="914400"/>
              <a:r>
                <a:rPr lang="en-US" sz="2000" dirty="0">
                  <a:solidFill>
                    <a:srgbClr val="FFFFFF"/>
                  </a:solidFill>
                  <a:ea typeface="Open Sans"/>
                  <a:cs typeface="Open Sans"/>
                  <a:sym typeface="Open Sans"/>
                </a:rPr>
                <a:t>Increasing computing power</a:t>
              </a:r>
              <a:endParaRPr sz="2000" dirty="0">
                <a:solidFill>
                  <a:prstClr val="black"/>
                </a:solidFill>
              </a:endParaRPr>
            </a:p>
          </p:txBody>
        </p:sp>
        <p:sp>
          <p:nvSpPr>
            <p:cNvPr id="54" name="Google Shape;300;p8"/>
            <p:cNvSpPr txBox="1"/>
            <p:nvPr/>
          </p:nvSpPr>
          <p:spPr>
            <a:xfrm>
              <a:off x="8215626" y="3736580"/>
              <a:ext cx="1619944" cy="1561543"/>
            </a:xfrm>
            <a:prstGeom prst="rect">
              <a:avLst/>
            </a:prstGeom>
            <a:noFill/>
            <a:ln>
              <a:noFill/>
            </a:ln>
          </p:spPr>
          <p:txBody>
            <a:bodyPr spcFirstLastPara="1" wrap="square" lIns="91425" tIns="45700" rIns="91425" bIns="45700" anchor="t" anchorCtr="0">
              <a:spAutoFit/>
            </a:bodyPr>
            <a:lstStyle/>
            <a:p>
              <a:pPr algn="ctr" defTabSz="914400"/>
              <a:r>
                <a:rPr lang="en-US" sz="2000" dirty="0">
                  <a:solidFill>
                    <a:srgbClr val="FFFFFF"/>
                  </a:solidFill>
                  <a:ea typeface="Open Sans"/>
                  <a:cs typeface="Open Sans"/>
                  <a:sym typeface="Open Sans"/>
                </a:rPr>
                <a:t>Increasing smartphone and tablet penetration</a:t>
              </a:r>
              <a:endParaRPr sz="2000" dirty="0">
                <a:solidFill>
                  <a:prstClr val="black"/>
                </a:solidFill>
              </a:endParaRPr>
            </a:p>
          </p:txBody>
        </p:sp>
        <p:pic>
          <p:nvPicPr>
            <p:cNvPr id="56" name="Google Shape;302;p8"/>
            <p:cNvPicPr preferRelativeResize="0"/>
            <p:nvPr/>
          </p:nvPicPr>
          <p:blipFill rotWithShape="1">
            <a:blip r:embed="rId2">
              <a:alphaModFix/>
            </a:blip>
            <a:srcRect/>
            <a:stretch/>
          </p:blipFill>
          <p:spPr>
            <a:xfrm>
              <a:off x="2886677" y="2673587"/>
              <a:ext cx="797253" cy="964722"/>
            </a:xfrm>
            <a:prstGeom prst="rect">
              <a:avLst/>
            </a:prstGeom>
            <a:noFill/>
            <a:ln>
              <a:noFill/>
            </a:ln>
          </p:spPr>
        </p:pic>
        <p:pic>
          <p:nvPicPr>
            <p:cNvPr id="57" name="Google Shape;303;p8"/>
            <p:cNvPicPr preferRelativeResize="0"/>
            <p:nvPr/>
          </p:nvPicPr>
          <p:blipFill rotWithShape="1">
            <a:blip r:embed="rId3">
              <a:alphaModFix/>
            </a:blip>
            <a:srcRect/>
            <a:stretch/>
          </p:blipFill>
          <p:spPr>
            <a:xfrm>
              <a:off x="8622674" y="2612719"/>
              <a:ext cx="834065" cy="949877"/>
            </a:xfrm>
            <a:prstGeom prst="rect">
              <a:avLst/>
            </a:prstGeom>
            <a:noFill/>
            <a:ln>
              <a:noFill/>
            </a:ln>
          </p:spPr>
        </p:pic>
        <p:pic>
          <p:nvPicPr>
            <p:cNvPr id="58" name="Google Shape;304;p8"/>
            <p:cNvPicPr preferRelativeResize="0"/>
            <p:nvPr/>
          </p:nvPicPr>
          <p:blipFill rotWithShape="1">
            <a:blip r:embed="rId4">
              <a:alphaModFix/>
            </a:blip>
            <a:srcRect/>
            <a:stretch/>
          </p:blipFill>
          <p:spPr>
            <a:xfrm>
              <a:off x="5759839" y="2659246"/>
              <a:ext cx="833176" cy="979061"/>
            </a:xfrm>
            <a:prstGeom prst="rect">
              <a:avLst/>
            </a:prstGeom>
            <a:noFill/>
            <a:ln>
              <a:noFill/>
            </a:ln>
          </p:spPr>
        </p:pic>
        <p:pic>
          <p:nvPicPr>
            <p:cNvPr id="59" name="Google Shape;305;p8"/>
            <p:cNvPicPr preferRelativeResize="0"/>
            <p:nvPr/>
          </p:nvPicPr>
          <p:blipFill rotWithShape="1">
            <a:blip r:embed="rId5">
              <a:alphaModFix/>
            </a:blip>
            <a:srcRect/>
            <a:stretch/>
          </p:blipFill>
          <p:spPr>
            <a:xfrm>
              <a:off x="4314580" y="2659246"/>
              <a:ext cx="890056" cy="979061"/>
            </a:xfrm>
            <a:prstGeom prst="rect">
              <a:avLst/>
            </a:prstGeom>
            <a:noFill/>
            <a:ln>
              <a:noFill/>
            </a:ln>
          </p:spPr>
        </p:pic>
        <p:pic>
          <p:nvPicPr>
            <p:cNvPr id="60" name="Google Shape;306;p8"/>
            <p:cNvPicPr preferRelativeResize="0"/>
            <p:nvPr/>
          </p:nvPicPr>
          <p:blipFill rotWithShape="1">
            <a:blip r:embed="rId6">
              <a:alphaModFix/>
            </a:blip>
            <a:srcRect/>
            <a:stretch/>
          </p:blipFill>
          <p:spPr>
            <a:xfrm>
              <a:off x="7182638" y="2596459"/>
              <a:ext cx="834065" cy="982397"/>
            </a:xfrm>
            <a:prstGeom prst="rect">
              <a:avLst/>
            </a:prstGeom>
            <a:noFill/>
            <a:ln>
              <a:noFill/>
            </a:ln>
          </p:spPr>
        </p:pic>
      </p:grpSp>
    </p:spTree>
    <p:extLst>
      <p:ext uri="{BB962C8B-B14F-4D97-AF65-F5344CB8AC3E}">
        <p14:creationId xmlns:p14="http://schemas.microsoft.com/office/powerpoint/2010/main" val="11742430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IoT</a:t>
            </a:r>
            <a:endParaRPr lang="en-IN" dirty="0"/>
          </a:p>
        </p:txBody>
      </p:sp>
      <p:grpSp>
        <p:nvGrpSpPr>
          <p:cNvPr id="43" name="Group 42"/>
          <p:cNvGrpSpPr/>
          <p:nvPr/>
        </p:nvGrpSpPr>
        <p:grpSpPr>
          <a:xfrm>
            <a:off x="1835723" y="2516077"/>
            <a:ext cx="8520553" cy="3705110"/>
            <a:chOff x="1213463" y="1247445"/>
            <a:chExt cx="9969585" cy="4509310"/>
          </a:xfrm>
        </p:grpSpPr>
        <p:sp>
          <p:nvSpPr>
            <p:cNvPr id="3" name="Google Shape;311;g103686dfa1e_0_321"/>
            <p:cNvSpPr/>
            <p:nvPr/>
          </p:nvSpPr>
          <p:spPr>
            <a:xfrm>
              <a:off x="9348309" y="3244724"/>
              <a:ext cx="1464600" cy="1464600"/>
            </a:xfrm>
            <a:prstGeom prst="ellipse">
              <a:avLst/>
            </a:prstGeom>
            <a:solidFill>
              <a:srgbClr val="70AD47">
                <a:alpha val="9800"/>
              </a:srgbClr>
            </a:solidFill>
            <a:ln w="38100" cap="flat" cmpd="sng">
              <a:solidFill>
                <a:srgbClr val="70AD4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ea typeface="Calibri"/>
                <a:cs typeface="Calibri"/>
                <a:sym typeface="Calibri"/>
              </a:endParaRPr>
            </a:p>
          </p:txBody>
        </p:sp>
        <p:sp>
          <p:nvSpPr>
            <p:cNvPr id="4" name="Google Shape;312;g103686dfa1e_0_321"/>
            <p:cNvSpPr/>
            <p:nvPr/>
          </p:nvSpPr>
          <p:spPr>
            <a:xfrm>
              <a:off x="7358805" y="3244724"/>
              <a:ext cx="1464600" cy="1464600"/>
            </a:xfrm>
            <a:prstGeom prst="ellipse">
              <a:avLst/>
            </a:prstGeom>
            <a:solidFill>
              <a:srgbClr val="4472C4">
                <a:alpha val="9800"/>
              </a:srgbClr>
            </a:solidFill>
            <a:ln w="38100" cap="flat" cmpd="sng">
              <a:solidFill>
                <a:srgbClr val="4472C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ea typeface="Calibri"/>
                <a:cs typeface="Calibri"/>
                <a:sym typeface="Calibri"/>
              </a:endParaRPr>
            </a:p>
          </p:txBody>
        </p:sp>
        <p:sp>
          <p:nvSpPr>
            <p:cNvPr id="5" name="Google Shape;313;g103686dfa1e_0_321"/>
            <p:cNvSpPr/>
            <p:nvPr/>
          </p:nvSpPr>
          <p:spPr>
            <a:xfrm>
              <a:off x="5317035" y="3244724"/>
              <a:ext cx="1464600" cy="1464600"/>
            </a:xfrm>
            <a:prstGeom prst="ellipse">
              <a:avLst/>
            </a:prstGeom>
            <a:solidFill>
              <a:srgbClr val="FFC000">
                <a:alpha val="9800"/>
              </a:srgbClr>
            </a:solidFill>
            <a:ln w="38100" cap="flat" cmpd="sng">
              <a:solidFill>
                <a:srgbClr val="FFC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ea typeface="Calibri"/>
                <a:cs typeface="Calibri"/>
                <a:sym typeface="Calibri"/>
              </a:endParaRPr>
            </a:p>
          </p:txBody>
        </p:sp>
        <p:sp>
          <p:nvSpPr>
            <p:cNvPr id="6" name="Google Shape;314;g103686dfa1e_0_321"/>
            <p:cNvSpPr/>
            <p:nvPr/>
          </p:nvSpPr>
          <p:spPr>
            <a:xfrm>
              <a:off x="3420462" y="3244724"/>
              <a:ext cx="1464600" cy="1464600"/>
            </a:xfrm>
            <a:prstGeom prst="ellipse">
              <a:avLst/>
            </a:prstGeom>
            <a:solidFill>
              <a:srgbClr val="ED7D31">
                <a:alpha val="9800"/>
              </a:srgbClr>
            </a:solidFill>
            <a:ln w="38100" cap="flat" cmpd="sng">
              <a:solidFill>
                <a:srgbClr val="ED7D3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ea typeface="Calibri"/>
                <a:cs typeface="Calibri"/>
                <a:sym typeface="Calibri"/>
              </a:endParaRPr>
            </a:p>
          </p:txBody>
        </p:sp>
        <p:sp>
          <p:nvSpPr>
            <p:cNvPr id="7" name="Google Shape;315;g103686dfa1e_0_321"/>
            <p:cNvSpPr/>
            <p:nvPr/>
          </p:nvSpPr>
          <p:spPr>
            <a:xfrm>
              <a:off x="1378274" y="3244724"/>
              <a:ext cx="1464600" cy="1464600"/>
            </a:xfrm>
            <a:prstGeom prst="ellipse">
              <a:avLst/>
            </a:prstGeom>
            <a:solidFill>
              <a:srgbClr val="5B9BD5">
                <a:alpha val="9800"/>
              </a:srgbClr>
            </a:solidFill>
            <a:ln w="38100" cap="flat" cmpd="sng">
              <a:solidFill>
                <a:srgbClr val="5B9BD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ea typeface="Calibri"/>
                <a:cs typeface="Calibri"/>
                <a:sym typeface="Calibri"/>
              </a:endParaRPr>
            </a:p>
          </p:txBody>
        </p:sp>
        <p:sp>
          <p:nvSpPr>
            <p:cNvPr id="8" name="Google Shape;316;g103686dfa1e_0_321"/>
            <p:cNvSpPr/>
            <p:nvPr/>
          </p:nvSpPr>
          <p:spPr>
            <a:xfrm>
              <a:off x="1342289" y="2223613"/>
              <a:ext cx="1727100" cy="381000"/>
            </a:xfrm>
            <a:prstGeom prst="chevron">
              <a:avLst>
                <a:gd name="adj" fmla="val 50000"/>
              </a:avLst>
            </a:prstGeom>
            <a:solidFill>
              <a:srgbClr val="5B9BD5"/>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a typeface="Calibri"/>
                <a:cs typeface="Calibri"/>
                <a:sym typeface="Calibri"/>
              </a:endParaRPr>
            </a:p>
          </p:txBody>
        </p:sp>
        <p:sp>
          <p:nvSpPr>
            <p:cNvPr id="9" name="Google Shape;317;g103686dfa1e_0_321"/>
            <p:cNvSpPr/>
            <p:nvPr/>
          </p:nvSpPr>
          <p:spPr>
            <a:xfrm>
              <a:off x="3369659" y="2223613"/>
              <a:ext cx="1727100" cy="381000"/>
            </a:xfrm>
            <a:prstGeom prst="chevron">
              <a:avLst>
                <a:gd name="adj" fmla="val 50000"/>
              </a:avLst>
            </a:prstGeom>
            <a:solidFill>
              <a:srgbClr val="ED7D31"/>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a typeface="Calibri"/>
                <a:cs typeface="Calibri"/>
                <a:sym typeface="Calibri"/>
              </a:endParaRPr>
            </a:p>
          </p:txBody>
        </p:sp>
        <p:sp>
          <p:nvSpPr>
            <p:cNvPr id="10" name="Google Shape;318;g103686dfa1e_0_321"/>
            <p:cNvSpPr/>
            <p:nvPr/>
          </p:nvSpPr>
          <p:spPr>
            <a:xfrm>
              <a:off x="5277508" y="2223613"/>
              <a:ext cx="1727100" cy="381000"/>
            </a:xfrm>
            <a:prstGeom prst="chevron">
              <a:avLst>
                <a:gd name="adj" fmla="val 50000"/>
              </a:avLst>
            </a:prstGeom>
            <a:solidFill>
              <a:srgbClr val="FFC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a typeface="Calibri"/>
                <a:cs typeface="Calibri"/>
                <a:sym typeface="Calibri"/>
              </a:endParaRPr>
            </a:p>
          </p:txBody>
        </p:sp>
        <p:sp>
          <p:nvSpPr>
            <p:cNvPr id="11" name="Google Shape;319;g103686dfa1e_0_321"/>
            <p:cNvSpPr/>
            <p:nvPr/>
          </p:nvSpPr>
          <p:spPr>
            <a:xfrm>
              <a:off x="7310813" y="2223613"/>
              <a:ext cx="1727100" cy="381000"/>
            </a:xfrm>
            <a:prstGeom prst="chevron">
              <a:avLst>
                <a:gd name="adj" fmla="val 50000"/>
              </a:avLst>
            </a:prstGeom>
            <a:solidFill>
              <a:srgbClr val="4472C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1" i="0" u="none" strike="noStrike" kern="0" cap="none" spc="0" normalizeH="0" baseline="0" noProof="0">
                <a:ln>
                  <a:noFill/>
                </a:ln>
                <a:solidFill>
                  <a:prstClr val="black"/>
                </a:solidFill>
                <a:effectLst/>
                <a:uLnTx/>
                <a:uFillTx/>
                <a:ea typeface="Calibri"/>
                <a:cs typeface="Calibri"/>
                <a:sym typeface="Calibri"/>
              </a:endParaRPr>
            </a:p>
          </p:txBody>
        </p:sp>
        <p:sp>
          <p:nvSpPr>
            <p:cNvPr id="12" name="Google Shape;320;g103686dfa1e_0_321"/>
            <p:cNvSpPr/>
            <p:nvPr/>
          </p:nvSpPr>
          <p:spPr>
            <a:xfrm>
              <a:off x="9300318" y="2223613"/>
              <a:ext cx="1727100" cy="381000"/>
            </a:xfrm>
            <a:prstGeom prst="chevron">
              <a:avLst>
                <a:gd name="adj" fmla="val 50000"/>
              </a:avLst>
            </a:prstGeom>
            <a:solidFill>
              <a:srgbClr val="70AD47"/>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1" i="0" u="none" strike="noStrike" kern="0" cap="none" spc="0" normalizeH="0" baseline="0" noProof="0">
                <a:ln>
                  <a:noFill/>
                </a:ln>
                <a:solidFill>
                  <a:prstClr val="black"/>
                </a:solidFill>
                <a:effectLst/>
                <a:uLnTx/>
                <a:uFillTx/>
                <a:ea typeface="Calibri"/>
                <a:cs typeface="Calibri"/>
                <a:sym typeface="Calibri"/>
              </a:endParaRPr>
            </a:p>
          </p:txBody>
        </p:sp>
        <p:sp>
          <p:nvSpPr>
            <p:cNvPr id="14" name="Google Shape;322;g103686dfa1e_0_321"/>
            <p:cNvSpPr txBox="1"/>
            <p:nvPr/>
          </p:nvSpPr>
          <p:spPr>
            <a:xfrm>
              <a:off x="9275549" y="1376153"/>
              <a:ext cx="1612500" cy="708000"/>
            </a:xfrm>
            <a:prstGeom prst="rect">
              <a:avLst/>
            </a:prstGeom>
            <a:noFill/>
            <a:ln>
              <a:noFill/>
            </a:ln>
          </p:spPr>
          <p:txBody>
            <a:bodyPr spcFirstLastPara="1" wrap="square" lIns="91425" tIns="45700" rIns="91425" bIns="45700" anchor="t" anchorCtr="0">
              <a:noAutofit/>
            </a:bodyPr>
            <a:lstStyle/>
            <a:p>
              <a:pPr algn="ctr" defTabSz="914400"/>
              <a:r>
                <a:rPr lang="en-US" sz="1600" b="1" dirty="0">
                  <a:solidFill>
                    <a:srgbClr val="70AD47"/>
                  </a:solidFill>
                  <a:ea typeface="Calibri"/>
                  <a:cs typeface="Calibri"/>
                  <a:sym typeface="Calibri"/>
                </a:rPr>
                <a:t>Improve Security</a:t>
              </a:r>
              <a:endParaRPr sz="1600" b="1" dirty="0">
                <a:solidFill>
                  <a:srgbClr val="70AD47"/>
                </a:solidFill>
                <a:ea typeface="Calibri"/>
                <a:cs typeface="Calibri"/>
                <a:sym typeface="Calibri"/>
              </a:endParaRPr>
            </a:p>
          </p:txBody>
        </p:sp>
        <p:sp>
          <p:nvSpPr>
            <p:cNvPr id="15" name="Google Shape;323;g103686dfa1e_0_321"/>
            <p:cNvSpPr txBox="1"/>
            <p:nvPr/>
          </p:nvSpPr>
          <p:spPr>
            <a:xfrm>
              <a:off x="7188440" y="1418328"/>
              <a:ext cx="1753057" cy="708000"/>
            </a:xfrm>
            <a:prstGeom prst="rect">
              <a:avLst/>
            </a:prstGeom>
            <a:noFill/>
            <a:ln>
              <a:noFill/>
            </a:ln>
          </p:spPr>
          <p:txBody>
            <a:bodyPr spcFirstLastPara="1" wrap="square" lIns="91425" tIns="45700" rIns="91425" bIns="45700" anchor="t" anchorCtr="0">
              <a:noAutofit/>
            </a:bodyPr>
            <a:lstStyle/>
            <a:p>
              <a:pPr algn="ctr" defTabSz="914400"/>
              <a:r>
                <a:rPr lang="en-US" sz="1600" b="1" dirty="0">
                  <a:solidFill>
                    <a:srgbClr val="4A86E8"/>
                  </a:solidFill>
                  <a:ea typeface="Calibri"/>
                  <a:cs typeface="Calibri"/>
                  <a:sym typeface="Calibri"/>
                </a:rPr>
                <a:t>Enhance Data Collection</a:t>
              </a:r>
              <a:endParaRPr sz="1600" b="1" dirty="0">
                <a:solidFill>
                  <a:srgbClr val="4A86E8"/>
                </a:solidFill>
                <a:ea typeface="Calibri"/>
                <a:cs typeface="Calibri"/>
                <a:sym typeface="Calibri"/>
              </a:endParaRPr>
            </a:p>
          </p:txBody>
        </p:sp>
        <p:sp>
          <p:nvSpPr>
            <p:cNvPr id="16" name="Google Shape;324;g103686dfa1e_0_321"/>
            <p:cNvSpPr txBox="1"/>
            <p:nvPr/>
          </p:nvSpPr>
          <p:spPr>
            <a:xfrm>
              <a:off x="5462925" y="1376153"/>
              <a:ext cx="1250100" cy="708000"/>
            </a:xfrm>
            <a:prstGeom prst="rect">
              <a:avLst/>
            </a:prstGeom>
            <a:noFill/>
            <a:ln>
              <a:noFill/>
            </a:ln>
          </p:spPr>
          <p:txBody>
            <a:bodyPr spcFirstLastPara="1" wrap="square" lIns="91425" tIns="45700" rIns="91425" bIns="45700" anchor="t" anchorCtr="0">
              <a:noAutofit/>
            </a:bodyPr>
            <a:lstStyle/>
            <a:p>
              <a:pPr algn="ctr" defTabSz="914400"/>
              <a:r>
                <a:rPr lang="en-US" sz="1600" b="1" dirty="0">
                  <a:solidFill>
                    <a:srgbClr val="F1C232"/>
                  </a:solidFill>
                  <a:ea typeface="Calibri"/>
                  <a:cs typeface="Calibri"/>
                  <a:sym typeface="Calibri"/>
                </a:rPr>
                <a:t>Save Time</a:t>
              </a:r>
              <a:endParaRPr sz="1600" b="1" dirty="0">
                <a:solidFill>
                  <a:srgbClr val="F1C232"/>
                </a:solidFill>
                <a:ea typeface="Calibri"/>
                <a:cs typeface="Calibri"/>
                <a:sym typeface="Calibri"/>
              </a:endParaRPr>
            </a:p>
          </p:txBody>
        </p:sp>
        <p:sp>
          <p:nvSpPr>
            <p:cNvPr id="17" name="Google Shape;325;g103686dfa1e_0_321"/>
            <p:cNvSpPr txBox="1"/>
            <p:nvPr/>
          </p:nvSpPr>
          <p:spPr>
            <a:xfrm>
              <a:off x="3338335" y="1397873"/>
              <a:ext cx="1793100" cy="708000"/>
            </a:xfrm>
            <a:prstGeom prst="rect">
              <a:avLst/>
            </a:prstGeom>
            <a:noFill/>
            <a:ln>
              <a:noFill/>
            </a:ln>
          </p:spPr>
          <p:txBody>
            <a:bodyPr spcFirstLastPara="1" wrap="square" lIns="91425" tIns="45700" rIns="91425" bIns="45700" anchor="t" anchorCtr="0">
              <a:noAutofit/>
            </a:bodyPr>
            <a:lstStyle/>
            <a:p>
              <a:pPr algn="ctr" defTabSz="914400"/>
              <a:r>
                <a:rPr lang="en-US" sz="1600" b="1" dirty="0">
                  <a:solidFill>
                    <a:srgbClr val="FF9900"/>
                  </a:solidFill>
                  <a:ea typeface="Calibri"/>
                  <a:cs typeface="Calibri"/>
                  <a:sym typeface="Calibri"/>
                </a:rPr>
                <a:t>Minimize Human Effort</a:t>
              </a:r>
              <a:endParaRPr sz="1600" b="1" dirty="0">
                <a:solidFill>
                  <a:srgbClr val="FF9900"/>
                </a:solidFill>
                <a:ea typeface="Calibri"/>
                <a:cs typeface="Calibri"/>
                <a:sym typeface="Calibri"/>
              </a:endParaRPr>
            </a:p>
          </p:txBody>
        </p:sp>
        <p:sp>
          <p:nvSpPr>
            <p:cNvPr id="18" name="Google Shape;326;g103686dfa1e_0_321"/>
            <p:cNvSpPr txBox="1"/>
            <p:nvPr/>
          </p:nvSpPr>
          <p:spPr>
            <a:xfrm>
              <a:off x="1213463" y="1247445"/>
              <a:ext cx="1978800" cy="1025848"/>
            </a:xfrm>
            <a:prstGeom prst="rect">
              <a:avLst/>
            </a:prstGeom>
            <a:noFill/>
            <a:ln>
              <a:noFill/>
            </a:ln>
          </p:spPr>
          <p:txBody>
            <a:bodyPr spcFirstLastPara="1" wrap="square" lIns="91425" tIns="45700" rIns="91425" bIns="45700" anchor="t" anchorCtr="0">
              <a:noAutofit/>
            </a:bodyPr>
            <a:lstStyle/>
            <a:p>
              <a:pPr algn="ctr" defTabSz="914400"/>
              <a:r>
                <a:rPr lang="en-US" sz="1600" b="1" dirty="0">
                  <a:solidFill>
                    <a:srgbClr val="4A86E8"/>
                  </a:solidFill>
                  <a:ea typeface="Calibri"/>
                  <a:cs typeface="Calibri"/>
                  <a:sym typeface="Calibri"/>
                </a:rPr>
                <a:t>Efficient Resource Utilization</a:t>
              </a:r>
              <a:endParaRPr sz="1600" b="1" dirty="0">
                <a:solidFill>
                  <a:srgbClr val="4A86E8"/>
                </a:solidFill>
                <a:ea typeface="Arial"/>
                <a:cs typeface="Arial"/>
                <a:sym typeface="Arial"/>
              </a:endParaRPr>
            </a:p>
          </p:txBody>
        </p:sp>
        <p:cxnSp>
          <p:nvCxnSpPr>
            <p:cNvPr id="19" name="Google Shape;327;g103686dfa1e_0_321"/>
            <p:cNvCxnSpPr>
              <a:stCxn id="8" idx="2"/>
              <a:endCxn id="7" idx="0"/>
            </p:cNvCxnSpPr>
            <p:nvPr/>
          </p:nvCxnSpPr>
          <p:spPr>
            <a:xfrm>
              <a:off x="2110589" y="2604613"/>
              <a:ext cx="0" cy="640200"/>
            </a:xfrm>
            <a:prstGeom prst="straightConnector1">
              <a:avLst/>
            </a:prstGeom>
            <a:noFill/>
            <a:ln w="38100" cap="flat" cmpd="sng">
              <a:solidFill>
                <a:srgbClr val="5B9BD5"/>
              </a:solidFill>
              <a:prstDash val="solid"/>
              <a:miter lim="800000"/>
              <a:headEnd type="none" w="sm" len="sm"/>
              <a:tailEnd type="none" w="sm" len="sm"/>
            </a:ln>
          </p:spPr>
        </p:cxnSp>
        <p:cxnSp>
          <p:nvCxnSpPr>
            <p:cNvPr id="20" name="Google Shape;328;g103686dfa1e_0_321"/>
            <p:cNvCxnSpPr>
              <a:stCxn id="9" idx="2"/>
              <a:endCxn id="6" idx="0"/>
            </p:cNvCxnSpPr>
            <p:nvPr/>
          </p:nvCxnSpPr>
          <p:spPr>
            <a:xfrm>
              <a:off x="4137959" y="2604613"/>
              <a:ext cx="14700" cy="640200"/>
            </a:xfrm>
            <a:prstGeom prst="straightConnector1">
              <a:avLst/>
            </a:prstGeom>
            <a:noFill/>
            <a:ln w="38100" cap="flat" cmpd="sng">
              <a:solidFill>
                <a:srgbClr val="ED7D31"/>
              </a:solidFill>
              <a:prstDash val="solid"/>
              <a:miter lim="800000"/>
              <a:headEnd type="none" w="sm" len="sm"/>
              <a:tailEnd type="none" w="sm" len="sm"/>
            </a:ln>
          </p:spPr>
        </p:cxnSp>
        <p:cxnSp>
          <p:nvCxnSpPr>
            <p:cNvPr id="21" name="Google Shape;329;g103686dfa1e_0_321"/>
            <p:cNvCxnSpPr>
              <a:stCxn id="10" idx="2"/>
              <a:endCxn id="5" idx="0"/>
            </p:cNvCxnSpPr>
            <p:nvPr/>
          </p:nvCxnSpPr>
          <p:spPr>
            <a:xfrm>
              <a:off x="6045808" y="2604613"/>
              <a:ext cx="3600" cy="640200"/>
            </a:xfrm>
            <a:prstGeom prst="straightConnector1">
              <a:avLst/>
            </a:prstGeom>
            <a:noFill/>
            <a:ln w="38100" cap="flat" cmpd="sng">
              <a:solidFill>
                <a:srgbClr val="FFC000"/>
              </a:solidFill>
              <a:prstDash val="solid"/>
              <a:miter lim="800000"/>
              <a:headEnd type="none" w="sm" len="sm"/>
              <a:tailEnd type="none" w="sm" len="sm"/>
            </a:ln>
          </p:spPr>
        </p:cxnSp>
        <p:cxnSp>
          <p:nvCxnSpPr>
            <p:cNvPr id="22" name="Google Shape;330;g103686dfa1e_0_321"/>
            <p:cNvCxnSpPr>
              <a:stCxn id="11" idx="2"/>
              <a:endCxn id="4" idx="0"/>
            </p:cNvCxnSpPr>
            <p:nvPr/>
          </p:nvCxnSpPr>
          <p:spPr>
            <a:xfrm>
              <a:off x="8079113" y="2604613"/>
              <a:ext cx="12000" cy="640200"/>
            </a:xfrm>
            <a:prstGeom prst="straightConnector1">
              <a:avLst/>
            </a:prstGeom>
            <a:noFill/>
            <a:ln w="38100" cap="flat" cmpd="sng">
              <a:solidFill>
                <a:srgbClr val="4472C4"/>
              </a:solidFill>
              <a:prstDash val="solid"/>
              <a:miter lim="800000"/>
              <a:headEnd type="none" w="sm" len="sm"/>
              <a:tailEnd type="none" w="sm" len="sm"/>
            </a:ln>
          </p:spPr>
        </p:cxnSp>
        <p:cxnSp>
          <p:nvCxnSpPr>
            <p:cNvPr id="23" name="Google Shape;331;g103686dfa1e_0_321"/>
            <p:cNvCxnSpPr>
              <a:stCxn id="12" idx="2"/>
              <a:endCxn id="3" idx="0"/>
            </p:cNvCxnSpPr>
            <p:nvPr/>
          </p:nvCxnSpPr>
          <p:spPr>
            <a:xfrm>
              <a:off x="10068618" y="2604613"/>
              <a:ext cx="12000" cy="640200"/>
            </a:xfrm>
            <a:prstGeom prst="straightConnector1">
              <a:avLst/>
            </a:prstGeom>
            <a:noFill/>
            <a:ln w="38100" cap="flat" cmpd="sng">
              <a:solidFill>
                <a:srgbClr val="70AD47"/>
              </a:solidFill>
              <a:prstDash val="solid"/>
              <a:miter lim="800000"/>
              <a:headEnd type="none" w="sm" len="sm"/>
              <a:tailEnd type="none" w="sm" len="sm"/>
            </a:ln>
          </p:spPr>
        </p:cxnSp>
        <p:grpSp>
          <p:nvGrpSpPr>
            <p:cNvPr id="24" name="Google Shape;332;g103686dfa1e_0_321"/>
            <p:cNvGrpSpPr/>
            <p:nvPr/>
          </p:nvGrpSpPr>
          <p:grpSpPr>
            <a:xfrm>
              <a:off x="1671743" y="3521560"/>
              <a:ext cx="877720" cy="877507"/>
              <a:chOff x="2700338" y="8651875"/>
              <a:chExt cx="6545262" cy="6543675"/>
            </a:xfrm>
          </p:grpSpPr>
          <p:sp>
            <p:nvSpPr>
              <p:cNvPr id="25" name="Google Shape;333;g103686dfa1e_0_321"/>
              <p:cNvSpPr/>
              <p:nvPr/>
            </p:nvSpPr>
            <p:spPr>
              <a:xfrm>
                <a:off x="2700338" y="10820400"/>
                <a:ext cx="4376736" cy="4375150"/>
              </a:xfrm>
              <a:custGeom>
                <a:avLst/>
                <a:gdLst/>
                <a:ahLst/>
                <a:cxnLst/>
                <a:rect l="l" t="t" r="r" b="b"/>
                <a:pathLst>
                  <a:path w="1376" h="1376" extrusionOk="0">
                    <a:moveTo>
                      <a:pt x="509" y="1366"/>
                    </a:moveTo>
                    <a:cubicBezTo>
                      <a:pt x="498" y="1366"/>
                      <a:pt x="487" y="1364"/>
                      <a:pt x="477" y="1360"/>
                    </a:cubicBezTo>
                    <a:cubicBezTo>
                      <a:pt x="363" y="1312"/>
                      <a:pt x="363" y="1312"/>
                      <a:pt x="363" y="1312"/>
                    </a:cubicBezTo>
                    <a:cubicBezTo>
                      <a:pt x="324" y="1296"/>
                      <a:pt x="302" y="1253"/>
                      <a:pt x="312" y="1212"/>
                    </a:cubicBezTo>
                    <a:cubicBezTo>
                      <a:pt x="319" y="1188"/>
                      <a:pt x="325" y="1163"/>
                      <a:pt x="332" y="1139"/>
                    </a:cubicBezTo>
                    <a:cubicBezTo>
                      <a:pt x="297" y="1111"/>
                      <a:pt x="265" y="1079"/>
                      <a:pt x="237" y="1044"/>
                    </a:cubicBezTo>
                    <a:cubicBezTo>
                      <a:pt x="213" y="1051"/>
                      <a:pt x="188" y="1057"/>
                      <a:pt x="164" y="1064"/>
                    </a:cubicBezTo>
                    <a:cubicBezTo>
                      <a:pt x="123" y="1074"/>
                      <a:pt x="80" y="1052"/>
                      <a:pt x="64" y="1013"/>
                    </a:cubicBezTo>
                    <a:cubicBezTo>
                      <a:pt x="16" y="899"/>
                      <a:pt x="16" y="899"/>
                      <a:pt x="16" y="899"/>
                    </a:cubicBezTo>
                    <a:cubicBezTo>
                      <a:pt x="0" y="860"/>
                      <a:pt x="15" y="815"/>
                      <a:pt x="51" y="793"/>
                    </a:cubicBezTo>
                    <a:cubicBezTo>
                      <a:pt x="73" y="780"/>
                      <a:pt x="95" y="767"/>
                      <a:pt x="117" y="754"/>
                    </a:cubicBezTo>
                    <a:cubicBezTo>
                      <a:pt x="112" y="710"/>
                      <a:pt x="112" y="665"/>
                      <a:pt x="117" y="621"/>
                    </a:cubicBezTo>
                    <a:cubicBezTo>
                      <a:pt x="95" y="608"/>
                      <a:pt x="73" y="595"/>
                      <a:pt x="51" y="582"/>
                    </a:cubicBezTo>
                    <a:cubicBezTo>
                      <a:pt x="15" y="561"/>
                      <a:pt x="0" y="515"/>
                      <a:pt x="16" y="476"/>
                    </a:cubicBezTo>
                    <a:cubicBezTo>
                      <a:pt x="64" y="362"/>
                      <a:pt x="64" y="362"/>
                      <a:pt x="64" y="362"/>
                    </a:cubicBezTo>
                    <a:cubicBezTo>
                      <a:pt x="80" y="323"/>
                      <a:pt x="123" y="301"/>
                      <a:pt x="164" y="312"/>
                    </a:cubicBezTo>
                    <a:cubicBezTo>
                      <a:pt x="188" y="318"/>
                      <a:pt x="213" y="324"/>
                      <a:pt x="237" y="331"/>
                    </a:cubicBezTo>
                    <a:cubicBezTo>
                      <a:pt x="265" y="296"/>
                      <a:pt x="297" y="264"/>
                      <a:pt x="332" y="237"/>
                    </a:cubicBezTo>
                    <a:cubicBezTo>
                      <a:pt x="325" y="212"/>
                      <a:pt x="319" y="187"/>
                      <a:pt x="312" y="163"/>
                    </a:cubicBezTo>
                    <a:cubicBezTo>
                      <a:pt x="302" y="122"/>
                      <a:pt x="324" y="79"/>
                      <a:pt x="363" y="63"/>
                    </a:cubicBezTo>
                    <a:cubicBezTo>
                      <a:pt x="477" y="16"/>
                      <a:pt x="477" y="16"/>
                      <a:pt x="477" y="16"/>
                    </a:cubicBezTo>
                    <a:cubicBezTo>
                      <a:pt x="516" y="0"/>
                      <a:pt x="561" y="15"/>
                      <a:pt x="583" y="51"/>
                    </a:cubicBezTo>
                    <a:cubicBezTo>
                      <a:pt x="596" y="72"/>
                      <a:pt x="609" y="94"/>
                      <a:pt x="622" y="116"/>
                    </a:cubicBezTo>
                    <a:cubicBezTo>
                      <a:pt x="666" y="111"/>
                      <a:pt x="711" y="111"/>
                      <a:pt x="755" y="116"/>
                    </a:cubicBezTo>
                    <a:cubicBezTo>
                      <a:pt x="768" y="94"/>
                      <a:pt x="781" y="72"/>
                      <a:pt x="794" y="51"/>
                    </a:cubicBezTo>
                    <a:cubicBezTo>
                      <a:pt x="815" y="15"/>
                      <a:pt x="861" y="0"/>
                      <a:pt x="900" y="16"/>
                    </a:cubicBezTo>
                    <a:cubicBezTo>
                      <a:pt x="1014" y="63"/>
                      <a:pt x="1014" y="63"/>
                      <a:pt x="1014" y="63"/>
                    </a:cubicBezTo>
                    <a:cubicBezTo>
                      <a:pt x="1053" y="79"/>
                      <a:pt x="1075" y="122"/>
                      <a:pt x="1064" y="163"/>
                    </a:cubicBezTo>
                    <a:cubicBezTo>
                      <a:pt x="1058" y="187"/>
                      <a:pt x="1052" y="212"/>
                      <a:pt x="1045" y="237"/>
                    </a:cubicBezTo>
                    <a:cubicBezTo>
                      <a:pt x="1080" y="264"/>
                      <a:pt x="1112" y="296"/>
                      <a:pt x="1139" y="331"/>
                    </a:cubicBezTo>
                    <a:cubicBezTo>
                      <a:pt x="1164" y="324"/>
                      <a:pt x="1189" y="318"/>
                      <a:pt x="1213" y="312"/>
                    </a:cubicBezTo>
                    <a:cubicBezTo>
                      <a:pt x="1254" y="301"/>
                      <a:pt x="1297" y="323"/>
                      <a:pt x="1313" y="362"/>
                    </a:cubicBezTo>
                    <a:cubicBezTo>
                      <a:pt x="1360" y="476"/>
                      <a:pt x="1360" y="476"/>
                      <a:pt x="1360" y="476"/>
                    </a:cubicBezTo>
                    <a:cubicBezTo>
                      <a:pt x="1360" y="476"/>
                      <a:pt x="1360" y="476"/>
                      <a:pt x="1360" y="476"/>
                    </a:cubicBezTo>
                    <a:cubicBezTo>
                      <a:pt x="1376" y="515"/>
                      <a:pt x="1361" y="561"/>
                      <a:pt x="1325" y="582"/>
                    </a:cubicBezTo>
                    <a:cubicBezTo>
                      <a:pt x="1304" y="595"/>
                      <a:pt x="1282" y="608"/>
                      <a:pt x="1260" y="621"/>
                    </a:cubicBezTo>
                    <a:cubicBezTo>
                      <a:pt x="1265" y="665"/>
                      <a:pt x="1265" y="710"/>
                      <a:pt x="1260" y="754"/>
                    </a:cubicBezTo>
                    <a:cubicBezTo>
                      <a:pt x="1282" y="767"/>
                      <a:pt x="1304" y="780"/>
                      <a:pt x="1325" y="793"/>
                    </a:cubicBezTo>
                    <a:cubicBezTo>
                      <a:pt x="1361" y="815"/>
                      <a:pt x="1376" y="860"/>
                      <a:pt x="1360" y="899"/>
                    </a:cubicBezTo>
                    <a:cubicBezTo>
                      <a:pt x="1313" y="1013"/>
                      <a:pt x="1313" y="1013"/>
                      <a:pt x="1313" y="1013"/>
                    </a:cubicBezTo>
                    <a:cubicBezTo>
                      <a:pt x="1297" y="1052"/>
                      <a:pt x="1254" y="1074"/>
                      <a:pt x="1213" y="1064"/>
                    </a:cubicBezTo>
                    <a:cubicBezTo>
                      <a:pt x="1189" y="1057"/>
                      <a:pt x="1164" y="1051"/>
                      <a:pt x="1139" y="1044"/>
                    </a:cubicBezTo>
                    <a:cubicBezTo>
                      <a:pt x="1112" y="1079"/>
                      <a:pt x="1080" y="1111"/>
                      <a:pt x="1045" y="1139"/>
                    </a:cubicBezTo>
                    <a:cubicBezTo>
                      <a:pt x="1052" y="1164"/>
                      <a:pt x="1058" y="1188"/>
                      <a:pt x="1064" y="1212"/>
                    </a:cubicBezTo>
                    <a:cubicBezTo>
                      <a:pt x="1075" y="1253"/>
                      <a:pt x="1053" y="1296"/>
                      <a:pt x="1014" y="1312"/>
                    </a:cubicBezTo>
                    <a:cubicBezTo>
                      <a:pt x="900" y="1360"/>
                      <a:pt x="900" y="1360"/>
                      <a:pt x="900" y="1360"/>
                    </a:cubicBezTo>
                    <a:cubicBezTo>
                      <a:pt x="861" y="1376"/>
                      <a:pt x="815" y="1361"/>
                      <a:pt x="794" y="1325"/>
                    </a:cubicBezTo>
                    <a:cubicBezTo>
                      <a:pt x="781" y="1303"/>
                      <a:pt x="768" y="1281"/>
                      <a:pt x="755" y="1259"/>
                    </a:cubicBezTo>
                    <a:cubicBezTo>
                      <a:pt x="711" y="1264"/>
                      <a:pt x="666" y="1264"/>
                      <a:pt x="622" y="1259"/>
                    </a:cubicBezTo>
                    <a:cubicBezTo>
                      <a:pt x="609" y="1281"/>
                      <a:pt x="596" y="1303"/>
                      <a:pt x="583" y="1325"/>
                    </a:cubicBezTo>
                    <a:cubicBezTo>
                      <a:pt x="567" y="1351"/>
                      <a:pt x="539" y="1366"/>
                      <a:pt x="509" y="1366"/>
                    </a:cubicBezTo>
                    <a:close/>
                    <a:moveTo>
                      <a:pt x="403" y="1230"/>
                    </a:moveTo>
                    <a:cubicBezTo>
                      <a:pt x="507" y="1273"/>
                      <a:pt x="507" y="1273"/>
                      <a:pt x="507" y="1273"/>
                    </a:cubicBezTo>
                    <a:cubicBezTo>
                      <a:pt x="519" y="1252"/>
                      <a:pt x="532" y="1231"/>
                      <a:pt x="544" y="1210"/>
                    </a:cubicBezTo>
                    <a:cubicBezTo>
                      <a:pt x="562" y="1180"/>
                      <a:pt x="595" y="1163"/>
                      <a:pt x="629" y="1167"/>
                    </a:cubicBezTo>
                    <a:cubicBezTo>
                      <a:pt x="669" y="1172"/>
                      <a:pt x="708" y="1172"/>
                      <a:pt x="748" y="1167"/>
                    </a:cubicBezTo>
                    <a:cubicBezTo>
                      <a:pt x="782" y="1163"/>
                      <a:pt x="815" y="1180"/>
                      <a:pt x="833" y="1210"/>
                    </a:cubicBezTo>
                    <a:cubicBezTo>
                      <a:pt x="845" y="1231"/>
                      <a:pt x="857" y="1252"/>
                      <a:pt x="870" y="1273"/>
                    </a:cubicBezTo>
                    <a:cubicBezTo>
                      <a:pt x="974" y="1230"/>
                      <a:pt x="974" y="1230"/>
                      <a:pt x="974" y="1230"/>
                    </a:cubicBezTo>
                    <a:cubicBezTo>
                      <a:pt x="968" y="1206"/>
                      <a:pt x="962" y="1183"/>
                      <a:pt x="956" y="1159"/>
                    </a:cubicBezTo>
                    <a:cubicBezTo>
                      <a:pt x="947" y="1125"/>
                      <a:pt x="958" y="1090"/>
                      <a:pt x="986" y="1069"/>
                    </a:cubicBezTo>
                    <a:cubicBezTo>
                      <a:pt x="1017" y="1044"/>
                      <a:pt x="1045" y="1016"/>
                      <a:pt x="1070" y="985"/>
                    </a:cubicBezTo>
                    <a:cubicBezTo>
                      <a:pt x="1091" y="958"/>
                      <a:pt x="1126" y="946"/>
                      <a:pt x="1160" y="955"/>
                    </a:cubicBezTo>
                    <a:cubicBezTo>
                      <a:pt x="1183" y="961"/>
                      <a:pt x="1207" y="967"/>
                      <a:pt x="1230" y="973"/>
                    </a:cubicBezTo>
                    <a:cubicBezTo>
                      <a:pt x="1274" y="869"/>
                      <a:pt x="1274" y="869"/>
                      <a:pt x="1274" y="869"/>
                    </a:cubicBezTo>
                    <a:cubicBezTo>
                      <a:pt x="1253" y="856"/>
                      <a:pt x="1232" y="844"/>
                      <a:pt x="1211" y="832"/>
                    </a:cubicBezTo>
                    <a:cubicBezTo>
                      <a:pt x="1181" y="814"/>
                      <a:pt x="1164" y="781"/>
                      <a:pt x="1168" y="747"/>
                    </a:cubicBezTo>
                    <a:cubicBezTo>
                      <a:pt x="1173" y="707"/>
                      <a:pt x="1173" y="668"/>
                      <a:pt x="1168" y="628"/>
                    </a:cubicBezTo>
                    <a:cubicBezTo>
                      <a:pt x="1164" y="594"/>
                      <a:pt x="1181" y="561"/>
                      <a:pt x="1211" y="543"/>
                    </a:cubicBezTo>
                    <a:cubicBezTo>
                      <a:pt x="1232" y="531"/>
                      <a:pt x="1253" y="519"/>
                      <a:pt x="1274" y="506"/>
                    </a:cubicBezTo>
                    <a:cubicBezTo>
                      <a:pt x="1230" y="402"/>
                      <a:pt x="1230" y="402"/>
                      <a:pt x="1230" y="402"/>
                    </a:cubicBezTo>
                    <a:cubicBezTo>
                      <a:pt x="1207" y="408"/>
                      <a:pt x="1183" y="414"/>
                      <a:pt x="1160" y="420"/>
                    </a:cubicBezTo>
                    <a:cubicBezTo>
                      <a:pt x="1126" y="429"/>
                      <a:pt x="1091" y="418"/>
                      <a:pt x="1070" y="390"/>
                    </a:cubicBezTo>
                    <a:cubicBezTo>
                      <a:pt x="1045" y="359"/>
                      <a:pt x="1017" y="331"/>
                      <a:pt x="986" y="306"/>
                    </a:cubicBezTo>
                    <a:cubicBezTo>
                      <a:pt x="958" y="285"/>
                      <a:pt x="947" y="250"/>
                      <a:pt x="956" y="216"/>
                    </a:cubicBezTo>
                    <a:cubicBezTo>
                      <a:pt x="962" y="193"/>
                      <a:pt x="968" y="169"/>
                      <a:pt x="974" y="146"/>
                    </a:cubicBezTo>
                    <a:cubicBezTo>
                      <a:pt x="870" y="102"/>
                      <a:pt x="870" y="102"/>
                      <a:pt x="870" y="102"/>
                    </a:cubicBezTo>
                    <a:cubicBezTo>
                      <a:pt x="857" y="123"/>
                      <a:pt x="845" y="144"/>
                      <a:pt x="833" y="165"/>
                    </a:cubicBezTo>
                    <a:cubicBezTo>
                      <a:pt x="815" y="195"/>
                      <a:pt x="782" y="212"/>
                      <a:pt x="748" y="208"/>
                    </a:cubicBezTo>
                    <a:cubicBezTo>
                      <a:pt x="708" y="203"/>
                      <a:pt x="668" y="203"/>
                      <a:pt x="629" y="208"/>
                    </a:cubicBezTo>
                    <a:cubicBezTo>
                      <a:pt x="595" y="212"/>
                      <a:pt x="561" y="195"/>
                      <a:pt x="544" y="165"/>
                    </a:cubicBezTo>
                    <a:cubicBezTo>
                      <a:pt x="532" y="144"/>
                      <a:pt x="519" y="123"/>
                      <a:pt x="507" y="102"/>
                    </a:cubicBezTo>
                    <a:cubicBezTo>
                      <a:pt x="403" y="146"/>
                      <a:pt x="403" y="146"/>
                      <a:pt x="403" y="146"/>
                    </a:cubicBezTo>
                    <a:cubicBezTo>
                      <a:pt x="409" y="169"/>
                      <a:pt x="415" y="193"/>
                      <a:pt x="421" y="216"/>
                    </a:cubicBezTo>
                    <a:cubicBezTo>
                      <a:pt x="430" y="250"/>
                      <a:pt x="418" y="285"/>
                      <a:pt x="391" y="306"/>
                    </a:cubicBezTo>
                    <a:cubicBezTo>
                      <a:pt x="360" y="331"/>
                      <a:pt x="332" y="359"/>
                      <a:pt x="307" y="390"/>
                    </a:cubicBezTo>
                    <a:cubicBezTo>
                      <a:pt x="286" y="418"/>
                      <a:pt x="251" y="429"/>
                      <a:pt x="217" y="420"/>
                    </a:cubicBezTo>
                    <a:cubicBezTo>
                      <a:pt x="193" y="414"/>
                      <a:pt x="170" y="408"/>
                      <a:pt x="146" y="402"/>
                    </a:cubicBezTo>
                    <a:cubicBezTo>
                      <a:pt x="103" y="506"/>
                      <a:pt x="103" y="506"/>
                      <a:pt x="103" y="506"/>
                    </a:cubicBezTo>
                    <a:cubicBezTo>
                      <a:pt x="124" y="519"/>
                      <a:pt x="145" y="531"/>
                      <a:pt x="166" y="543"/>
                    </a:cubicBezTo>
                    <a:cubicBezTo>
                      <a:pt x="196" y="561"/>
                      <a:pt x="213" y="594"/>
                      <a:pt x="209" y="628"/>
                    </a:cubicBezTo>
                    <a:cubicBezTo>
                      <a:pt x="204" y="668"/>
                      <a:pt x="204" y="708"/>
                      <a:pt x="209" y="747"/>
                    </a:cubicBezTo>
                    <a:cubicBezTo>
                      <a:pt x="213" y="781"/>
                      <a:pt x="196" y="815"/>
                      <a:pt x="166" y="832"/>
                    </a:cubicBezTo>
                    <a:cubicBezTo>
                      <a:pt x="145" y="844"/>
                      <a:pt x="124" y="856"/>
                      <a:pt x="103" y="869"/>
                    </a:cubicBezTo>
                    <a:cubicBezTo>
                      <a:pt x="146" y="973"/>
                      <a:pt x="146" y="973"/>
                      <a:pt x="146" y="973"/>
                    </a:cubicBezTo>
                    <a:cubicBezTo>
                      <a:pt x="170" y="968"/>
                      <a:pt x="193" y="961"/>
                      <a:pt x="217" y="955"/>
                    </a:cubicBezTo>
                    <a:cubicBezTo>
                      <a:pt x="251" y="946"/>
                      <a:pt x="286" y="958"/>
                      <a:pt x="307" y="985"/>
                    </a:cubicBezTo>
                    <a:cubicBezTo>
                      <a:pt x="332" y="1016"/>
                      <a:pt x="360" y="1044"/>
                      <a:pt x="391" y="1069"/>
                    </a:cubicBezTo>
                    <a:cubicBezTo>
                      <a:pt x="418" y="1090"/>
                      <a:pt x="430" y="1125"/>
                      <a:pt x="421" y="1159"/>
                    </a:cubicBezTo>
                    <a:cubicBezTo>
                      <a:pt x="415" y="1183"/>
                      <a:pt x="409" y="1206"/>
                      <a:pt x="403" y="1230"/>
                    </a:cubicBez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a typeface="Calibri"/>
                  <a:cs typeface="Calibri"/>
                  <a:sym typeface="Calibri"/>
                </a:endParaRPr>
              </a:p>
            </p:txBody>
          </p:sp>
          <p:sp>
            <p:nvSpPr>
              <p:cNvPr id="26" name="Google Shape;334;g103686dfa1e_0_321"/>
              <p:cNvSpPr/>
              <p:nvPr/>
            </p:nvSpPr>
            <p:spPr>
              <a:xfrm>
                <a:off x="3762375" y="11879263"/>
                <a:ext cx="2255838" cy="2120900"/>
              </a:xfrm>
              <a:custGeom>
                <a:avLst/>
                <a:gdLst/>
                <a:ahLst/>
                <a:cxnLst/>
                <a:rect l="l" t="t" r="r" b="b"/>
                <a:pathLst>
                  <a:path w="709" h="667" extrusionOk="0">
                    <a:moveTo>
                      <a:pt x="354" y="667"/>
                    </a:moveTo>
                    <a:cubicBezTo>
                      <a:pt x="314" y="667"/>
                      <a:pt x="273" y="659"/>
                      <a:pt x="235" y="643"/>
                    </a:cubicBezTo>
                    <a:cubicBezTo>
                      <a:pt x="158" y="611"/>
                      <a:pt x="98" y="551"/>
                      <a:pt x="66" y="474"/>
                    </a:cubicBezTo>
                    <a:cubicBezTo>
                      <a:pt x="0" y="315"/>
                      <a:pt x="76" y="132"/>
                      <a:pt x="235" y="66"/>
                    </a:cubicBezTo>
                    <a:cubicBezTo>
                      <a:pt x="394" y="0"/>
                      <a:pt x="577" y="76"/>
                      <a:pt x="643" y="235"/>
                    </a:cubicBezTo>
                    <a:cubicBezTo>
                      <a:pt x="643" y="235"/>
                      <a:pt x="643" y="235"/>
                      <a:pt x="643" y="235"/>
                    </a:cubicBezTo>
                    <a:cubicBezTo>
                      <a:pt x="709" y="394"/>
                      <a:pt x="633" y="577"/>
                      <a:pt x="474" y="643"/>
                    </a:cubicBezTo>
                    <a:cubicBezTo>
                      <a:pt x="435" y="659"/>
                      <a:pt x="395" y="667"/>
                      <a:pt x="354" y="667"/>
                    </a:cubicBezTo>
                    <a:close/>
                    <a:moveTo>
                      <a:pt x="354" y="134"/>
                    </a:moveTo>
                    <a:cubicBezTo>
                      <a:pt x="326" y="134"/>
                      <a:pt x="297" y="139"/>
                      <a:pt x="270" y="151"/>
                    </a:cubicBezTo>
                    <a:cubicBezTo>
                      <a:pt x="157" y="197"/>
                      <a:pt x="104" y="327"/>
                      <a:pt x="150" y="439"/>
                    </a:cubicBezTo>
                    <a:cubicBezTo>
                      <a:pt x="173" y="494"/>
                      <a:pt x="215" y="536"/>
                      <a:pt x="270" y="559"/>
                    </a:cubicBezTo>
                    <a:cubicBezTo>
                      <a:pt x="324" y="581"/>
                      <a:pt x="384" y="581"/>
                      <a:pt x="439" y="559"/>
                    </a:cubicBezTo>
                    <a:cubicBezTo>
                      <a:pt x="551" y="512"/>
                      <a:pt x="605" y="383"/>
                      <a:pt x="558" y="270"/>
                    </a:cubicBezTo>
                    <a:cubicBezTo>
                      <a:pt x="523" y="185"/>
                      <a:pt x="441" y="134"/>
                      <a:pt x="354" y="134"/>
                    </a:cubicBez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a typeface="Calibri"/>
                  <a:cs typeface="Calibri"/>
                  <a:sym typeface="Calibri"/>
                </a:endParaRPr>
              </a:p>
            </p:txBody>
          </p:sp>
          <p:sp>
            <p:nvSpPr>
              <p:cNvPr id="27" name="Google Shape;335;g103686dfa1e_0_321"/>
              <p:cNvSpPr/>
              <p:nvPr/>
            </p:nvSpPr>
            <p:spPr>
              <a:xfrm>
                <a:off x="5934075" y="8651875"/>
                <a:ext cx="3311525" cy="3309938"/>
              </a:xfrm>
              <a:custGeom>
                <a:avLst/>
                <a:gdLst/>
                <a:ahLst/>
                <a:cxnLst/>
                <a:rect l="l" t="t" r="r" b="b"/>
                <a:pathLst>
                  <a:path w="1041" h="1041" extrusionOk="0">
                    <a:moveTo>
                      <a:pt x="565" y="1041"/>
                    </a:moveTo>
                    <a:cubicBezTo>
                      <a:pt x="476" y="1041"/>
                      <a:pt x="476" y="1041"/>
                      <a:pt x="476" y="1041"/>
                    </a:cubicBezTo>
                    <a:cubicBezTo>
                      <a:pt x="440" y="1041"/>
                      <a:pt x="409" y="1014"/>
                      <a:pt x="404" y="979"/>
                    </a:cubicBezTo>
                    <a:cubicBezTo>
                      <a:pt x="402" y="963"/>
                      <a:pt x="399" y="947"/>
                      <a:pt x="397" y="930"/>
                    </a:cubicBezTo>
                    <a:cubicBezTo>
                      <a:pt x="370" y="922"/>
                      <a:pt x="343" y="911"/>
                      <a:pt x="318" y="898"/>
                    </a:cubicBezTo>
                    <a:cubicBezTo>
                      <a:pt x="305" y="907"/>
                      <a:pt x="292" y="917"/>
                      <a:pt x="279" y="927"/>
                    </a:cubicBezTo>
                    <a:cubicBezTo>
                      <a:pt x="250" y="948"/>
                      <a:pt x="210" y="945"/>
                      <a:pt x="184" y="920"/>
                    </a:cubicBezTo>
                    <a:cubicBezTo>
                      <a:pt x="121" y="857"/>
                      <a:pt x="121" y="857"/>
                      <a:pt x="121" y="857"/>
                    </a:cubicBezTo>
                    <a:cubicBezTo>
                      <a:pt x="96" y="831"/>
                      <a:pt x="93" y="791"/>
                      <a:pt x="114" y="762"/>
                    </a:cubicBezTo>
                    <a:cubicBezTo>
                      <a:pt x="124" y="749"/>
                      <a:pt x="133" y="736"/>
                      <a:pt x="143" y="723"/>
                    </a:cubicBezTo>
                    <a:cubicBezTo>
                      <a:pt x="130" y="698"/>
                      <a:pt x="119" y="671"/>
                      <a:pt x="111" y="644"/>
                    </a:cubicBezTo>
                    <a:cubicBezTo>
                      <a:pt x="94" y="642"/>
                      <a:pt x="78" y="639"/>
                      <a:pt x="62" y="637"/>
                    </a:cubicBezTo>
                    <a:cubicBezTo>
                      <a:pt x="27" y="632"/>
                      <a:pt x="0" y="601"/>
                      <a:pt x="0" y="565"/>
                    </a:cubicBezTo>
                    <a:cubicBezTo>
                      <a:pt x="0" y="476"/>
                      <a:pt x="0" y="476"/>
                      <a:pt x="0" y="476"/>
                    </a:cubicBezTo>
                    <a:cubicBezTo>
                      <a:pt x="0" y="440"/>
                      <a:pt x="27" y="409"/>
                      <a:pt x="62" y="404"/>
                    </a:cubicBezTo>
                    <a:cubicBezTo>
                      <a:pt x="78" y="401"/>
                      <a:pt x="94" y="399"/>
                      <a:pt x="111" y="397"/>
                    </a:cubicBezTo>
                    <a:cubicBezTo>
                      <a:pt x="119" y="369"/>
                      <a:pt x="130" y="343"/>
                      <a:pt x="143" y="318"/>
                    </a:cubicBezTo>
                    <a:cubicBezTo>
                      <a:pt x="133" y="305"/>
                      <a:pt x="124" y="291"/>
                      <a:pt x="114" y="279"/>
                    </a:cubicBezTo>
                    <a:cubicBezTo>
                      <a:pt x="93" y="250"/>
                      <a:pt x="96" y="209"/>
                      <a:pt x="121" y="184"/>
                    </a:cubicBezTo>
                    <a:cubicBezTo>
                      <a:pt x="184" y="121"/>
                      <a:pt x="184" y="121"/>
                      <a:pt x="184" y="121"/>
                    </a:cubicBezTo>
                    <a:cubicBezTo>
                      <a:pt x="210" y="96"/>
                      <a:pt x="250" y="92"/>
                      <a:pt x="279" y="114"/>
                    </a:cubicBezTo>
                    <a:cubicBezTo>
                      <a:pt x="292" y="123"/>
                      <a:pt x="305" y="133"/>
                      <a:pt x="318" y="143"/>
                    </a:cubicBezTo>
                    <a:cubicBezTo>
                      <a:pt x="343" y="129"/>
                      <a:pt x="370" y="118"/>
                      <a:pt x="397" y="110"/>
                    </a:cubicBezTo>
                    <a:cubicBezTo>
                      <a:pt x="399" y="94"/>
                      <a:pt x="402" y="78"/>
                      <a:pt x="404" y="62"/>
                    </a:cubicBezTo>
                    <a:cubicBezTo>
                      <a:pt x="409" y="27"/>
                      <a:pt x="440" y="0"/>
                      <a:pt x="476" y="0"/>
                    </a:cubicBezTo>
                    <a:cubicBezTo>
                      <a:pt x="565" y="0"/>
                      <a:pt x="565" y="0"/>
                      <a:pt x="565" y="0"/>
                    </a:cubicBezTo>
                    <a:cubicBezTo>
                      <a:pt x="601" y="0"/>
                      <a:pt x="632" y="27"/>
                      <a:pt x="637" y="62"/>
                    </a:cubicBezTo>
                    <a:cubicBezTo>
                      <a:pt x="640" y="78"/>
                      <a:pt x="642" y="94"/>
                      <a:pt x="644" y="110"/>
                    </a:cubicBezTo>
                    <a:cubicBezTo>
                      <a:pt x="672" y="118"/>
                      <a:pt x="698" y="129"/>
                      <a:pt x="723" y="143"/>
                    </a:cubicBezTo>
                    <a:cubicBezTo>
                      <a:pt x="736" y="133"/>
                      <a:pt x="750" y="123"/>
                      <a:pt x="762" y="114"/>
                    </a:cubicBezTo>
                    <a:cubicBezTo>
                      <a:pt x="791" y="92"/>
                      <a:pt x="832" y="96"/>
                      <a:pt x="857" y="121"/>
                    </a:cubicBezTo>
                    <a:cubicBezTo>
                      <a:pt x="920" y="184"/>
                      <a:pt x="920" y="184"/>
                      <a:pt x="920" y="184"/>
                    </a:cubicBezTo>
                    <a:cubicBezTo>
                      <a:pt x="945" y="209"/>
                      <a:pt x="949" y="250"/>
                      <a:pt x="927" y="278"/>
                    </a:cubicBezTo>
                    <a:cubicBezTo>
                      <a:pt x="918" y="291"/>
                      <a:pt x="908" y="305"/>
                      <a:pt x="898" y="318"/>
                    </a:cubicBezTo>
                    <a:cubicBezTo>
                      <a:pt x="912" y="343"/>
                      <a:pt x="923" y="369"/>
                      <a:pt x="931" y="397"/>
                    </a:cubicBezTo>
                    <a:cubicBezTo>
                      <a:pt x="947" y="399"/>
                      <a:pt x="963" y="401"/>
                      <a:pt x="979" y="404"/>
                    </a:cubicBezTo>
                    <a:cubicBezTo>
                      <a:pt x="1014" y="409"/>
                      <a:pt x="1041" y="440"/>
                      <a:pt x="1041" y="476"/>
                    </a:cubicBezTo>
                    <a:cubicBezTo>
                      <a:pt x="1041" y="565"/>
                      <a:pt x="1041" y="565"/>
                      <a:pt x="1041" y="565"/>
                    </a:cubicBezTo>
                    <a:cubicBezTo>
                      <a:pt x="1041" y="601"/>
                      <a:pt x="1014" y="632"/>
                      <a:pt x="979" y="637"/>
                    </a:cubicBezTo>
                    <a:cubicBezTo>
                      <a:pt x="963" y="639"/>
                      <a:pt x="947" y="642"/>
                      <a:pt x="931" y="644"/>
                    </a:cubicBezTo>
                    <a:cubicBezTo>
                      <a:pt x="923" y="671"/>
                      <a:pt x="911" y="698"/>
                      <a:pt x="898" y="723"/>
                    </a:cubicBezTo>
                    <a:cubicBezTo>
                      <a:pt x="908" y="736"/>
                      <a:pt x="918" y="749"/>
                      <a:pt x="927" y="762"/>
                    </a:cubicBezTo>
                    <a:cubicBezTo>
                      <a:pt x="949" y="791"/>
                      <a:pt x="945" y="831"/>
                      <a:pt x="920" y="857"/>
                    </a:cubicBezTo>
                    <a:cubicBezTo>
                      <a:pt x="857" y="920"/>
                      <a:pt x="857" y="920"/>
                      <a:pt x="857" y="920"/>
                    </a:cubicBezTo>
                    <a:cubicBezTo>
                      <a:pt x="832" y="945"/>
                      <a:pt x="791" y="948"/>
                      <a:pt x="762" y="927"/>
                    </a:cubicBezTo>
                    <a:cubicBezTo>
                      <a:pt x="750" y="917"/>
                      <a:pt x="736" y="907"/>
                      <a:pt x="723" y="898"/>
                    </a:cubicBezTo>
                    <a:cubicBezTo>
                      <a:pt x="698" y="911"/>
                      <a:pt x="672" y="922"/>
                      <a:pt x="644" y="930"/>
                    </a:cubicBezTo>
                    <a:cubicBezTo>
                      <a:pt x="642" y="947"/>
                      <a:pt x="640" y="963"/>
                      <a:pt x="637" y="979"/>
                    </a:cubicBezTo>
                    <a:cubicBezTo>
                      <a:pt x="632" y="1014"/>
                      <a:pt x="601" y="1041"/>
                      <a:pt x="565" y="1041"/>
                    </a:cubicBezTo>
                    <a:close/>
                    <a:moveTo>
                      <a:pt x="488" y="954"/>
                    </a:moveTo>
                    <a:cubicBezTo>
                      <a:pt x="553" y="954"/>
                      <a:pt x="553" y="954"/>
                      <a:pt x="553" y="954"/>
                    </a:cubicBezTo>
                    <a:cubicBezTo>
                      <a:pt x="555" y="939"/>
                      <a:pt x="557" y="924"/>
                      <a:pt x="559" y="910"/>
                    </a:cubicBezTo>
                    <a:cubicBezTo>
                      <a:pt x="563" y="881"/>
                      <a:pt x="583" y="857"/>
                      <a:pt x="612" y="849"/>
                    </a:cubicBezTo>
                    <a:cubicBezTo>
                      <a:pt x="639" y="842"/>
                      <a:pt x="665" y="831"/>
                      <a:pt x="689" y="817"/>
                    </a:cubicBezTo>
                    <a:cubicBezTo>
                      <a:pt x="714" y="803"/>
                      <a:pt x="746" y="805"/>
                      <a:pt x="769" y="823"/>
                    </a:cubicBezTo>
                    <a:cubicBezTo>
                      <a:pt x="781" y="832"/>
                      <a:pt x="793" y="841"/>
                      <a:pt x="804" y="849"/>
                    </a:cubicBezTo>
                    <a:cubicBezTo>
                      <a:pt x="850" y="804"/>
                      <a:pt x="850" y="804"/>
                      <a:pt x="850" y="804"/>
                    </a:cubicBezTo>
                    <a:cubicBezTo>
                      <a:pt x="841" y="792"/>
                      <a:pt x="832" y="780"/>
                      <a:pt x="823" y="769"/>
                    </a:cubicBezTo>
                    <a:cubicBezTo>
                      <a:pt x="805" y="745"/>
                      <a:pt x="803" y="714"/>
                      <a:pt x="817" y="688"/>
                    </a:cubicBezTo>
                    <a:cubicBezTo>
                      <a:pt x="831" y="664"/>
                      <a:pt x="842" y="638"/>
                      <a:pt x="850" y="611"/>
                    </a:cubicBezTo>
                    <a:cubicBezTo>
                      <a:pt x="857" y="583"/>
                      <a:pt x="881" y="562"/>
                      <a:pt x="910" y="559"/>
                    </a:cubicBezTo>
                    <a:cubicBezTo>
                      <a:pt x="925" y="557"/>
                      <a:pt x="940" y="555"/>
                      <a:pt x="954" y="553"/>
                    </a:cubicBezTo>
                    <a:cubicBezTo>
                      <a:pt x="954" y="488"/>
                      <a:pt x="954" y="488"/>
                      <a:pt x="954" y="488"/>
                    </a:cubicBezTo>
                    <a:cubicBezTo>
                      <a:pt x="940" y="486"/>
                      <a:pt x="925" y="484"/>
                      <a:pt x="910" y="482"/>
                    </a:cubicBezTo>
                    <a:cubicBezTo>
                      <a:pt x="881" y="478"/>
                      <a:pt x="857" y="458"/>
                      <a:pt x="850" y="429"/>
                    </a:cubicBezTo>
                    <a:cubicBezTo>
                      <a:pt x="842" y="402"/>
                      <a:pt x="831" y="376"/>
                      <a:pt x="817" y="352"/>
                    </a:cubicBezTo>
                    <a:cubicBezTo>
                      <a:pt x="803" y="327"/>
                      <a:pt x="805" y="295"/>
                      <a:pt x="823" y="272"/>
                    </a:cubicBezTo>
                    <a:cubicBezTo>
                      <a:pt x="832" y="260"/>
                      <a:pt x="841" y="248"/>
                      <a:pt x="850" y="237"/>
                    </a:cubicBezTo>
                    <a:cubicBezTo>
                      <a:pt x="804" y="191"/>
                      <a:pt x="804" y="191"/>
                      <a:pt x="804" y="191"/>
                    </a:cubicBezTo>
                    <a:cubicBezTo>
                      <a:pt x="793" y="200"/>
                      <a:pt x="781" y="209"/>
                      <a:pt x="769" y="218"/>
                    </a:cubicBezTo>
                    <a:cubicBezTo>
                      <a:pt x="746" y="236"/>
                      <a:pt x="714" y="238"/>
                      <a:pt x="689" y="224"/>
                    </a:cubicBezTo>
                    <a:cubicBezTo>
                      <a:pt x="665" y="210"/>
                      <a:pt x="639" y="199"/>
                      <a:pt x="612" y="191"/>
                    </a:cubicBezTo>
                    <a:cubicBezTo>
                      <a:pt x="583" y="184"/>
                      <a:pt x="563" y="160"/>
                      <a:pt x="559" y="131"/>
                    </a:cubicBezTo>
                    <a:cubicBezTo>
                      <a:pt x="557" y="116"/>
                      <a:pt x="555" y="101"/>
                      <a:pt x="553" y="87"/>
                    </a:cubicBezTo>
                    <a:cubicBezTo>
                      <a:pt x="488" y="87"/>
                      <a:pt x="488" y="87"/>
                      <a:pt x="488" y="87"/>
                    </a:cubicBezTo>
                    <a:cubicBezTo>
                      <a:pt x="486" y="101"/>
                      <a:pt x="484" y="116"/>
                      <a:pt x="482" y="131"/>
                    </a:cubicBezTo>
                    <a:cubicBezTo>
                      <a:pt x="479" y="160"/>
                      <a:pt x="458" y="184"/>
                      <a:pt x="430" y="191"/>
                    </a:cubicBezTo>
                    <a:cubicBezTo>
                      <a:pt x="403" y="199"/>
                      <a:pt x="377" y="210"/>
                      <a:pt x="353" y="224"/>
                    </a:cubicBezTo>
                    <a:cubicBezTo>
                      <a:pt x="327" y="238"/>
                      <a:pt x="296" y="236"/>
                      <a:pt x="272" y="218"/>
                    </a:cubicBezTo>
                    <a:cubicBezTo>
                      <a:pt x="261" y="209"/>
                      <a:pt x="249" y="200"/>
                      <a:pt x="237" y="191"/>
                    </a:cubicBezTo>
                    <a:cubicBezTo>
                      <a:pt x="192" y="237"/>
                      <a:pt x="192" y="237"/>
                      <a:pt x="192" y="237"/>
                    </a:cubicBezTo>
                    <a:cubicBezTo>
                      <a:pt x="200" y="248"/>
                      <a:pt x="209" y="260"/>
                      <a:pt x="218" y="272"/>
                    </a:cubicBezTo>
                    <a:cubicBezTo>
                      <a:pt x="236" y="295"/>
                      <a:pt x="238" y="327"/>
                      <a:pt x="224" y="352"/>
                    </a:cubicBezTo>
                    <a:cubicBezTo>
                      <a:pt x="210" y="376"/>
                      <a:pt x="199" y="402"/>
                      <a:pt x="192" y="429"/>
                    </a:cubicBezTo>
                    <a:cubicBezTo>
                      <a:pt x="184" y="458"/>
                      <a:pt x="160" y="478"/>
                      <a:pt x="131" y="482"/>
                    </a:cubicBezTo>
                    <a:cubicBezTo>
                      <a:pt x="117" y="484"/>
                      <a:pt x="102" y="486"/>
                      <a:pt x="87" y="488"/>
                    </a:cubicBezTo>
                    <a:cubicBezTo>
                      <a:pt x="87" y="553"/>
                      <a:pt x="87" y="553"/>
                      <a:pt x="87" y="553"/>
                    </a:cubicBezTo>
                    <a:cubicBezTo>
                      <a:pt x="102" y="555"/>
                      <a:pt x="117" y="557"/>
                      <a:pt x="131" y="559"/>
                    </a:cubicBezTo>
                    <a:cubicBezTo>
                      <a:pt x="160" y="562"/>
                      <a:pt x="184" y="583"/>
                      <a:pt x="192" y="611"/>
                    </a:cubicBezTo>
                    <a:cubicBezTo>
                      <a:pt x="199" y="638"/>
                      <a:pt x="210" y="664"/>
                      <a:pt x="224" y="688"/>
                    </a:cubicBezTo>
                    <a:cubicBezTo>
                      <a:pt x="238" y="714"/>
                      <a:pt x="236" y="745"/>
                      <a:pt x="218" y="769"/>
                    </a:cubicBezTo>
                    <a:cubicBezTo>
                      <a:pt x="209" y="780"/>
                      <a:pt x="200" y="792"/>
                      <a:pt x="192" y="804"/>
                    </a:cubicBezTo>
                    <a:cubicBezTo>
                      <a:pt x="237" y="849"/>
                      <a:pt x="237" y="849"/>
                      <a:pt x="237" y="849"/>
                    </a:cubicBezTo>
                    <a:cubicBezTo>
                      <a:pt x="249" y="841"/>
                      <a:pt x="261" y="832"/>
                      <a:pt x="272" y="823"/>
                    </a:cubicBezTo>
                    <a:cubicBezTo>
                      <a:pt x="296" y="805"/>
                      <a:pt x="327" y="803"/>
                      <a:pt x="353" y="817"/>
                    </a:cubicBezTo>
                    <a:cubicBezTo>
                      <a:pt x="377" y="831"/>
                      <a:pt x="403" y="842"/>
                      <a:pt x="430" y="849"/>
                    </a:cubicBezTo>
                    <a:cubicBezTo>
                      <a:pt x="458" y="857"/>
                      <a:pt x="479" y="881"/>
                      <a:pt x="482" y="910"/>
                    </a:cubicBezTo>
                    <a:cubicBezTo>
                      <a:pt x="484" y="924"/>
                      <a:pt x="486" y="939"/>
                      <a:pt x="488" y="954"/>
                    </a:cubicBez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a typeface="Calibri"/>
                  <a:cs typeface="Calibri"/>
                  <a:sym typeface="Calibri"/>
                </a:endParaRPr>
              </a:p>
            </p:txBody>
          </p:sp>
          <p:sp>
            <p:nvSpPr>
              <p:cNvPr id="28" name="Google Shape;336;g103686dfa1e_0_321"/>
              <p:cNvSpPr/>
              <p:nvPr/>
            </p:nvSpPr>
            <p:spPr>
              <a:xfrm>
                <a:off x="7000875" y="9717088"/>
                <a:ext cx="1179512" cy="1179513"/>
              </a:xfrm>
              <a:custGeom>
                <a:avLst/>
                <a:gdLst/>
                <a:ahLst/>
                <a:cxnLst/>
                <a:rect l="l" t="t" r="r" b="b"/>
                <a:pathLst>
                  <a:path w="371" h="371" extrusionOk="0">
                    <a:moveTo>
                      <a:pt x="186" y="371"/>
                    </a:moveTo>
                    <a:cubicBezTo>
                      <a:pt x="83" y="371"/>
                      <a:pt x="0" y="288"/>
                      <a:pt x="0" y="185"/>
                    </a:cubicBezTo>
                    <a:cubicBezTo>
                      <a:pt x="0" y="83"/>
                      <a:pt x="83" y="0"/>
                      <a:pt x="186" y="0"/>
                    </a:cubicBezTo>
                    <a:cubicBezTo>
                      <a:pt x="288" y="0"/>
                      <a:pt x="371" y="83"/>
                      <a:pt x="371" y="185"/>
                    </a:cubicBezTo>
                    <a:cubicBezTo>
                      <a:pt x="371" y="288"/>
                      <a:pt x="288" y="371"/>
                      <a:pt x="186" y="371"/>
                    </a:cubicBezTo>
                    <a:close/>
                    <a:moveTo>
                      <a:pt x="186" y="82"/>
                    </a:moveTo>
                    <a:cubicBezTo>
                      <a:pt x="129" y="82"/>
                      <a:pt x="83" y="128"/>
                      <a:pt x="83" y="185"/>
                    </a:cubicBezTo>
                    <a:cubicBezTo>
                      <a:pt x="83" y="242"/>
                      <a:pt x="129" y="288"/>
                      <a:pt x="186" y="288"/>
                    </a:cubicBezTo>
                    <a:cubicBezTo>
                      <a:pt x="243" y="288"/>
                      <a:pt x="289" y="242"/>
                      <a:pt x="289" y="185"/>
                    </a:cubicBezTo>
                    <a:cubicBezTo>
                      <a:pt x="289" y="128"/>
                      <a:pt x="243" y="82"/>
                      <a:pt x="186" y="82"/>
                    </a:cubicBez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a typeface="Calibri"/>
                  <a:cs typeface="Calibri"/>
                  <a:sym typeface="Calibri"/>
                </a:endParaRPr>
              </a:p>
            </p:txBody>
          </p:sp>
        </p:grpSp>
        <p:grpSp>
          <p:nvGrpSpPr>
            <p:cNvPr id="29" name="Google Shape;337;g103686dfa1e_0_321"/>
            <p:cNvGrpSpPr/>
            <p:nvPr/>
          </p:nvGrpSpPr>
          <p:grpSpPr>
            <a:xfrm>
              <a:off x="7628751" y="3570392"/>
              <a:ext cx="872436" cy="779832"/>
              <a:chOff x="5418138" y="4568825"/>
              <a:chExt cx="568325" cy="508001"/>
            </a:xfrm>
          </p:grpSpPr>
          <p:sp>
            <p:nvSpPr>
              <p:cNvPr id="30" name="Google Shape;338;g103686dfa1e_0_321"/>
              <p:cNvSpPr/>
              <p:nvPr/>
            </p:nvSpPr>
            <p:spPr>
              <a:xfrm>
                <a:off x="5795963" y="4730750"/>
                <a:ext cx="128588" cy="346075"/>
              </a:xfrm>
              <a:custGeom>
                <a:avLst/>
                <a:gdLst/>
                <a:ahLst/>
                <a:cxnLst/>
                <a:rect l="l" t="t" r="r" b="b"/>
                <a:pathLst>
                  <a:path w="40" h="107" extrusionOk="0">
                    <a:moveTo>
                      <a:pt x="40" y="0"/>
                    </a:moveTo>
                    <a:cubicBezTo>
                      <a:pt x="40" y="107"/>
                      <a:pt x="40" y="107"/>
                      <a:pt x="40" y="107"/>
                    </a:cubicBezTo>
                    <a:cubicBezTo>
                      <a:pt x="40" y="107"/>
                      <a:pt x="14" y="107"/>
                      <a:pt x="0" y="107"/>
                    </a:cubicBezTo>
                    <a:cubicBezTo>
                      <a:pt x="0" y="106"/>
                      <a:pt x="0" y="104"/>
                      <a:pt x="0" y="103"/>
                    </a:cubicBezTo>
                    <a:cubicBezTo>
                      <a:pt x="0" y="82"/>
                      <a:pt x="0" y="62"/>
                      <a:pt x="0" y="41"/>
                    </a:cubicBezTo>
                    <a:cubicBezTo>
                      <a:pt x="0" y="39"/>
                      <a:pt x="1" y="36"/>
                      <a:pt x="3" y="35"/>
                    </a:cubicBezTo>
                    <a:cubicBezTo>
                      <a:pt x="14" y="24"/>
                      <a:pt x="40" y="0"/>
                      <a:pt x="40" y="0"/>
                    </a:cubicBez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a typeface="Calibri"/>
                  <a:cs typeface="Calibri"/>
                  <a:sym typeface="Calibri"/>
                </a:endParaRPr>
              </a:p>
            </p:txBody>
          </p:sp>
          <p:sp>
            <p:nvSpPr>
              <p:cNvPr id="31" name="Google Shape;339;g103686dfa1e_0_321"/>
              <p:cNvSpPr/>
              <p:nvPr/>
            </p:nvSpPr>
            <p:spPr>
              <a:xfrm>
                <a:off x="5418138" y="4568825"/>
                <a:ext cx="568325" cy="323850"/>
              </a:xfrm>
              <a:custGeom>
                <a:avLst/>
                <a:gdLst/>
                <a:ahLst/>
                <a:cxnLst/>
                <a:rect l="l" t="t" r="r" b="b"/>
                <a:pathLst>
                  <a:path w="176" h="100" extrusionOk="0">
                    <a:moveTo>
                      <a:pt x="81" y="80"/>
                    </a:moveTo>
                    <a:cubicBezTo>
                      <a:pt x="102" y="60"/>
                      <a:pt x="122" y="41"/>
                      <a:pt x="143" y="22"/>
                    </a:cubicBezTo>
                    <a:cubicBezTo>
                      <a:pt x="141" y="20"/>
                      <a:pt x="140" y="19"/>
                      <a:pt x="139" y="17"/>
                    </a:cubicBezTo>
                    <a:cubicBezTo>
                      <a:pt x="135" y="14"/>
                      <a:pt x="136" y="10"/>
                      <a:pt x="141" y="8"/>
                    </a:cubicBezTo>
                    <a:cubicBezTo>
                      <a:pt x="150" y="6"/>
                      <a:pt x="159" y="3"/>
                      <a:pt x="168" y="1"/>
                    </a:cubicBezTo>
                    <a:cubicBezTo>
                      <a:pt x="173" y="0"/>
                      <a:pt x="176" y="3"/>
                      <a:pt x="175" y="9"/>
                    </a:cubicBezTo>
                    <a:cubicBezTo>
                      <a:pt x="173" y="17"/>
                      <a:pt x="170" y="26"/>
                      <a:pt x="168" y="34"/>
                    </a:cubicBezTo>
                    <a:cubicBezTo>
                      <a:pt x="166" y="40"/>
                      <a:pt x="163" y="41"/>
                      <a:pt x="158" y="37"/>
                    </a:cubicBezTo>
                    <a:cubicBezTo>
                      <a:pt x="157" y="35"/>
                      <a:pt x="155" y="33"/>
                      <a:pt x="154" y="31"/>
                    </a:cubicBezTo>
                    <a:cubicBezTo>
                      <a:pt x="147" y="38"/>
                      <a:pt x="140" y="44"/>
                      <a:pt x="134" y="49"/>
                    </a:cubicBezTo>
                    <a:cubicBezTo>
                      <a:pt x="117" y="65"/>
                      <a:pt x="100" y="80"/>
                      <a:pt x="84" y="96"/>
                    </a:cubicBezTo>
                    <a:cubicBezTo>
                      <a:pt x="81" y="99"/>
                      <a:pt x="79" y="98"/>
                      <a:pt x="77" y="96"/>
                    </a:cubicBezTo>
                    <a:cubicBezTo>
                      <a:pt x="68" y="87"/>
                      <a:pt x="59" y="78"/>
                      <a:pt x="51" y="70"/>
                    </a:cubicBezTo>
                    <a:cubicBezTo>
                      <a:pt x="48" y="67"/>
                      <a:pt x="47" y="67"/>
                      <a:pt x="44" y="69"/>
                    </a:cubicBezTo>
                    <a:cubicBezTo>
                      <a:pt x="33" y="80"/>
                      <a:pt x="21" y="90"/>
                      <a:pt x="10" y="100"/>
                    </a:cubicBezTo>
                    <a:cubicBezTo>
                      <a:pt x="9" y="100"/>
                      <a:pt x="9" y="100"/>
                      <a:pt x="9" y="100"/>
                    </a:cubicBezTo>
                    <a:cubicBezTo>
                      <a:pt x="0" y="90"/>
                      <a:pt x="0" y="90"/>
                      <a:pt x="10" y="82"/>
                    </a:cubicBezTo>
                    <a:cubicBezTo>
                      <a:pt x="21" y="71"/>
                      <a:pt x="33" y="61"/>
                      <a:pt x="45" y="50"/>
                    </a:cubicBezTo>
                    <a:cubicBezTo>
                      <a:pt x="47" y="48"/>
                      <a:pt x="49" y="48"/>
                      <a:pt x="51" y="50"/>
                    </a:cubicBezTo>
                    <a:cubicBezTo>
                      <a:pt x="60" y="60"/>
                      <a:pt x="70" y="69"/>
                      <a:pt x="79" y="78"/>
                    </a:cubicBezTo>
                    <a:cubicBezTo>
                      <a:pt x="80" y="79"/>
                      <a:pt x="80" y="79"/>
                      <a:pt x="81" y="80"/>
                    </a:cubicBez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a typeface="Calibri"/>
                  <a:cs typeface="Calibri"/>
                  <a:sym typeface="Calibri"/>
                </a:endParaRPr>
              </a:p>
            </p:txBody>
          </p:sp>
          <p:sp>
            <p:nvSpPr>
              <p:cNvPr id="32" name="Google Shape;340;g103686dfa1e_0_321"/>
              <p:cNvSpPr/>
              <p:nvPr/>
            </p:nvSpPr>
            <p:spPr>
              <a:xfrm>
                <a:off x="5449888" y="4856163"/>
                <a:ext cx="130175" cy="220663"/>
              </a:xfrm>
              <a:custGeom>
                <a:avLst/>
                <a:gdLst/>
                <a:ahLst/>
                <a:cxnLst/>
                <a:rect l="l" t="t" r="r" b="b"/>
                <a:pathLst>
                  <a:path w="40" h="68" extrusionOk="0">
                    <a:moveTo>
                      <a:pt x="37" y="0"/>
                    </a:moveTo>
                    <a:cubicBezTo>
                      <a:pt x="40" y="2"/>
                      <a:pt x="40" y="2"/>
                      <a:pt x="40" y="2"/>
                    </a:cubicBezTo>
                    <a:cubicBezTo>
                      <a:pt x="40" y="24"/>
                      <a:pt x="40" y="46"/>
                      <a:pt x="40" y="67"/>
                    </a:cubicBezTo>
                    <a:cubicBezTo>
                      <a:pt x="40" y="67"/>
                      <a:pt x="40" y="68"/>
                      <a:pt x="40" y="68"/>
                    </a:cubicBezTo>
                    <a:cubicBezTo>
                      <a:pt x="27" y="68"/>
                      <a:pt x="14" y="68"/>
                      <a:pt x="0" y="68"/>
                    </a:cubicBezTo>
                    <a:cubicBezTo>
                      <a:pt x="0" y="57"/>
                      <a:pt x="0" y="45"/>
                      <a:pt x="0" y="34"/>
                    </a:cubicBezTo>
                    <a:cubicBezTo>
                      <a:pt x="0" y="33"/>
                      <a:pt x="1" y="32"/>
                      <a:pt x="1" y="32"/>
                    </a:cubicBezTo>
                    <a:cubicBezTo>
                      <a:pt x="13" y="21"/>
                      <a:pt x="37" y="0"/>
                      <a:pt x="37" y="0"/>
                    </a:cubicBez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a typeface="Calibri"/>
                  <a:cs typeface="Calibri"/>
                  <a:sym typeface="Calibri"/>
                </a:endParaRPr>
              </a:p>
            </p:txBody>
          </p:sp>
          <p:sp>
            <p:nvSpPr>
              <p:cNvPr id="33" name="Google Shape;341;g103686dfa1e_0_321"/>
              <p:cNvSpPr/>
              <p:nvPr/>
            </p:nvSpPr>
            <p:spPr>
              <a:xfrm>
                <a:off x="5621338" y="4895850"/>
                <a:ext cx="128588" cy="180975"/>
              </a:xfrm>
              <a:custGeom>
                <a:avLst/>
                <a:gdLst/>
                <a:ahLst/>
                <a:cxnLst/>
                <a:rect l="l" t="t" r="r" b="b"/>
                <a:pathLst>
                  <a:path w="40" h="56" extrusionOk="0">
                    <a:moveTo>
                      <a:pt x="40" y="0"/>
                    </a:moveTo>
                    <a:cubicBezTo>
                      <a:pt x="40" y="19"/>
                      <a:pt x="40" y="37"/>
                      <a:pt x="40" y="56"/>
                    </a:cubicBezTo>
                    <a:cubicBezTo>
                      <a:pt x="27" y="56"/>
                      <a:pt x="14" y="56"/>
                      <a:pt x="0" y="56"/>
                    </a:cubicBezTo>
                    <a:cubicBezTo>
                      <a:pt x="0" y="39"/>
                      <a:pt x="0" y="2"/>
                      <a:pt x="0" y="2"/>
                    </a:cubicBezTo>
                    <a:cubicBezTo>
                      <a:pt x="0" y="2"/>
                      <a:pt x="10" y="12"/>
                      <a:pt x="14" y="17"/>
                    </a:cubicBezTo>
                    <a:cubicBezTo>
                      <a:pt x="16" y="19"/>
                      <a:pt x="18" y="20"/>
                      <a:pt x="21" y="17"/>
                    </a:cubicBezTo>
                    <a:cubicBezTo>
                      <a:pt x="27" y="11"/>
                      <a:pt x="33" y="6"/>
                      <a:pt x="40" y="0"/>
                    </a:cubicBez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a typeface="Calibri"/>
                  <a:cs typeface="Calibri"/>
                  <a:sym typeface="Calibri"/>
                </a:endParaRPr>
              </a:p>
            </p:txBody>
          </p:sp>
        </p:grpSp>
        <p:sp>
          <p:nvSpPr>
            <p:cNvPr id="34" name="Google Shape;342;g103686dfa1e_0_321"/>
            <p:cNvSpPr txBox="1"/>
            <p:nvPr/>
          </p:nvSpPr>
          <p:spPr>
            <a:xfrm>
              <a:off x="1342289" y="4866135"/>
              <a:ext cx="1612500" cy="831000"/>
            </a:xfrm>
            <a:prstGeom prst="rect">
              <a:avLst/>
            </a:prstGeom>
            <a:noFill/>
            <a:ln>
              <a:noFill/>
            </a:ln>
          </p:spPr>
          <p:txBody>
            <a:bodyPr spcFirstLastPara="1" wrap="square" lIns="91425" tIns="45700" rIns="91425" bIns="45700" anchor="t" anchorCtr="0">
              <a:noAutofit/>
            </a:bodyPr>
            <a:lstStyle/>
            <a:p>
              <a:pPr algn="ctr" defTabSz="914400"/>
              <a:r>
                <a:rPr lang="en-US" sz="1400" dirty="0">
                  <a:solidFill>
                    <a:prstClr val="black"/>
                  </a:solidFill>
                  <a:ea typeface="Open Sans"/>
                  <a:cs typeface="Open Sans"/>
                  <a:sym typeface="Open Sans"/>
                </a:rPr>
                <a:t>Enhance Data Collection</a:t>
              </a:r>
              <a:endParaRPr sz="1400" dirty="0">
                <a:solidFill>
                  <a:prstClr val="black"/>
                </a:solidFill>
                <a:ea typeface="Open Sans"/>
                <a:cs typeface="Open Sans"/>
                <a:sym typeface="Open Sans"/>
              </a:endParaRPr>
            </a:p>
          </p:txBody>
        </p:sp>
        <p:sp>
          <p:nvSpPr>
            <p:cNvPr id="35" name="Google Shape;343;g103686dfa1e_0_321"/>
            <p:cNvSpPr txBox="1"/>
            <p:nvPr/>
          </p:nvSpPr>
          <p:spPr>
            <a:xfrm>
              <a:off x="3374289" y="4866135"/>
              <a:ext cx="1612500" cy="831000"/>
            </a:xfrm>
            <a:prstGeom prst="rect">
              <a:avLst/>
            </a:prstGeom>
            <a:noFill/>
            <a:ln>
              <a:noFill/>
            </a:ln>
          </p:spPr>
          <p:txBody>
            <a:bodyPr spcFirstLastPara="1" wrap="square" lIns="91425" tIns="45700" rIns="91425" bIns="45700" anchor="t" anchorCtr="0">
              <a:noAutofit/>
            </a:bodyPr>
            <a:lstStyle/>
            <a:p>
              <a:pPr algn="ctr" defTabSz="914400"/>
              <a:r>
                <a:rPr lang="en-US" sz="1400" dirty="0">
                  <a:solidFill>
                    <a:prstClr val="black"/>
                  </a:solidFill>
                  <a:ea typeface="Open Sans"/>
                  <a:cs typeface="Open Sans"/>
                  <a:sym typeface="Open Sans"/>
                </a:rPr>
                <a:t>IoT Interact and Communicat</a:t>
              </a:r>
              <a:r>
                <a:rPr lang="en-US" sz="1400" dirty="0">
                  <a:solidFill>
                    <a:prstClr val="black"/>
                  </a:solidFill>
                  <a:ea typeface="Calibri"/>
                  <a:cs typeface="Calibri"/>
                  <a:sym typeface="Calibri"/>
                </a:rPr>
                <a:t>e </a:t>
              </a:r>
              <a:endParaRPr sz="1400" dirty="0">
                <a:solidFill>
                  <a:prstClr val="black"/>
                </a:solidFill>
                <a:ea typeface="Arial"/>
                <a:cs typeface="Arial"/>
                <a:sym typeface="Arial"/>
              </a:endParaRPr>
            </a:p>
          </p:txBody>
        </p:sp>
        <p:sp>
          <p:nvSpPr>
            <p:cNvPr id="36" name="Google Shape;344;g103686dfa1e_0_321"/>
            <p:cNvSpPr txBox="1"/>
            <p:nvPr/>
          </p:nvSpPr>
          <p:spPr>
            <a:xfrm>
              <a:off x="5208381" y="4866135"/>
              <a:ext cx="1759185" cy="831000"/>
            </a:xfrm>
            <a:prstGeom prst="rect">
              <a:avLst/>
            </a:prstGeom>
            <a:noFill/>
            <a:ln>
              <a:noFill/>
            </a:ln>
          </p:spPr>
          <p:txBody>
            <a:bodyPr spcFirstLastPara="1" wrap="square" lIns="91425" tIns="45700" rIns="91425" bIns="45700" anchor="t" anchorCtr="0">
              <a:noAutofit/>
            </a:bodyPr>
            <a:lstStyle/>
            <a:p>
              <a:pPr algn="ctr" defTabSz="914400"/>
              <a:r>
                <a:rPr lang="en-US" sz="1400" dirty="0">
                  <a:solidFill>
                    <a:prstClr val="black"/>
                  </a:solidFill>
                  <a:ea typeface="Open Sans"/>
                  <a:cs typeface="Open Sans"/>
                  <a:sym typeface="Open Sans"/>
                </a:rPr>
                <a:t>Reduces</a:t>
              </a:r>
              <a:r>
                <a:rPr lang="en-US" sz="1400" dirty="0">
                  <a:solidFill>
                    <a:prstClr val="black"/>
                  </a:solidFill>
                  <a:ea typeface="Calibri"/>
                  <a:cs typeface="Calibri"/>
                  <a:sym typeface="Calibri"/>
                </a:rPr>
                <a:t> the Human Effort</a:t>
              </a:r>
              <a:endParaRPr sz="1400" dirty="0">
                <a:solidFill>
                  <a:prstClr val="black"/>
                </a:solidFill>
                <a:ea typeface="Arial"/>
                <a:cs typeface="Arial"/>
                <a:sym typeface="Arial"/>
              </a:endParaRPr>
            </a:p>
          </p:txBody>
        </p:sp>
        <p:sp>
          <p:nvSpPr>
            <p:cNvPr id="37" name="Google Shape;345;g103686dfa1e_0_321"/>
            <p:cNvSpPr txBox="1"/>
            <p:nvPr/>
          </p:nvSpPr>
          <p:spPr>
            <a:xfrm>
              <a:off x="7302823" y="4866135"/>
              <a:ext cx="1612500" cy="831000"/>
            </a:xfrm>
            <a:prstGeom prst="rect">
              <a:avLst/>
            </a:prstGeom>
            <a:noFill/>
            <a:ln>
              <a:noFill/>
            </a:ln>
          </p:spPr>
          <p:txBody>
            <a:bodyPr spcFirstLastPara="1" wrap="square" lIns="91425" tIns="45700" rIns="91425" bIns="45700" anchor="t" anchorCtr="0">
              <a:noAutofit/>
            </a:bodyPr>
            <a:lstStyle/>
            <a:p>
              <a:pPr algn="ctr" defTabSz="914400">
                <a:buClr>
                  <a:prstClr val="black"/>
                </a:buClr>
                <a:buSzPts val="1200"/>
                <a:buFont typeface="Open Sans"/>
                <a:buNone/>
              </a:pPr>
              <a:r>
                <a:rPr lang="en-US" sz="1400" dirty="0">
                  <a:solidFill>
                    <a:prstClr val="black"/>
                  </a:solidFill>
                  <a:ea typeface="Open Sans"/>
                  <a:cs typeface="Open Sans"/>
                  <a:sym typeface="Open Sans"/>
                </a:rPr>
                <a:t>Automatically</a:t>
              </a:r>
              <a:endParaRPr sz="1200" dirty="0">
                <a:solidFill>
                  <a:prstClr val="black"/>
                </a:solidFill>
                <a:ea typeface="Open Sans"/>
                <a:cs typeface="Open Sans"/>
                <a:sym typeface="Open Sans"/>
              </a:endParaRPr>
            </a:p>
          </p:txBody>
        </p:sp>
        <p:sp>
          <p:nvSpPr>
            <p:cNvPr id="38" name="Google Shape;346;g103686dfa1e_0_321"/>
            <p:cNvSpPr txBox="1"/>
            <p:nvPr/>
          </p:nvSpPr>
          <p:spPr>
            <a:xfrm>
              <a:off x="9275556" y="4925755"/>
              <a:ext cx="1612500" cy="831000"/>
            </a:xfrm>
            <a:prstGeom prst="rect">
              <a:avLst/>
            </a:prstGeom>
            <a:noFill/>
            <a:ln>
              <a:noFill/>
            </a:ln>
          </p:spPr>
          <p:txBody>
            <a:bodyPr spcFirstLastPara="1" wrap="square" lIns="91425" tIns="45700" rIns="91425" bIns="45700" anchor="t" anchorCtr="0">
              <a:noAutofit/>
            </a:bodyPr>
            <a:lstStyle/>
            <a:p>
              <a:pPr algn="just" defTabSz="914400">
                <a:buClr>
                  <a:prstClr val="black"/>
                </a:buClr>
                <a:buSzPts val="1200"/>
                <a:buFont typeface="Open Sans"/>
                <a:buNone/>
              </a:pPr>
              <a:endParaRPr sz="1200">
                <a:solidFill>
                  <a:prstClr val="black"/>
                </a:solidFill>
                <a:ea typeface="Arial"/>
                <a:cs typeface="Arial"/>
                <a:sym typeface="Arial"/>
              </a:endParaRPr>
            </a:p>
          </p:txBody>
        </p:sp>
        <p:sp>
          <p:nvSpPr>
            <p:cNvPr id="39" name="Google Shape;347;g103686dfa1e_0_321"/>
            <p:cNvSpPr txBox="1"/>
            <p:nvPr/>
          </p:nvSpPr>
          <p:spPr>
            <a:xfrm>
              <a:off x="9144687" y="4802898"/>
              <a:ext cx="2038361" cy="486917"/>
            </a:xfrm>
            <a:prstGeom prst="rect">
              <a:avLst/>
            </a:prstGeom>
            <a:noFill/>
            <a:ln>
              <a:noFill/>
            </a:ln>
          </p:spPr>
          <p:txBody>
            <a:bodyPr spcFirstLastPara="1" wrap="square" lIns="91425" tIns="91425" rIns="91425" bIns="91425" anchor="t" anchorCtr="0">
              <a:spAutoFit/>
            </a:bodyPr>
            <a:lstStyle/>
            <a:p>
              <a:pPr algn="ctr" defTabSz="914400"/>
              <a:r>
                <a:rPr lang="en-US" sz="1400" dirty="0">
                  <a:solidFill>
                    <a:prstClr val="black"/>
                  </a:solidFill>
                  <a:ea typeface="Open Sans"/>
                  <a:cs typeface="Open Sans"/>
                  <a:sym typeface="Open Sans"/>
                </a:rPr>
                <a:t>Secure and Efficient</a:t>
              </a:r>
              <a:endParaRPr sz="1400" dirty="0">
                <a:solidFill>
                  <a:prstClr val="black"/>
                </a:solidFill>
                <a:ea typeface="Open Sans"/>
                <a:cs typeface="Open Sans"/>
                <a:sym typeface="Open Sans"/>
              </a:endParaRPr>
            </a:p>
          </p:txBody>
        </p:sp>
        <p:pic>
          <p:nvPicPr>
            <p:cNvPr id="40" name="Google Shape;348;g103686dfa1e_0_321"/>
            <p:cNvPicPr preferRelativeResize="0"/>
            <p:nvPr/>
          </p:nvPicPr>
          <p:blipFill>
            <a:blip r:embed="rId2">
              <a:alphaModFix/>
            </a:blip>
            <a:stretch>
              <a:fillRect/>
            </a:stretch>
          </p:blipFill>
          <p:spPr>
            <a:xfrm>
              <a:off x="3706444" y="3564625"/>
              <a:ext cx="877700" cy="791369"/>
            </a:xfrm>
            <a:prstGeom prst="rect">
              <a:avLst/>
            </a:prstGeom>
            <a:noFill/>
            <a:ln>
              <a:noFill/>
            </a:ln>
          </p:spPr>
        </p:pic>
        <p:pic>
          <p:nvPicPr>
            <p:cNvPr id="41" name="Google Shape;349;g103686dfa1e_0_321"/>
            <p:cNvPicPr preferRelativeResize="0"/>
            <p:nvPr/>
          </p:nvPicPr>
          <p:blipFill>
            <a:blip r:embed="rId3">
              <a:alphaModFix/>
            </a:blip>
            <a:stretch>
              <a:fillRect/>
            </a:stretch>
          </p:blipFill>
          <p:spPr>
            <a:xfrm>
              <a:off x="5685700" y="3665376"/>
              <a:ext cx="810096" cy="779825"/>
            </a:xfrm>
            <a:prstGeom prst="rect">
              <a:avLst/>
            </a:prstGeom>
            <a:noFill/>
            <a:ln>
              <a:noFill/>
            </a:ln>
          </p:spPr>
        </p:pic>
        <p:pic>
          <p:nvPicPr>
            <p:cNvPr id="42" name="Google Shape;350;g103686dfa1e_0_321"/>
            <p:cNvPicPr preferRelativeResize="0"/>
            <p:nvPr/>
          </p:nvPicPr>
          <p:blipFill>
            <a:blip r:embed="rId4">
              <a:alphaModFix/>
            </a:blip>
            <a:stretch>
              <a:fillRect/>
            </a:stretch>
          </p:blipFill>
          <p:spPr>
            <a:xfrm>
              <a:off x="9686399" y="3448663"/>
              <a:ext cx="810100" cy="1023284"/>
            </a:xfrm>
            <a:prstGeom prst="rect">
              <a:avLst/>
            </a:prstGeom>
            <a:noFill/>
            <a:ln>
              <a:noFill/>
            </a:ln>
          </p:spPr>
        </p:pic>
      </p:grpSp>
    </p:spTree>
    <p:extLst>
      <p:ext uri="{BB962C8B-B14F-4D97-AF65-F5344CB8AC3E}">
        <p14:creationId xmlns:p14="http://schemas.microsoft.com/office/powerpoint/2010/main" val="79511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Disadvantages of IoT</a:t>
            </a:r>
          </a:p>
        </p:txBody>
      </p:sp>
      <p:grpSp>
        <p:nvGrpSpPr>
          <p:cNvPr id="37" name="Group 36"/>
          <p:cNvGrpSpPr/>
          <p:nvPr/>
        </p:nvGrpSpPr>
        <p:grpSpPr>
          <a:xfrm>
            <a:off x="1423160" y="982132"/>
            <a:ext cx="9040740" cy="4966196"/>
            <a:chOff x="395436" y="235148"/>
            <a:chExt cx="11609751" cy="5933433"/>
          </a:xfrm>
        </p:grpSpPr>
        <p:sp>
          <p:nvSpPr>
            <p:cNvPr id="3" name="Google Shape;355;g103686dfa1e_0_466"/>
            <p:cNvSpPr txBox="1"/>
            <p:nvPr/>
          </p:nvSpPr>
          <p:spPr>
            <a:xfrm>
              <a:off x="1202749" y="235148"/>
              <a:ext cx="9673800" cy="861900"/>
            </a:xfrm>
            <a:prstGeom prst="rect">
              <a:avLst/>
            </a:prstGeom>
            <a:noFill/>
            <a:ln>
              <a:noFill/>
            </a:ln>
          </p:spPr>
          <p:txBody>
            <a:bodyPr spcFirstLastPara="1" wrap="square" lIns="91425" tIns="45700" rIns="91425" bIns="45700" anchor="t" anchorCtr="0">
              <a:noAutofit/>
            </a:bodyPr>
            <a:lstStyle/>
            <a:p>
              <a:pPr algn="just" defTabSz="914400">
                <a:lnSpc>
                  <a:spcPct val="150000"/>
                </a:lnSpc>
                <a:spcAft>
                  <a:spcPts val="800"/>
                </a:spcAft>
              </a:pPr>
              <a:endParaRPr sz="3600" b="1" dirty="0">
                <a:solidFill>
                  <a:srgbClr val="5B9BD5"/>
                </a:solidFill>
              </a:endParaRPr>
            </a:p>
          </p:txBody>
        </p:sp>
        <p:grpSp>
          <p:nvGrpSpPr>
            <p:cNvPr id="4" name="Google Shape;356;g103686dfa1e_0_466"/>
            <p:cNvGrpSpPr/>
            <p:nvPr/>
          </p:nvGrpSpPr>
          <p:grpSpPr>
            <a:xfrm>
              <a:off x="395436" y="2390179"/>
              <a:ext cx="2773217" cy="3737101"/>
              <a:chOff x="395436" y="2364172"/>
              <a:chExt cx="2773217" cy="3737101"/>
            </a:xfrm>
          </p:grpSpPr>
          <p:sp>
            <p:nvSpPr>
              <p:cNvPr id="5" name="Google Shape;357;g103686dfa1e_0_466"/>
              <p:cNvSpPr/>
              <p:nvPr/>
            </p:nvSpPr>
            <p:spPr>
              <a:xfrm>
                <a:off x="746782" y="6016673"/>
                <a:ext cx="713100" cy="84600"/>
              </a:xfrm>
              <a:prstGeom prst="ellipse">
                <a:avLst/>
              </a:prstGeom>
              <a:solidFill>
                <a:srgbClr val="44546A">
                  <a:alpha val="20000"/>
                </a:srgbClr>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sp>
            <p:nvSpPr>
              <p:cNvPr id="6" name="Google Shape;358;g103686dfa1e_0_466"/>
              <p:cNvSpPr/>
              <p:nvPr/>
            </p:nvSpPr>
            <p:spPr>
              <a:xfrm>
                <a:off x="2142449" y="5974899"/>
                <a:ext cx="713100" cy="84600"/>
              </a:xfrm>
              <a:prstGeom prst="ellipse">
                <a:avLst/>
              </a:prstGeom>
              <a:solidFill>
                <a:srgbClr val="44546A">
                  <a:alpha val="20000"/>
                </a:srgbClr>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grpSp>
            <p:nvGrpSpPr>
              <p:cNvPr id="7" name="Google Shape;359;g103686dfa1e_0_466"/>
              <p:cNvGrpSpPr/>
              <p:nvPr/>
            </p:nvGrpSpPr>
            <p:grpSpPr>
              <a:xfrm>
                <a:off x="395436" y="2364172"/>
                <a:ext cx="2339598" cy="3604858"/>
                <a:chOff x="-788824" y="-554152"/>
                <a:chExt cx="4591047" cy="7073898"/>
              </a:xfrm>
            </p:grpSpPr>
            <p:sp>
              <p:nvSpPr>
                <p:cNvPr id="10" name="Google Shape;360;g103686dfa1e_0_466"/>
                <p:cNvSpPr/>
                <p:nvPr/>
              </p:nvSpPr>
              <p:spPr>
                <a:xfrm>
                  <a:off x="-788824" y="912698"/>
                  <a:ext cx="4360861" cy="5607048"/>
                </a:xfrm>
                <a:custGeom>
                  <a:avLst/>
                  <a:gdLst/>
                  <a:ahLst/>
                  <a:cxnLst/>
                  <a:rect l="l" t="t" r="r" b="b"/>
                  <a:pathLst>
                    <a:path w="1831" h="2335" extrusionOk="0">
                      <a:moveTo>
                        <a:pt x="1080" y="1234"/>
                      </a:moveTo>
                      <a:cubicBezTo>
                        <a:pt x="1012" y="1239"/>
                        <a:pt x="989" y="1262"/>
                        <a:pt x="977" y="1329"/>
                      </a:cubicBezTo>
                      <a:cubicBezTo>
                        <a:pt x="945" y="1516"/>
                        <a:pt x="912" y="1703"/>
                        <a:pt x="878" y="1889"/>
                      </a:cubicBezTo>
                      <a:cubicBezTo>
                        <a:pt x="857" y="2005"/>
                        <a:pt x="831" y="2119"/>
                        <a:pt x="807" y="2234"/>
                      </a:cubicBezTo>
                      <a:cubicBezTo>
                        <a:pt x="799" y="2276"/>
                        <a:pt x="750" y="2318"/>
                        <a:pt x="700" y="2326"/>
                      </a:cubicBezTo>
                      <a:cubicBezTo>
                        <a:pt x="646" y="2335"/>
                        <a:pt x="603" y="2313"/>
                        <a:pt x="575" y="2271"/>
                      </a:cubicBezTo>
                      <a:cubicBezTo>
                        <a:pt x="541" y="2216"/>
                        <a:pt x="547" y="2159"/>
                        <a:pt x="558" y="2102"/>
                      </a:cubicBezTo>
                      <a:cubicBezTo>
                        <a:pt x="585" y="1954"/>
                        <a:pt x="613" y="1806"/>
                        <a:pt x="641" y="1658"/>
                      </a:cubicBezTo>
                      <a:cubicBezTo>
                        <a:pt x="666" y="1526"/>
                        <a:pt x="688" y="1393"/>
                        <a:pt x="719" y="1262"/>
                      </a:cubicBezTo>
                      <a:cubicBezTo>
                        <a:pt x="737" y="1188"/>
                        <a:pt x="707" y="1129"/>
                        <a:pt x="682" y="1068"/>
                      </a:cubicBezTo>
                      <a:cubicBezTo>
                        <a:pt x="638" y="959"/>
                        <a:pt x="590" y="852"/>
                        <a:pt x="546" y="743"/>
                      </a:cubicBezTo>
                      <a:cubicBezTo>
                        <a:pt x="535" y="717"/>
                        <a:pt x="524" y="714"/>
                        <a:pt x="497" y="715"/>
                      </a:cubicBezTo>
                      <a:cubicBezTo>
                        <a:pt x="363" y="723"/>
                        <a:pt x="229" y="727"/>
                        <a:pt x="95" y="730"/>
                      </a:cubicBezTo>
                      <a:cubicBezTo>
                        <a:pt x="49" y="731"/>
                        <a:pt x="14" y="699"/>
                        <a:pt x="6" y="654"/>
                      </a:cubicBezTo>
                      <a:cubicBezTo>
                        <a:pt x="0" y="614"/>
                        <a:pt x="22" y="571"/>
                        <a:pt x="64" y="557"/>
                      </a:cubicBezTo>
                      <a:cubicBezTo>
                        <a:pt x="127" y="537"/>
                        <a:pt x="190" y="522"/>
                        <a:pt x="254" y="505"/>
                      </a:cubicBezTo>
                      <a:cubicBezTo>
                        <a:pt x="337" y="483"/>
                        <a:pt x="422" y="465"/>
                        <a:pt x="504" y="439"/>
                      </a:cubicBezTo>
                      <a:cubicBezTo>
                        <a:pt x="554" y="423"/>
                        <a:pt x="592" y="436"/>
                        <a:pt x="620" y="465"/>
                      </a:cubicBezTo>
                      <a:cubicBezTo>
                        <a:pt x="683" y="440"/>
                        <a:pt x="742" y="418"/>
                        <a:pt x="800" y="394"/>
                      </a:cubicBezTo>
                      <a:cubicBezTo>
                        <a:pt x="1044" y="292"/>
                        <a:pt x="1422" y="129"/>
                        <a:pt x="1666" y="26"/>
                      </a:cubicBezTo>
                      <a:cubicBezTo>
                        <a:pt x="1726" y="0"/>
                        <a:pt x="1783" y="15"/>
                        <a:pt x="1808" y="66"/>
                      </a:cubicBezTo>
                      <a:cubicBezTo>
                        <a:pt x="1831" y="114"/>
                        <a:pt x="1811" y="166"/>
                        <a:pt x="1751" y="193"/>
                      </a:cubicBezTo>
                      <a:cubicBezTo>
                        <a:pt x="1653" y="238"/>
                        <a:pt x="1419" y="338"/>
                        <a:pt x="1319" y="379"/>
                      </a:cubicBezTo>
                      <a:cubicBezTo>
                        <a:pt x="1241" y="411"/>
                        <a:pt x="1163" y="444"/>
                        <a:pt x="1083" y="474"/>
                      </a:cubicBezTo>
                      <a:cubicBezTo>
                        <a:pt x="1057" y="484"/>
                        <a:pt x="1056" y="498"/>
                        <a:pt x="1065" y="517"/>
                      </a:cubicBezTo>
                      <a:cubicBezTo>
                        <a:pt x="1151" y="723"/>
                        <a:pt x="1239" y="927"/>
                        <a:pt x="1326" y="1133"/>
                      </a:cubicBezTo>
                      <a:cubicBezTo>
                        <a:pt x="1408" y="1328"/>
                        <a:pt x="1488" y="1525"/>
                        <a:pt x="1570" y="1720"/>
                      </a:cubicBezTo>
                      <a:cubicBezTo>
                        <a:pt x="1622" y="1846"/>
                        <a:pt x="1675" y="1972"/>
                        <a:pt x="1729" y="2097"/>
                      </a:cubicBezTo>
                      <a:cubicBezTo>
                        <a:pt x="1761" y="2171"/>
                        <a:pt x="1731" y="2260"/>
                        <a:pt x="1661" y="2291"/>
                      </a:cubicBezTo>
                      <a:cubicBezTo>
                        <a:pt x="1601" y="2318"/>
                        <a:pt x="1521" y="2283"/>
                        <a:pt x="1491" y="2213"/>
                      </a:cubicBezTo>
                      <a:cubicBezTo>
                        <a:pt x="1421" y="2050"/>
                        <a:pt x="1353" y="1886"/>
                        <a:pt x="1285" y="1723"/>
                      </a:cubicBezTo>
                      <a:cubicBezTo>
                        <a:pt x="1216" y="1559"/>
                        <a:pt x="1148" y="1396"/>
                        <a:pt x="1080" y="1234"/>
                      </a:cubicBez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0" cap="none" spc="0" normalizeH="0" baseline="0" noProof="0">
                    <a:ln>
                      <a:noFill/>
                    </a:ln>
                    <a:solidFill>
                      <a:prstClr val="black"/>
                    </a:solidFill>
                    <a:effectLst/>
                    <a:uLnTx/>
                    <a:uFillTx/>
                    <a:ea typeface="Calibri"/>
                    <a:cs typeface="Calibri"/>
                    <a:sym typeface="Calibri"/>
                  </a:endParaRPr>
                </a:p>
              </p:txBody>
            </p:sp>
            <p:sp>
              <p:nvSpPr>
                <p:cNvPr id="11" name="Google Shape;361;g103686dfa1e_0_466"/>
                <p:cNvSpPr/>
                <p:nvPr/>
              </p:nvSpPr>
              <p:spPr>
                <a:xfrm>
                  <a:off x="101764" y="752359"/>
                  <a:ext cx="1157288" cy="1160464"/>
                </a:xfrm>
                <a:custGeom>
                  <a:avLst/>
                  <a:gdLst/>
                  <a:ahLst/>
                  <a:cxnLst/>
                  <a:rect l="l" t="t" r="r" b="b"/>
                  <a:pathLst>
                    <a:path w="486" h="483" extrusionOk="0">
                      <a:moveTo>
                        <a:pt x="479" y="244"/>
                      </a:moveTo>
                      <a:cubicBezTo>
                        <a:pt x="479" y="371"/>
                        <a:pt x="366" y="483"/>
                        <a:pt x="241" y="481"/>
                      </a:cubicBezTo>
                      <a:cubicBezTo>
                        <a:pt x="109" y="478"/>
                        <a:pt x="0" y="369"/>
                        <a:pt x="1" y="240"/>
                      </a:cubicBezTo>
                      <a:cubicBezTo>
                        <a:pt x="1" y="113"/>
                        <a:pt x="111" y="2"/>
                        <a:pt x="238" y="1"/>
                      </a:cubicBezTo>
                      <a:cubicBezTo>
                        <a:pt x="368" y="0"/>
                        <a:pt x="486" y="118"/>
                        <a:pt x="479" y="244"/>
                      </a:cubicBez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0" cap="none" spc="0" normalizeH="0" baseline="0" noProof="0">
                    <a:ln>
                      <a:noFill/>
                    </a:ln>
                    <a:solidFill>
                      <a:prstClr val="black"/>
                    </a:solidFill>
                    <a:effectLst/>
                    <a:uLnTx/>
                    <a:uFillTx/>
                    <a:ea typeface="Calibri"/>
                    <a:cs typeface="Calibri"/>
                    <a:sym typeface="Calibri"/>
                  </a:endParaRPr>
                </a:p>
              </p:txBody>
            </p:sp>
            <p:sp>
              <p:nvSpPr>
                <p:cNvPr id="12" name="Google Shape;362;g103686dfa1e_0_466"/>
                <p:cNvSpPr/>
                <p:nvPr/>
              </p:nvSpPr>
              <p:spPr>
                <a:xfrm>
                  <a:off x="1476537" y="-554152"/>
                  <a:ext cx="2325686" cy="4094159"/>
                </a:xfrm>
                <a:custGeom>
                  <a:avLst/>
                  <a:gdLst/>
                  <a:ahLst/>
                  <a:cxnLst/>
                  <a:rect l="l" t="t" r="r" b="b"/>
                  <a:pathLst>
                    <a:path w="977" h="1705" extrusionOk="0">
                      <a:moveTo>
                        <a:pt x="0" y="106"/>
                      </a:moveTo>
                      <a:cubicBezTo>
                        <a:pt x="19" y="158"/>
                        <a:pt x="19" y="158"/>
                        <a:pt x="19" y="158"/>
                      </a:cubicBezTo>
                      <a:cubicBezTo>
                        <a:pt x="285" y="61"/>
                        <a:pt x="626" y="326"/>
                        <a:pt x="772" y="730"/>
                      </a:cubicBezTo>
                      <a:cubicBezTo>
                        <a:pt x="919" y="1135"/>
                        <a:pt x="826" y="1552"/>
                        <a:pt x="559" y="1649"/>
                      </a:cubicBezTo>
                      <a:cubicBezTo>
                        <a:pt x="580" y="1705"/>
                        <a:pt x="580" y="1705"/>
                        <a:pt x="580" y="1705"/>
                      </a:cubicBezTo>
                      <a:cubicBezTo>
                        <a:pt x="871" y="1600"/>
                        <a:pt x="977" y="1156"/>
                        <a:pt x="817" y="714"/>
                      </a:cubicBezTo>
                      <a:cubicBezTo>
                        <a:pt x="656" y="273"/>
                        <a:pt x="291" y="0"/>
                        <a:pt x="0" y="106"/>
                      </a:cubicBez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0" cap="none" spc="0" normalizeH="0" baseline="0" noProof="0">
                    <a:ln>
                      <a:noFill/>
                    </a:ln>
                    <a:solidFill>
                      <a:prstClr val="black"/>
                    </a:solidFill>
                    <a:effectLst/>
                    <a:uLnTx/>
                    <a:uFillTx/>
                    <a:ea typeface="Calibri"/>
                    <a:cs typeface="Calibri"/>
                    <a:sym typeface="Calibri"/>
                  </a:endParaRPr>
                </a:p>
              </p:txBody>
            </p:sp>
            <p:sp>
              <p:nvSpPr>
                <p:cNvPr id="13" name="Google Shape;363;g103686dfa1e_0_466"/>
                <p:cNvSpPr/>
                <p:nvPr/>
              </p:nvSpPr>
              <p:spPr>
                <a:xfrm>
                  <a:off x="1435263" y="-300152"/>
                  <a:ext cx="1422400" cy="3854449"/>
                </a:xfrm>
                <a:custGeom>
                  <a:avLst/>
                  <a:gdLst/>
                  <a:ahLst/>
                  <a:cxnLst/>
                  <a:rect l="l" t="t" r="r" b="b"/>
                  <a:pathLst>
                    <a:path w="896" h="2428" extrusionOk="0">
                      <a:moveTo>
                        <a:pt x="870" y="2428"/>
                      </a:moveTo>
                      <a:lnTo>
                        <a:pt x="896" y="2419"/>
                      </a:lnTo>
                      <a:lnTo>
                        <a:pt x="26" y="0"/>
                      </a:lnTo>
                      <a:lnTo>
                        <a:pt x="0" y="9"/>
                      </a:lnTo>
                      <a:lnTo>
                        <a:pt x="870" y="2428"/>
                      </a:ln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0" cap="none" spc="0" normalizeH="0" baseline="0" noProof="0">
                    <a:ln>
                      <a:noFill/>
                    </a:ln>
                    <a:solidFill>
                      <a:srgbClr val="282F39"/>
                    </a:solidFill>
                    <a:effectLst/>
                    <a:uLnTx/>
                    <a:uFillTx/>
                    <a:ea typeface="Calibri"/>
                    <a:cs typeface="Calibri"/>
                    <a:sym typeface="Calibri"/>
                  </a:endParaRPr>
                </a:p>
              </p:txBody>
            </p:sp>
          </p:grpSp>
          <p:cxnSp>
            <p:nvCxnSpPr>
              <p:cNvPr id="8" name="Google Shape;364;g103686dfa1e_0_466"/>
              <p:cNvCxnSpPr/>
              <p:nvPr/>
            </p:nvCxnSpPr>
            <p:spPr>
              <a:xfrm rot="10800000" flipH="1">
                <a:off x="1134661" y="3063508"/>
                <a:ext cx="1774798" cy="746700"/>
              </a:xfrm>
              <a:prstGeom prst="straightConnector1">
                <a:avLst/>
              </a:prstGeom>
              <a:noFill/>
              <a:ln w="38100" cap="flat" cmpd="sng">
                <a:solidFill>
                  <a:srgbClr val="FFC000"/>
                </a:solidFill>
                <a:prstDash val="solid"/>
                <a:miter lim="800000"/>
                <a:headEnd type="none" w="sm" len="sm"/>
                <a:tailEnd type="none" w="sm" len="sm"/>
              </a:ln>
            </p:spPr>
          </p:cxnSp>
          <p:sp>
            <p:nvSpPr>
              <p:cNvPr id="9" name="Google Shape;365;g103686dfa1e_0_466"/>
              <p:cNvSpPr/>
              <p:nvPr/>
            </p:nvSpPr>
            <p:spPr>
              <a:xfrm rot="4080885">
                <a:off x="2879886" y="2867453"/>
                <a:ext cx="208351" cy="369183"/>
              </a:xfrm>
              <a:prstGeom prst="triangle">
                <a:avLst>
                  <a:gd name="adj" fmla="val 50000"/>
                </a:avLst>
              </a:prstGeom>
              <a:solidFill>
                <a:srgbClr val="FFC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grpSp>
        <p:sp>
          <p:nvSpPr>
            <p:cNvPr id="14" name="Google Shape;366;g103686dfa1e_0_466"/>
            <p:cNvSpPr/>
            <p:nvPr/>
          </p:nvSpPr>
          <p:spPr>
            <a:xfrm>
              <a:off x="9901288" y="5945381"/>
              <a:ext cx="2103899" cy="223200"/>
            </a:xfrm>
            <a:prstGeom prst="ellipse">
              <a:avLst/>
            </a:prstGeom>
            <a:solidFill>
              <a:srgbClr val="44546A">
                <a:alpha val="9800"/>
              </a:srgbClr>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sp>
          <p:nvSpPr>
            <p:cNvPr id="15" name="Google Shape;367;g103686dfa1e_0_466"/>
            <p:cNvSpPr/>
            <p:nvPr/>
          </p:nvSpPr>
          <p:spPr>
            <a:xfrm rot="20232741">
              <a:off x="11197432" y="5081552"/>
              <a:ext cx="181246" cy="1010196"/>
            </a:xfrm>
            <a:prstGeom prst="roundRect">
              <a:avLst>
                <a:gd name="adj" fmla="val 16667"/>
              </a:avLst>
            </a:prstGeom>
            <a:solidFill>
              <a:srgbClr val="4472C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sp>
          <p:nvSpPr>
            <p:cNvPr id="16" name="Google Shape;368;g103686dfa1e_0_466"/>
            <p:cNvSpPr/>
            <p:nvPr/>
          </p:nvSpPr>
          <p:spPr>
            <a:xfrm rot="1309340">
              <a:off x="10442160" y="5430085"/>
              <a:ext cx="152530" cy="617418"/>
            </a:xfrm>
            <a:prstGeom prst="roundRect">
              <a:avLst>
                <a:gd name="adj" fmla="val 16667"/>
              </a:avLst>
            </a:prstGeom>
            <a:solidFill>
              <a:srgbClr val="4472C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grpSp>
          <p:nvGrpSpPr>
            <p:cNvPr id="17" name="Google Shape;369;g103686dfa1e_0_466"/>
            <p:cNvGrpSpPr/>
            <p:nvPr/>
          </p:nvGrpSpPr>
          <p:grpSpPr>
            <a:xfrm rot="535459">
              <a:off x="9880315" y="2391952"/>
              <a:ext cx="1800961" cy="3120989"/>
              <a:chOff x="7217623" y="3120313"/>
              <a:chExt cx="2086500" cy="2086500"/>
            </a:xfrm>
          </p:grpSpPr>
          <p:sp>
            <p:nvSpPr>
              <p:cNvPr id="18" name="Google Shape;370;g103686dfa1e_0_466"/>
              <p:cNvSpPr/>
              <p:nvPr/>
            </p:nvSpPr>
            <p:spPr>
              <a:xfrm>
                <a:off x="7217623" y="3120313"/>
                <a:ext cx="2086500" cy="2086500"/>
              </a:xfrm>
              <a:prstGeom prst="donut">
                <a:avLst>
                  <a:gd name="adj" fmla="val 8909"/>
                </a:avLst>
              </a:prstGeom>
              <a:solidFill>
                <a:sysClr val="windowText" lastClr="000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282F39"/>
                  </a:solidFill>
                  <a:effectLst/>
                  <a:uLnTx/>
                  <a:uFillTx/>
                  <a:ea typeface="Calibri"/>
                  <a:cs typeface="Calibri"/>
                  <a:sym typeface="Calibri"/>
                </a:endParaRPr>
              </a:p>
            </p:txBody>
          </p:sp>
          <p:sp>
            <p:nvSpPr>
              <p:cNvPr id="19" name="Google Shape;371;g103686dfa1e_0_466"/>
              <p:cNvSpPr/>
              <p:nvPr/>
            </p:nvSpPr>
            <p:spPr>
              <a:xfrm>
                <a:off x="7555444" y="3458282"/>
                <a:ext cx="1410899" cy="1410900"/>
              </a:xfrm>
              <a:prstGeom prst="donut">
                <a:avLst>
                  <a:gd name="adj" fmla="val 11275"/>
                </a:avLst>
              </a:prstGeom>
              <a:solidFill>
                <a:sysClr val="windowText" lastClr="000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282F39"/>
                  </a:solidFill>
                  <a:effectLst/>
                  <a:uLnTx/>
                  <a:uFillTx/>
                  <a:ea typeface="Calibri"/>
                  <a:cs typeface="Calibri"/>
                  <a:sym typeface="Calibri"/>
                </a:endParaRPr>
              </a:p>
            </p:txBody>
          </p:sp>
          <p:sp>
            <p:nvSpPr>
              <p:cNvPr id="20" name="Google Shape;372;g103686dfa1e_0_466"/>
              <p:cNvSpPr/>
              <p:nvPr/>
            </p:nvSpPr>
            <p:spPr>
              <a:xfrm>
                <a:off x="7881885" y="3773907"/>
                <a:ext cx="779699" cy="779700"/>
              </a:xfrm>
              <a:prstGeom prst="donut">
                <a:avLst>
                  <a:gd name="adj" fmla="val 17518"/>
                </a:avLst>
              </a:prstGeom>
              <a:solidFill>
                <a:sysClr val="windowText" lastClr="000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282F39"/>
                  </a:solidFill>
                  <a:effectLst/>
                  <a:uLnTx/>
                  <a:uFillTx/>
                  <a:ea typeface="Calibri"/>
                  <a:cs typeface="Calibri"/>
                  <a:sym typeface="Calibri"/>
                </a:endParaRPr>
              </a:p>
            </p:txBody>
          </p:sp>
          <p:sp>
            <p:nvSpPr>
              <p:cNvPr id="21" name="Google Shape;373;g103686dfa1e_0_466"/>
              <p:cNvSpPr/>
              <p:nvPr/>
            </p:nvSpPr>
            <p:spPr>
              <a:xfrm>
                <a:off x="8128819" y="4019388"/>
                <a:ext cx="285900" cy="285900"/>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grpSp>
        <p:sp>
          <p:nvSpPr>
            <p:cNvPr id="22" name="Google Shape;374;g103686dfa1e_0_466"/>
            <p:cNvSpPr txBox="1"/>
            <p:nvPr/>
          </p:nvSpPr>
          <p:spPr>
            <a:xfrm>
              <a:off x="3365486" y="4569866"/>
              <a:ext cx="1177200" cy="1015800"/>
            </a:xfrm>
            <a:prstGeom prst="rect">
              <a:avLst/>
            </a:prstGeom>
            <a:noFill/>
            <a:ln>
              <a:noFill/>
            </a:ln>
          </p:spPr>
          <p:txBody>
            <a:bodyPr spcFirstLastPara="1" wrap="square" lIns="91425" tIns="45700" rIns="91425" bIns="45700" anchor="t" anchorCtr="0">
              <a:noAutofit/>
            </a:bodyPr>
            <a:lstStyle/>
            <a:p>
              <a:pPr algn="ctr" defTabSz="914400">
                <a:buClr>
                  <a:srgbClr val="FCB414"/>
                </a:buClr>
                <a:buSzPts val="6000"/>
                <a:buFont typeface="Open Sans"/>
                <a:buNone/>
              </a:pPr>
              <a:r>
                <a:rPr lang="en-US" sz="6000" b="1" dirty="0">
                  <a:solidFill>
                    <a:srgbClr val="FCB414"/>
                  </a:solidFill>
                  <a:ea typeface="Open Sans"/>
                  <a:cs typeface="Open Sans"/>
                  <a:sym typeface="Open Sans"/>
                </a:rPr>
                <a:t>03</a:t>
              </a:r>
              <a:endParaRPr sz="6000" b="1" dirty="0">
                <a:solidFill>
                  <a:srgbClr val="FCB414"/>
                </a:solidFill>
                <a:ea typeface="Arial"/>
                <a:cs typeface="Arial"/>
                <a:sym typeface="Arial"/>
              </a:endParaRPr>
            </a:p>
          </p:txBody>
        </p:sp>
        <p:sp>
          <p:nvSpPr>
            <p:cNvPr id="23" name="Google Shape;375;g103686dfa1e_0_466"/>
            <p:cNvSpPr txBox="1"/>
            <p:nvPr/>
          </p:nvSpPr>
          <p:spPr>
            <a:xfrm>
              <a:off x="3266182" y="2218163"/>
              <a:ext cx="1375800" cy="1015800"/>
            </a:xfrm>
            <a:prstGeom prst="rect">
              <a:avLst/>
            </a:prstGeom>
            <a:noFill/>
            <a:ln>
              <a:noFill/>
            </a:ln>
          </p:spPr>
          <p:txBody>
            <a:bodyPr spcFirstLastPara="1" wrap="square" lIns="91425" tIns="45700" rIns="91425" bIns="45700" anchor="t" anchorCtr="0">
              <a:noAutofit/>
            </a:bodyPr>
            <a:lstStyle/>
            <a:p>
              <a:pPr algn="ctr" defTabSz="914400">
                <a:buClr>
                  <a:srgbClr val="CB1B4A"/>
                </a:buClr>
                <a:buSzPts val="6000"/>
                <a:buFont typeface="Open Sans"/>
                <a:buNone/>
              </a:pPr>
              <a:r>
                <a:rPr lang="en-US" sz="6000" b="1" dirty="0">
                  <a:solidFill>
                    <a:srgbClr val="CB1B4A"/>
                  </a:solidFill>
                  <a:ea typeface="Open Sans"/>
                  <a:cs typeface="Open Sans"/>
                  <a:sym typeface="Open Sans"/>
                </a:rPr>
                <a:t>01</a:t>
              </a:r>
              <a:endParaRPr sz="6000" b="1" dirty="0">
                <a:solidFill>
                  <a:srgbClr val="CB1B4A"/>
                </a:solidFill>
                <a:ea typeface="Arial"/>
                <a:cs typeface="Arial"/>
                <a:sym typeface="Arial"/>
              </a:endParaRPr>
            </a:p>
          </p:txBody>
        </p:sp>
        <p:sp>
          <p:nvSpPr>
            <p:cNvPr id="24" name="Google Shape;376;g103686dfa1e_0_466"/>
            <p:cNvSpPr txBox="1"/>
            <p:nvPr/>
          </p:nvSpPr>
          <p:spPr>
            <a:xfrm>
              <a:off x="4454782" y="2624276"/>
              <a:ext cx="4272593" cy="646200"/>
            </a:xfrm>
            <a:prstGeom prst="rect">
              <a:avLst/>
            </a:prstGeom>
            <a:noFill/>
            <a:ln>
              <a:noFill/>
            </a:ln>
          </p:spPr>
          <p:txBody>
            <a:bodyPr spcFirstLastPara="1" wrap="square" lIns="91425" tIns="45700" rIns="91425" bIns="45700" anchor="t" anchorCtr="0">
              <a:noAutofit/>
            </a:bodyPr>
            <a:lstStyle/>
            <a:p>
              <a:pPr algn="just" defTabSz="914400">
                <a:buClr>
                  <a:prstClr val="black"/>
                </a:buClr>
                <a:buSzPts val="1200"/>
                <a:buFont typeface="Open Sans"/>
                <a:buNone/>
              </a:pPr>
              <a:r>
                <a:rPr lang="en-US" sz="2200" b="1" dirty="0">
                  <a:solidFill>
                    <a:srgbClr val="C00000"/>
                  </a:solidFill>
                  <a:ea typeface="Calibri"/>
                  <a:cs typeface="Calibri"/>
                  <a:sym typeface="Calibri"/>
                </a:rPr>
                <a:t>Security </a:t>
              </a:r>
              <a:r>
                <a:rPr lang="en-US" sz="2200" b="1" dirty="0">
                  <a:solidFill>
                    <a:srgbClr val="C00000"/>
                  </a:solidFill>
                  <a:ea typeface="Open Sans"/>
                  <a:cs typeface="Open Sans"/>
                  <a:sym typeface="Calibri"/>
                </a:rPr>
                <a:t>Network Attacks  </a:t>
              </a:r>
              <a:r>
                <a:rPr lang="en-US" sz="2200" b="1" dirty="0">
                  <a:solidFill>
                    <a:srgbClr val="C00000"/>
                  </a:solidFill>
                  <a:ea typeface="Open Sans"/>
                  <a:cs typeface="Open Sans"/>
                  <a:sym typeface="Open Sans"/>
                </a:rPr>
                <a:t> </a:t>
              </a:r>
              <a:endParaRPr sz="2200" b="1" dirty="0">
                <a:solidFill>
                  <a:srgbClr val="C00000"/>
                </a:solidFill>
                <a:sym typeface="Arial"/>
              </a:endParaRPr>
            </a:p>
          </p:txBody>
        </p:sp>
        <p:sp>
          <p:nvSpPr>
            <p:cNvPr id="25" name="Google Shape;377;g103686dfa1e_0_466"/>
            <p:cNvSpPr txBox="1"/>
            <p:nvPr/>
          </p:nvSpPr>
          <p:spPr>
            <a:xfrm>
              <a:off x="4481259" y="3806406"/>
              <a:ext cx="2139000" cy="646200"/>
            </a:xfrm>
            <a:prstGeom prst="rect">
              <a:avLst/>
            </a:prstGeom>
            <a:noFill/>
            <a:ln>
              <a:noFill/>
            </a:ln>
          </p:spPr>
          <p:txBody>
            <a:bodyPr spcFirstLastPara="1" wrap="square" lIns="91425" tIns="45700" rIns="91425" bIns="45700" anchor="t" anchorCtr="0">
              <a:noAutofit/>
            </a:bodyPr>
            <a:lstStyle/>
            <a:p>
              <a:pPr algn="just" defTabSz="914400">
                <a:buClr>
                  <a:prstClr val="black"/>
                </a:buClr>
                <a:buSzPts val="1200"/>
                <a:buFont typeface="Open Sans"/>
                <a:buNone/>
              </a:pPr>
              <a:r>
                <a:rPr lang="en-US" sz="2200" b="1" dirty="0">
                  <a:solidFill>
                    <a:srgbClr val="00B0F0"/>
                  </a:solidFill>
                  <a:ea typeface="Calibri"/>
                  <a:cs typeface="Calibri"/>
                  <a:sym typeface="Calibri"/>
                </a:rPr>
                <a:t>Privacy</a:t>
              </a:r>
              <a:r>
                <a:rPr lang="en-US" sz="2200" b="1" dirty="0">
                  <a:solidFill>
                    <a:srgbClr val="00B0F0"/>
                  </a:solidFill>
                  <a:ea typeface="Open Sans"/>
                  <a:cs typeface="Open Sans"/>
                  <a:sym typeface="Open Sans"/>
                </a:rPr>
                <a:t> </a:t>
              </a:r>
              <a:endParaRPr sz="2200" b="1" dirty="0">
                <a:solidFill>
                  <a:srgbClr val="00B0F0"/>
                </a:solidFill>
                <a:sym typeface="Arial"/>
              </a:endParaRPr>
            </a:p>
          </p:txBody>
        </p:sp>
        <p:sp>
          <p:nvSpPr>
            <p:cNvPr id="26" name="Google Shape;378;g103686dfa1e_0_466"/>
            <p:cNvSpPr txBox="1"/>
            <p:nvPr/>
          </p:nvSpPr>
          <p:spPr>
            <a:xfrm>
              <a:off x="4523708" y="4757507"/>
              <a:ext cx="4883269" cy="890282"/>
            </a:xfrm>
            <a:prstGeom prst="rect">
              <a:avLst/>
            </a:prstGeom>
            <a:noFill/>
            <a:ln>
              <a:noFill/>
            </a:ln>
          </p:spPr>
          <p:txBody>
            <a:bodyPr spcFirstLastPara="1" wrap="square" lIns="91425" tIns="45700" rIns="91425" bIns="45700" anchor="t" anchorCtr="0">
              <a:noAutofit/>
            </a:bodyPr>
            <a:lstStyle/>
            <a:p>
              <a:pPr defTabSz="914400"/>
              <a:r>
                <a:rPr lang="en-US" sz="2000" b="1" dirty="0">
                  <a:solidFill>
                    <a:srgbClr val="FFC000"/>
                  </a:solidFill>
                  <a:ea typeface="Calibri"/>
                  <a:cs typeface="Calibri"/>
                  <a:sym typeface="Calibri"/>
                </a:rPr>
                <a:t>Complexity </a:t>
              </a:r>
              <a:r>
                <a:rPr lang="en-US" sz="2000" b="1" dirty="0">
                  <a:solidFill>
                    <a:srgbClr val="FFC000"/>
                  </a:solidFill>
                  <a:ea typeface="Calibri"/>
                  <a:cs typeface="Calibri"/>
                </a:rPr>
                <a:t>Designing, Developing, and Maintaining</a:t>
              </a:r>
            </a:p>
            <a:p>
              <a:pPr algn="just" defTabSz="914400">
                <a:lnSpc>
                  <a:spcPct val="150000"/>
                </a:lnSpc>
                <a:spcAft>
                  <a:spcPts val="800"/>
                </a:spcAft>
              </a:pPr>
              <a:endParaRPr lang="en-US" sz="2200" b="1" dirty="0">
                <a:solidFill>
                  <a:srgbClr val="FFC000"/>
                </a:solidFill>
                <a:ea typeface="Calibri"/>
                <a:cs typeface="Calibri"/>
                <a:sym typeface="Calibri"/>
              </a:endParaRPr>
            </a:p>
          </p:txBody>
        </p:sp>
        <p:sp>
          <p:nvSpPr>
            <p:cNvPr id="27" name="Google Shape;379;g103686dfa1e_0_466"/>
            <p:cNvSpPr txBox="1"/>
            <p:nvPr/>
          </p:nvSpPr>
          <p:spPr>
            <a:xfrm>
              <a:off x="3266182" y="3422793"/>
              <a:ext cx="1375800" cy="1015800"/>
            </a:xfrm>
            <a:prstGeom prst="rect">
              <a:avLst/>
            </a:prstGeom>
            <a:noFill/>
            <a:ln>
              <a:noFill/>
            </a:ln>
          </p:spPr>
          <p:txBody>
            <a:bodyPr spcFirstLastPara="1" wrap="square" lIns="91425" tIns="45700" rIns="91425" bIns="45700" anchor="t" anchorCtr="0">
              <a:noAutofit/>
            </a:bodyPr>
            <a:lstStyle/>
            <a:p>
              <a:pPr algn="ctr" defTabSz="914400">
                <a:buClr>
                  <a:srgbClr val="42AFB6"/>
                </a:buClr>
                <a:buSzPts val="6000"/>
                <a:buFont typeface="Open Sans"/>
                <a:buNone/>
              </a:pPr>
              <a:r>
                <a:rPr lang="en-US" sz="6000" b="1" dirty="0">
                  <a:solidFill>
                    <a:srgbClr val="42AFB6"/>
                  </a:solidFill>
                  <a:ea typeface="Open Sans"/>
                  <a:cs typeface="Open Sans"/>
                  <a:sym typeface="Open Sans"/>
                </a:rPr>
                <a:t>02</a:t>
              </a:r>
              <a:endParaRPr sz="6000" b="1" dirty="0">
                <a:solidFill>
                  <a:srgbClr val="42AFB6"/>
                </a:solidFill>
                <a:ea typeface="Arial"/>
                <a:cs typeface="Arial"/>
                <a:sym typeface="Arial"/>
              </a:endParaRPr>
            </a:p>
          </p:txBody>
        </p:sp>
        <p:grpSp>
          <p:nvGrpSpPr>
            <p:cNvPr id="28" name="Google Shape;380;g103686dfa1e_0_466"/>
            <p:cNvGrpSpPr/>
            <p:nvPr/>
          </p:nvGrpSpPr>
          <p:grpSpPr>
            <a:xfrm rot="1434573">
              <a:off x="8768519" y="3524211"/>
              <a:ext cx="1930099" cy="838571"/>
              <a:chOff x="9341272" y="1052584"/>
              <a:chExt cx="1930065" cy="838558"/>
            </a:xfrm>
          </p:grpSpPr>
          <p:cxnSp>
            <p:nvCxnSpPr>
              <p:cNvPr id="29" name="Google Shape;381;g103686dfa1e_0_466"/>
              <p:cNvCxnSpPr/>
              <p:nvPr/>
            </p:nvCxnSpPr>
            <p:spPr>
              <a:xfrm rot="10800000" flipH="1">
                <a:off x="9341272" y="1144438"/>
                <a:ext cx="1774799" cy="746704"/>
              </a:xfrm>
              <a:prstGeom prst="straightConnector1">
                <a:avLst/>
              </a:prstGeom>
              <a:noFill/>
              <a:ln w="38100" cap="flat" cmpd="sng">
                <a:solidFill>
                  <a:srgbClr val="FFC000"/>
                </a:solidFill>
                <a:prstDash val="solid"/>
                <a:miter lim="800000"/>
                <a:headEnd type="none" w="sm" len="sm"/>
                <a:tailEnd type="none" w="sm" len="sm"/>
              </a:ln>
            </p:spPr>
          </p:cxnSp>
          <p:sp>
            <p:nvSpPr>
              <p:cNvPr id="30" name="Google Shape;382;g103686dfa1e_0_466"/>
              <p:cNvSpPr/>
              <p:nvPr/>
            </p:nvSpPr>
            <p:spPr>
              <a:xfrm rot="4080885">
                <a:off x="10982571" y="972167"/>
                <a:ext cx="208350" cy="369183"/>
              </a:xfrm>
              <a:prstGeom prst="triangle">
                <a:avLst>
                  <a:gd name="adj" fmla="val 50000"/>
                </a:avLst>
              </a:prstGeom>
              <a:solidFill>
                <a:srgbClr val="FFC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grpSp>
        <p:grpSp>
          <p:nvGrpSpPr>
            <p:cNvPr id="31" name="Google Shape;383;g103686dfa1e_0_466"/>
            <p:cNvGrpSpPr/>
            <p:nvPr/>
          </p:nvGrpSpPr>
          <p:grpSpPr>
            <a:xfrm rot="487758">
              <a:off x="8876577" y="4497128"/>
              <a:ext cx="1929710" cy="841221"/>
              <a:chOff x="9315851" y="1284429"/>
              <a:chExt cx="1929809" cy="841264"/>
            </a:xfrm>
          </p:grpSpPr>
          <p:cxnSp>
            <p:nvCxnSpPr>
              <p:cNvPr id="32" name="Google Shape;384;g103686dfa1e_0_466"/>
              <p:cNvCxnSpPr/>
              <p:nvPr/>
            </p:nvCxnSpPr>
            <p:spPr>
              <a:xfrm rot="10800000" flipH="1">
                <a:off x="9315851" y="1378993"/>
                <a:ext cx="1774791" cy="746700"/>
              </a:xfrm>
              <a:prstGeom prst="straightConnector1">
                <a:avLst/>
              </a:prstGeom>
              <a:noFill/>
              <a:ln w="38100" cap="flat" cmpd="sng">
                <a:solidFill>
                  <a:srgbClr val="ED7D31"/>
                </a:solidFill>
                <a:prstDash val="solid"/>
                <a:miter lim="800000"/>
                <a:headEnd type="none" w="sm" len="sm"/>
                <a:tailEnd type="none" w="sm" len="sm"/>
              </a:ln>
            </p:spPr>
          </p:cxnSp>
          <p:sp>
            <p:nvSpPr>
              <p:cNvPr id="33" name="Google Shape;385;g103686dfa1e_0_466"/>
              <p:cNvSpPr/>
              <p:nvPr/>
            </p:nvSpPr>
            <p:spPr>
              <a:xfrm rot="4080885">
                <a:off x="10956893" y="1204013"/>
                <a:ext cx="208351" cy="369183"/>
              </a:xfrm>
              <a:prstGeom prst="triangle">
                <a:avLst>
                  <a:gd name="adj" fmla="val 50000"/>
                </a:avLst>
              </a:prstGeom>
              <a:solidFill>
                <a:srgbClr val="ED7D31"/>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grpSp>
        <p:grpSp>
          <p:nvGrpSpPr>
            <p:cNvPr id="34" name="Google Shape;386;g103686dfa1e_0_466"/>
            <p:cNvGrpSpPr/>
            <p:nvPr/>
          </p:nvGrpSpPr>
          <p:grpSpPr>
            <a:xfrm rot="2094733">
              <a:off x="8928163" y="2048756"/>
              <a:ext cx="1929771" cy="840913"/>
              <a:chOff x="9317907" y="887001"/>
              <a:chExt cx="1929838" cy="840946"/>
            </a:xfrm>
          </p:grpSpPr>
          <p:cxnSp>
            <p:nvCxnSpPr>
              <p:cNvPr id="35" name="Google Shape;387;g103686dfa1e_0_466"/>
              <p:cNvCxnSpPr/>
              <p:nvPr/>
            </p:nvCxnSpPr>
            <p:spPr>
              <a:xfrm rot="10800000" flipH="1">
                <a:off x="9317907" y="981248"/>
                <a:ext cx="1774800" cy="746699"/>
              </a:xfrm>
              <a:prstGeom prst="straightConnector1">
                <a:avLst/>
              </a:prstGeom>
              <a:noFill/>
              <a:ln w="38100" cap="flat" cmpd="sng">
                <a:solidFill>
                  <a:srgbClr val="4472C4"/>
                </a:solidFill>
                <a:prstDash val="solid"/>
                <a:miter lim="800000"/>
                <a:headEnd type="none" w="sm" len="sm"/>
                <a:tailEnd type="none" w="sm" len="sm"/>
              </a:ln>
            </p:spPr>
          </p:cxnSp>
          <p:sp>
            <p:nvSpPr>
              <p:cNvPr id="36" name="Google Shape;388;g103686dfa1e_0_466"/>
              <p:cNvSpPr/>
              <p:nvPr/>
            </p:nvSpPr>
            <p:spPr>
              <a:xfrm rot="4080885">
                <a:off x="10958978" y="806585"/>
                <a:ext cx="208351" cy="369183"/>
              </a:xfrm>
              <a:prstGeom prst="triangle">
                <a:avLst>
                  <a:gd name="adj" fmla="val 50000"/>
                </a:avLst>
              </a:prstGeom>
              <a:solidFill>
                <a:srgbClr val="4472C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grpSp>
      </p:grpSp>
    </p:spTree>
    <p:extLst>
      <p:ext uri="{BB962C8B-B14F-4D97-AF65-F5344CB8AC3E}">
        <p14:creationId xmlns:p14="http://schemas.microsoft.com/office/powerpoint/2010/main" val="20946061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p:cNvSpPr txBox="1">
            <a:spLocks/>
          </p:cNvSpPr>
          <p:nvPr/>
        </p:nvSpPr>
        <p:spPr>
          <a:xfrm>
            <a:off x="918254" y="1567543"/>
            <a:ext cx="5417232" cy="4572000"/>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lgn="just">
              <a:buFont typeface="Arial" panose="020B0604020202020204" pitchFamily="34" charset="0"/>
              <a:buChar char="•"/>
            </a:pPr>
            <a:r>
              <a:rPr lang="en-US" sz="1800" dirty="0"/>
              <a:t>Monitor – Machineries, Vehicles, Crops and Livestock </a:t>
            </a:r>
          </a:p>
          <a:p>
            <a:pPr algn="just">
              <a:buFont typeface="Arial" panose="020B0604020202020204" pitchFamily="34" charset="0"/>
              <a:buChar char="•"/>
            </a:pPr>
            <a:r>
              <a:rPr lang="en-US" sz="1800" dirty="0"/>
              <a:t>Monitor anywhere, either continuously or at regular intervals</a:t>
            </a:r>
          </a:p>
          <a:p>
            <a:pPr algn="just">
              <a:buFont typeface="Arial" panose="020B0604020202020204" pitchFamily="34" charset="0"/>
              <a:buChar char="•"/>
            </a:pPr>
            <a:r>
              <a:rPr lang="en-US" sz="1800" dirty="0"/>
              <a:t>Track location, performance, condition, or environmental factors</a:t>
            </a:r>
          </a:p>
          <a:p>
            <a:pPr algn="just">
              <a:buFont typeface="Arial" panose="020B0604020202020204" pitchFamily="34" charset="0"/>
              <a:buChar char="•"/>
            </a:pPr>
            <a:r>
              <a:rPr lang="en-US" sz="1800" dirty="0"/>
              <a:t>Insights aid in,</a:t>
            </a:r>
          </a:p>
          <a:p>
            <a:pPr lvl="1" algn="just">
              <a:buFont typeface="Arial" panose="020B0604020202020204" pitchFamily="34" charset="0"/>
              <a:buChar char="•"/>
            </a:pPr>
            <a:r>
              <a:rPr lang="en-US" sz="1400" dirty="0"/>
              <a:t>Reduce service costs and refine business processes</a:t>
            </a:r>
          </a:p>
          <a:p>
            <a:pPr lvl="1" algn="just">
              <a:buFont typeface="Arial" panose="020B0604020202020204" pitchFamily="34" charset="0"/>
              <a:buChar char="•"/>
            </a:pPr>
            <a:r>
              <a:rPr lang="en-US" sz="1400" dirty="0"/>
              <a:t>Understand how products are performing to provide a better experience for your customers</a:t>
            </a:r>
          </a:p>
          <a:p>
            <a:pPr lvl="1" algn="just">
              <a:buFont typeface="Arial" panose="020B0604020202020204" pitchFamily="34" charset="0"/>
              <a:buChar char="•"/>
            </a:pPr>
            <a:r>
              <a:rPr lang="en-US" sz="1400" dirty="0"/>
              <a:t>Increase the number of appointments per day, cut fuel costs, and reduce wear-and-tear by using machine learning capabilities to route freight or vehicles more efficiently</a:t>
            </a:r>
          </a:p>
          <a:p>
            <a:pPr lvl="1" algn="just">
              <a:buFont typeface="Arial" panose="020B0604020202020204" pitchFamily="34" charset="0"/>
              <a:buChar char="•"/>
            </a:pPr>
            <a:r>
              <a:rPr lang="en-US" sz="1400" dirty="0"/>
              <a:t>Know where resources are at any given moment—down to which vehicle they’re on—for improved field service, stronger security, and increased employee safety</a:t>
            </a:r>
          </a:p>
        </p:txBody>
      </p:sp>
      <p:pic>
        <p:nvPicPr>
          <p:cNvPr id="3" name="Picture 2"/>
          <p:cNvPicPr>
            <a:picLocks noChangeAspect="1"/>
          </p:cNvPicPr>
          <p:nvPr/>
        </p:nvPicPr>
        <p:blipFill>
          <a:blip r:embed="rId2"/>
          <a:stretch>
            <a:fillRect/>
          </a:stretch>
        </p:blipFill>
        <p:spPr>
          <a:xfrm>
            <a:off x="6433457" y="1567543"/>
            <a:ext cx="4947557" cy="4572000"/>
          </a:xfrm>
          <a:prstGeom prst="rect">
            <a:avLst/>
          </a:prstGeom>
        </p:spPr>
      </p:pic>
      <p:cxnSp>
        <p:nvCxnSpPr>
          <p:cNvPr id="5" name="Straight Connector 4"/>
          <p:cNvCxnSpPr/>
          <p:nvPr/>
        </p:nvCxnSpPr>
        <p:spPr>
          <a:xfrm>
            <a:off x="6370071" y="1567543"/>
            <a:ext cx="0" cy="4572000"/>
          </a:xfrm>
          <a:prstGeom prst="line">
            <a:avLst/>
          </a:prstGeom>
          <a:ln w="38100" cmpd="thickThin">
            <a:prstDash val="lgDashDot"/>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918254" y="759669"/>
            <a:ext cx="10462759" cy="646331"/>
          </a:xfrm>
          <a:prstGeom prst="rect">
            <a:avLst/>
          </a:prstGeom>
          <a:solidFill>
            <a:schemeClr val="accent6">
              <a:lumMod val="40000"/>
              <a:lumOff val="60000"/>
            </a:schemeClr>
          </a:solidFill>
          <a:ln w="38100">
            <a:solidFill>
              <a:schemeClr val="accent1"/>
            </a:solidFill>
          </a:ln>
        </p:spPr>
        <p:txBody>
          <a:bodyPr wrap="square">
            <a:spAutoFit/>
          </a:bodyPr>
          <a:lstStyle/>
          <a:p>
            <a:r>
              <a:rPr lang="en-IN" sz="3600" dirty="0"/>
              <a:t>Remote Monitoring</a:t>
            </a:r>
          </a:p>
        </p:txBody>
      </p:sp>
    </p:spTree>
    <p:extLst>
      <p:ext uri="{BB962C8B-B14F-4D97-AF65-F5344CB8AC3E}">
        <p14:creationId xmlns:p14="http://schemas.microsoft.com/office/powerpoint/2010/main" val="2692098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p:cNvSpPr txBox="1">
            <a:spLocks/>
          </p:cNvSpPr>
          <p:nvPr/>
        </p:nvSpPr>
        <p:spPr>
          <a:xfrm>
            <a:off x="918254" y="1567543"/>
            <a:ext cx="5417232" cy="4572000"/>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lgn="just">
              <a:buFont typeface="Arial" panose="020B0604020202020204" pitchFamily="34" charset="0"/>
              <a:buChar char="•"/>
            </a:pPr>
            <a:r>
              <a:rPr lang="en-US" sz="1850" dirty="0"/>
              <a:t>Predictive maintenance incorporates machine learning software that analyzes data to predict outcomes and automate actions</a:t>
            </a:r>
          </a:p>
          <a:p>
            <a:pPr algn="just">
              <a:buFont typeface="Arial" panose="020B0604020202020204" pitchFamily="34" charset="0"/>
              <a:buChar char="•"/>
            </a:pPr>
            <a:r>
              <a:rPr lang="en-US" sz="1850" dirty="0"/>
              <a:t>Predictive capabilities allow service providers to move beyond the traditional reactive and scheduled maintenance business model and use their data to identify issues before they become critical</a:t>
            </a:r>
          </a:p>
          <a:p>
            <a:pPr algn="just">
              <a:buFont typeface="Arial" panose="020B0604020202020204" pitchFamily="34" charset="0"/>
              <a:buChar char="•"/>
            </a:pPr>
            <a:r>
              <a:rPr lang="en-US" sz="1850" dirty="0"/>
              <a:t>Insights aid in,</a:t>
            </a:r>
          </a:p>
          <a:p>
            <a:pPr lvl="1" algn="just">
              <a:buFont typeface="Arial" panose="020B0604020202020204" pitchFamily="34" charset="0"/>
              <a:buChar char="•"/>
            </a:pPr>
            <a:r>
              <a:rPr lang="en-US" sz="1670" dirty="0"/>
              <a:t>Figuring out what mechanical or operational conditions are causing failures or slowdowns</a:t>
            </a:r>
          </a:p>
          <a:p>
            <a:pPr lvl="1" algn="just">
              <a:buFont typeface="Arial" panose="020B0604020202020204" pitchFamily="34" charset="0"/>
              <a:buChar char="•"/>
            </a:pPr>
            <a:r>
              <a:rPr lang="en-US" sz="1670" dirty="0"/>
              <a:t>Better predict what spare parts to keep in inventory before repair issues arise</a:t>
            </a:r>
          </a:p>
          <a:p>
            <a:pPr lvl="1" algn="just">
              <a:buFont typeface="Arial" panose="020B0604020202020204" pitchFamily="34" charset="0"/>
              <a:buChar char="•"/>
            </a:pPr>
            <a:r>
              <a:rPr lang="en-US" sz="1670" dirty="0"/>
              <a:t>Move beyond a break/fix business model by preventing equipment failures through preventative maintenance</a:t>
            </a:r>
          </a:p>
        </p:txBody>
      </p:sp>
      <p:cxnSp>
        <p:nvCxnSpPr>
          <p:cNvPr id="5" name="Straight Connector 4"/>
          <p:cNvCxnSpPr/>
          <p:nvPr/>
        </p:nvCxnSpPr>
        <p:spPr>
          <a:xfrm>
            <a:off x="6370071" y="1567543"/>
            <a:ext cx="0" cy="4572000"/>
          </a:xfrm>
          <a:prstGeom prst="line">
            <a:avLst/>
          </a:prstGeom>
          <a:ln w="38100" cmpd="thickThin">
            <a:prstDash val="lgDashDot"/>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918254" y="759669"/>
            <a:ext cx="10462759" cy="646331"/>
          </a:xfrm>
          <a:prstGeom prst="rect">
            <a:avLst/>
          </a:prstGeom>
          <a:solidFill>
            <a:schemeClr val="accent6">
              <a:lumMod val="40000"/>
              <a:lumOff val="60000"/>
            </a:schemeClr>
          </a:solidFill>
          <a:ln w="38100">
            <a:solidFill>
              <a:schemeClr val="accent1"/>
            </a:solidFill>
          </a:ln>
        </p:spPr>
        <p:txBody>
          <a:bodyPr wrap="square">
            <a:spAutoFit/>
          </a:bodyPr>
          <a:lstStyle/>
          <a:p>
            <a:r>
              <a:rPr lang="en-IN" sz="3600" dirty="0"/>
              <a:t>Predictive Maintenance</a:t>
            </a:r>
          </a:p>
        </p:txBody>
      </p:sp>
      <p:pic>
        <p:nvPicPr>
          <p:cNvPr id="4" name="Picture 3"/>
          <p:cNvPicPr>
            <a:picLocks noChangeAspect="1"/>
          </p:cNvPicPr>
          <p:nvPr/>
        </p:nvPicPr>
        <p:blipFill>
          <a:blip r:embed="rId2"/>
          <a:stretch>
            <a:fillRect/>
          </a:stretch>
        </p:blipFill>
        <p:spPr>
          <a:xfrm>
            <a:off x="6404657" y="1567543"/>
            <a:ext cx="4976356" cy="4572000"/>
          </a:xfrm>
          <a:prstGeom prst="rect">
            <a:avLst/>
          </a:prstGeom>
        </p:spPr>
      </p:pic>
    </p:spTree>
    <p:extLst>
      <p:ext uri="{BB962C8B-B14F-4D97-AF65-F5344CB8AC3E}">
        <p14:creationId xmlns:p14="http://schemas.microsoft.com/office/powerpoint/2010/main" val="6650401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p:cNvSpPr txBox="1">
            <a:spLocks/>
          </p:cNvSpPr>
          <p:nvPr/>
        </p:nvSpPr>
        <p:spPr>
          <a:xfrm>
            <a:off x="918254" y="1567543"/>
            <a:ext cx="5417232" cy="4572000"/>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lgn="just">
              <a:spcBef>
                <a:spcPts val="1200"/>
              </a:spcBef>
              <a:buFont typeface="Arial" panose="020B0604020202020204" pitchFamily="34" charset="0"/>
              <a:buChar char="•"/>
            </a:pPr>
            <a:r>
              <a:rPr lang="en-US" dirty="0"/>
              <a:t>Monitoring buildings, infrastructure, and other spaces, allowing to improve energy efficiency, space utilization, productivity, and safety using the data collected</a:t>
            </a:r>
          </a:p>
          <a:p>
            <a:pPr algn="just">
              <a:spcBef>
                <a:spcPts val="1200"/>
              </a:spcBef>
              <a:buFont typeface="Arial" panose="020B0604020202020204" pitchFamily="34" charset="0"/>
              <a:buChar char="•"/>
            </a:pPr>
            <a:r>
              <a:rPr lang="en-US" dirty="0"/>
              <a:t>Insights aid in,</a:t>
            </a:r>
          </a:p>
          <a:p>
            <a:pPr lvl="1" algn="just">
              <a:spcBef>
                <a:spcPts val="1200"/>
              </a:spcBef>
              <a:buFont typeface="Arial" panose="020B0604020202020204" pitchFamily="34" charset="0"/>
              <a:buChar char="•"/>
            </a:pPr>
            <a:r>
              <a:rPr lang="en-US" dirty="0"/>
              <a:t>Saving money by automating lighting or optimizing heating and cooling cycles</a:t>
            </a:r>
          </a:p>
          <a:p>
            <a:pPr lvl="1" algn="just">
              <a:spcBef>
                <a:spcPts val="1200"/>
              </a:spcBef>
              <a:buFont typeface="Arial" panose="020B0604020202020204" pitchFamily="34" charset="0"/>
              <a:buChar char="•"/>
            </a:pPr>
            <a:r>
              <a:rPr lang="en-US" dirty="0"/>
              <a:t>Increasing employee or occupant satisfaction by keep equipment running or ensuring that supplies are stocked</a:t>
            </a:r>
          </a:p>
        </p:txBody>
      </p:sp>
      <p:cxnSp>
        <p:nvCxnSpPr>
          <p:cNvPr id="5" name="Straight Connector 4"/>
          <p:cNvCxnSpPr/>
          <p:nvPr/>
        </p:nvCxnSpPr>
        <p:spPr>
          <a:xfrm>
            <a:off x="6370071" y="1567543"/>
            <a:ext cx="0" cy="4572000"/>
          </a:xfrm>
          <a:prstGeom prst="line">
            <a:avLst/>
          </a:prstGeom>
          <a:ln w="38100" cmpd="thickThin">
            <a:prstDash val="lgDashDot"/>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918254" y="759669"/>
            <a:ext cx="10462759" cy="646331"/>
          </a:xfrm>
          <a:prstGeom prst="rect">
            <a:avLst/>
          </a:prstGeom>
          <a:solidFill>
            <a:schemeClr val="accent6">
              <a:lumMod val="40000"/>
              <a:lumOff val="60000"/>
            </a:schemeClr>
          </a:solidFill>
          <a:ln w="38100">
            <a:solidFill>
              <a:schemeClr val="accent1"/>
            </a:solidFill>
          </a:ln>
        </p:spPr>
        <p:txBody>
          <a:bodyPr wrap="square">
            <a:spAutoFit/>
          </a:bodyPr>
          <a:lstStyle/>
          <a:p>
            <a:r>
              <a:rPr lang="en-IN" sz="3600" dirty="0"/>
              <a:t>Facilities Management</a:t>
            </a:r>
          </a:p>
        </p:txBody>
      </p:sp>
      <p:pic>
        <p:nvPicPr>
          <p:cNvPr id="3" name="Picture 2"/>
          <p:cNvPicPr>
            <a:picLocks noChangeAspect="1"/>
          </p:cNvPicPr>
          <p:nvPr/>
        </p:nvPicPr>
        <p:blipFill>
          <a:blip r:embed="rId2"/>
          <a:stretch>
            <a:fillRect/>
          </a:stretch>
        </p:blipFill>
        <p:spPr>
          <a:xfrm>
            <a:off x="6404657" y="1690007"/>
            <a:ext cx="5124450" cy="4327072"/>
          </a:xfrm>
          <a:prstGeom prst="rect">
            <a:avLst/>
          </a:prstGeom>
        </p:spPr>
      </p:pic>
    </p:spTree>
    <p:extLst>
      <p:ext uri="{BB962C8B-B14F-4D97-AF65-F5344CB8AC3E}">
        <p14:creationId xmlns:p14="http://schemas.microsoft.com/office/powerpoint/2010/main" val="19597835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p:cNvSpPr txBox="1">
            <a:spLocks/>
          </p:cNvSpPr>
          <p:nvPr/>
        </p:nvSpPr>
        <p:spPr>
          <a:xfrm>
            <a:off x="918254" y="1567543"/>
            <a:ext cx="5417232" cy="4572000"/>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lgn="just">
              <a:spcBef>
                <a:spcPts val="1200"/>
              </a:spcBef>
              <a:buFont typeface="Arial" panose="020B0604020202020204" pitchFamily="34" charset="0"/>
              <a:buChar char="•"/>
            </a:pPr>
            <a:r>
              <a:rPr lang="en-US" dirty="0"/>
              <a:t>To manage processes and product quality with data from your devices and sensors</a:t>
            </a:r>
          </a:p>
          <a:p>
            <a:pPr algn="just">
              <a:spcBef>
                <a:spcPts val="1200"/>
              </a:spcBef>
              <a:buFont typeface="Arial" panose="020B0604020202020204" pitchFamily="34" charset="0"/>
              <a:buChar char="•"/>
            </a:pPr>
            <a:r>
              <a:rPr lang="en-US" dirty="0"/>
              <a:t>Insights aid in,</a:t>
            </a:r>
          </a:p>
          <a:p>
            <a:pPr lvl="1" algn="just">
              <a:spcBef>
                <a:spcPts val="1200"/>
              </a:spcBef>
              <a:buFont typeface="Arial" panose="020B0604020202020204" pitchFamily="34" charset="0"/>
              <a:buChar char="•"/>
            </a:pPr>
            <a:r>
              <a:rPr lang="en-US" sz="1800" dirty="0"/>
              <a:t>Identifying bottlenecks that reduce efficiency, enabling to improve process</a:t>
            </a:r>
          </a:p>
          <a:p>
            <a:pPr lvl="1" algn="just">
              <a:spcBef>
                <a:spcPts val="1200"/>
              </a:spcBef>
              <a:buFont typeface="Arial" panose="020B0604020202020204" pitchFamily="34" charset="0"/>
              <a:buChar char="•"/>
            </a:pPr>
            <a:r>
              <a:rPr lang="en-US" sz="1800" dirty="0"/>
              <a:t>Reducing downtime caused by unplanned maintenance or equipment failure</a:t>
            </a:r>
          </a:p>
          <a:p>
            <a:pPr lvl="1" algn="just">
              <a:spcBef>
                <a:spcPts val="1200"/>
              </a:spcBef>
              <a:buFont typeface="Arial" panose="020B0604020202020204" pitchFamily="34" charset="0"/>
              <a:buChar char="•"/>
            </a:pPr>
            <a:r>
              <a:rPr lang="en-US" sz="1800" dirty="0"/>
              <a:t>Eliminating substandard materials, parts, or errors before the  product is complete</a:t>
            </a:r>
          </a:p>
          <a:p>
            <a:pPr lvl="1" algn="just">
              <a:spcBef>
                <a:spcPts val="1200"/>
              </a:spcBef>
              <a:buFont typeface="Arial" panose="020B0604020202020204" pitchFamily="34" charset="0"/>
              <a:buChar char="•"/>
            </a:pPr>
            <a:r>
              <a:rPr lang="en-US" sz="1800" dirty="0"/>
              <a:t>Reducing downtime caused by unplanned maintenance or equipment failure</a:t>
            </a:r>
          </a:p>
        </p:txBody>
      </p:sp>
      <p:cxnSp>
        <p:nvCxnSpPr>
          <p:cNvPr id="5" name="Straight Connector 4"/>
          <p:cNvCxnSpPr/>
          <p:nvPr/>
        </p:nvCxnSpPr>
        <p:spPr>
          <a:xfrm>
            <a:off x="6370071" y="1567543"/>
            <a:ext cx="0" cy="4572000"/>
          </a:xfrm>
          <a:prstGeom prst="line">
            <a:avLst/>
          </a:prstGeom>
          <a:ln w="38100" cmpd="thickThin">
            <a:prstDash val="lgDashDot"/>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918254" y="769194"/>
            <a:ext cx="10462759" cy="646331"/>
          </a:xfrm>
          <a:prstGeom prst="rect">
            <a:avLst/>
          </a:prstGeom>
          <a:solidFill>
            <a:schemeClr val="accent6">
              <a:lumMod val="40000"/>
              <a:lumOff val="60000"/>
            </a:schemeClr>
          </a:solidFill>
          <a:ln w="38100">
            <a:solidFill>
              <a:schemeClr val="accent1"/>
            </a:solidFill>
          </a:ln>
        </p:spPr>
        <p:txBody>
          <a:bodyPr wrap="square">
            <a:spAutoFit/>
          </a:bodyPr>
          <a:lstStyle/>
          <a:p>
            <a:r>
              <a:rPr lang="en-IN" sz="3600" dirty="0"/>
              <a:t>Manufacturing Efficiency</a:t>
            </a:r>
          </a:p>
        </p:txBody>
      </p:sp>
      <p:pic>
        <p:nvPicPr>
          <p:cNvPr id="4" name="Picture 3"/>
          <p:cNvPicPr>
            <a:picLocks noChangeAspect="1"/>
          </p:cNvPicPr>
          <p:nvPr/>
        </p:nvPicPr>
        <p:blipFill>
          <a:blip r:embed="rId2"/>
          <a:stretch>
            <a:fillRect/>
          </a:stretch>
        </p:blipFill>
        <p:spPr>
          <a:xfrm>
            <a:off x="6404657" y="1567543"/>
            <a:ext cx="4976356" cy="4572000"/>
          </a:xfrm>
          <a:prstGeom prst="rect">
            <a:avLst/>
          </a:prstGeom>
        </p:spPr>
      </p:pic>
    </p:spTree>
    <p:extLst>
      <p:ext uri="{BB962C8B-B14F-4D97-AF65-F5344CB8AC3E}">
        <p14:creationId xmlns:p14="http://schemas.microsoft.com/office/powerpoint/2010/main" val="1943652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p:cNvSpPr txBox="1">
            <a:spLocks/>
          </p:cNvSpPr>
          <p:nvPr/>
        </p:nvSpPr>
        <p:spPr>
          <a:xfrm>
            <a:off x="918254" y="1567543"/>
            <a:ext cx="5417232" cy="4572000"/>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lgn="just">
              <a:spcBef>
                <a:spcPts val="1200"/>
              </a:spcBef>
              <a:buFont typeface="Arial" panose="020B0604020202020204" pitchFamily="34" charset="0"/>
              <a:buChar char="•"/>
            </a:pPr>
            <a:r>
              <a:rPr lang="en-US" sz="2000" dirty="0"/>
              <a:t>Connected products have smart, connective components that allow data to be exchanged between the product and its user, manufacturer, or environment</a:t>
            </a:r>
          </a:p>
          <a:p>
            <a:pPr algn="just">
              <a:spcBef>
                <a:spcPts val="1200"/>
              </a:spcBef>
              <a:buFont typeface="Arial" panose="020B0604020202020204" pitchFamily="34" charset="0"/>
              <a:buChar char="•"/>
            </a:pPr>
            <a:r>
              <a:rPr lang="en-US" sz="2000" dirty="0"/>
              <a:t>Insights aid to,</a:t>
            </a:r>
          </a:p>
          <a:p>
            <a:pPr lvl="1" algn="just">
              <a:spcBef>
                <a:spcPts val="1200"/>
              </a:spcBef>
              <a:buFont typeface="Arial" panose="020B0604020202020204" pitchFamily="34" charset="0"/>
              <a:buChar char="•"/>
            </a:pPr>
            <a:r>
              <a:rPr lang="en-US" sz="1600" dirty="0"/>
              <a:t>Streamline the development and maintenance of products</a:t>
            </a:r>
          </a:p>
          <a:p>
            <a:pPr lvl="1" algn="just">
              <a:spcBef>
                <a:spcPts val="1200"/>
              </a:spcBef>
              <a:buFont typeface="Arial" panose="020B0604020202020204" pitchFamily="34" charset="0"/>
              <a:buChar char="•"/>
            </a:pPr>
            <a:r>
              <a:rPr lang="en-US" sz="1600" dirty="0"/>
              <a:t>Provide more secure, connected experiences for  customers</a:t>
            </a:r>
          </a:p>
          <a:p>
            <a:pPr lvl="1" algn="just">
              <a:spcBef>
                <a:spcPts val="1200"/>
              </a:spcBef>
              <a:buFont typeface="Arial" panose="020B0604020202020204" pitchFamily="34" charset="0"/>
              <a:buChar char="•"/>
            </a:pPr>
            <a:r>
              <a:rPr lang="en-US" sz="1600" dirty="0"/>
              <a:t>Create new lines of business with managed service and support</a:t>
            </a:r>
          </a:p>
          <a:p>
            <a:pPr lvl="1" algn="just">
              <a:spcBef>
                <a:spcPts val="1200"/>
              </a:spcBef>
              <a:buFont typeface="Arial" panose="020B0604020202020204" pitchFamily="34" charset="0"/>
              <a:buChar char="•"/>
            </a:pPr>
            <a:r>
              <a:rPr lang="en-US" sz="1600" dirty="0"/>
              <a:t>Monitor how products perform to improve design, manufacturing, and reliability</a:t>
            </a:r>
          </a:p>
        </p:txBody>
      </p:sp>
      <p:cxnSp>
        <p:nvCxnSpPr>
          <p:cNvPr id="5" name="Straight Connector 4"/>
          <p:cNvCxnSpPr/>
          <p:nvPr/>
        </p:nvCxnSpPr>
        <p:spPr>
          <a:xfrm>
            <a:off x="6370071" y="1567543"/>
            <a:ext cx="0" cy="4572000"/>
          </a:xfrm>
          <a:prstGeom prst="line">
            <a:avLst/>
          </a:prstGeom>
          <a:ln w="38100" cmpd="thickThin">
            <a:prstDash val="lgDashDot"/>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918254" y="769194"/>
            <a:ext cx="10462759" cy="646331"/>
          </a:xfrm>
          <a:prstGeom prst="rect">
            <a:avLst/>
          </a:prstGeom>
          <a:solidFill>
            <a:schemeClr val="accent6">
              <a:lumMod val="40000"/>
              <a:lumOff val="60000"/>
            </a:schemeClr>
          </a:solidFill>
          <a:ln w="38100">
            <a:solidFill>
              <a:schemeClr val="accent1"/>
            </a:solidFill>
          </a:ln>
        </p:spPr>
        <p:txBody>
          <a:bodyPr wrap="square">
            <a:spAutoFit/>
          </a:bodyPr>
          <a:lstStyle/>
          <a:p>
            <a:r>
              <a:rPr lang="en-IN" sz="3600" dirty="0"/>
              <a:t>Connected Products – Supply Chain Management</a:t>
            </a:r>
          </a:p>
        </p:txBody>
      </p:sp>
      <p:pic>
        <p:nvPicPr>
          <p:cNvPr id="4" name="Picture 3"/>
          <p:cNvPicPr>
            <a:picLocks noChangeAspect="1"/>
          </p:cNvPicPr>
          <p:nvPr/>
        </p:nvPicPr>
        <p:blipFill>
          <a:blip r:embed="rId2"/>
          <a:stretch>
            <a:fillRect/>
          </a:stretch>
        </p:blipFill>
        <p:spPr>
          <a:xfrm>
            <a:off x="6404656" y="1567543"/>
            <a:ext cx="4976357" cy="4571999"/>
          </a:xfrm>
          <a:prstGeom prst="rect">
            <a:avLst/>
          </a:prstGeom>
        </p:spPr>
      </p:pic>
    </p:spTree>
    <p:extLst>
      <p:ext uri="{BB962C8B-B14F-4D97-AF65-F5344CB8AC3E}">
        <p14:creationId xmlns:p14="http://schemas.microsoft.com/office/powerpoint/2010/main" val="3859173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1083" y="1008343"/>
            <a:ext cx="9601196" cy="1303867"/>
          </a:xfrm>
        </p:spPr>
        <p:txBody>
          <a:bodyPr>
            <a:normAutofit/>
          </a:bodyPr>
          <a:lstStyle/>
          <a:p>
            <a:r>
              <a:rPr lang="en-IN" dirty="0"/>
              <a:t>Challenges in IoT adoption</a:t>
            </a:r>
          </a:p>
        </p:txBody>
      </p:sp>
      <p:grpSp>
        <p:nvGrpSpPr>
          <p:cNvPr id="56" name="Group 55"/>
          <p:cNvGrpSpPr/>
          <p:nvPr/>
        </p:nvGrpSpPr>
        <p:grpSpPr>
          <a:xfrm>
            <a:off x="4772188" y="2767914"/>
            <a:ext cx="3041120" cy="3086223"/>
            <a:chOff x="4007380" y="2209677"/>
            <a:chExt cx="3482976" cy="3933481"/>
          </a:xfrm>
        </p:grpSpPr>
        <p:sp>
          <p:nvSpPr>
            <p:cNvPr id="29" name="Google Shape;393;g103686dfa1e_0_580"/>
            <p:cNvSpPr/>
            <p:nvPr/>
          </p:nvSpPr>
          <p:spPr>
            <a:xfrm rot="10800000" flipH="1">
              <a:off x="4665178" y="5842258"/>
              <a:ext cx="2739900" cy="300900"/>
            </a:xfrm>
            <a:prstGeom prst="ellipse">
              <a:avLst/>
            </a:prstGeom>
            <a:solidFill>
              <a:srgbClr val="44546A">
                <a:alpha val="9800"/>
              </a:srgbClr>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0" name="Google Shape;394;g103686dfa1e_0_580"/>
            <p:cNvSpPr/>
            <p:nvPr/>
          </p:nvSpPr>
          <p:spPr>
            <a:xfrm>
              <a:off x="4007380" y="4377700"/>
              <a:ext cx="3482976" cy="1245495"/>
            </a:xfrm>
            <a:custGeom>
              <a:avLst/>
              <a:gdLst/>
              <a:ahLst/>
              <a:cxnLst/>
              <a:rect l="l" t="t" r="r" b="b"/>
              <a:pathLst>
                <a:path w="629" h="225" extrusionOk="0">
                  <a:moveTo>
                    <a:pt x="451" y="74"/>
                  </a:moveTo>
                  <a:cubicBezTo>
                    <a:pt x="457" y="74"/>
                    <a:pt x="462" y="74"/>
                    <a:pt x="466" y="74"/>
                  </a:cubicBezTo>
                  <a:cubicBezTo>
                    <a:pt x="480" y="73"/>
                    <a:pt x="491" y="68"/>
                    <a:pt x="503" y="64"/>
                  </a:cubicBezTo>
                  <a:cubicBezTo>
                    <a:pt x="533" y="52"/>
                    <a:pt x="557" y="33"/>
                    <a:pt x="583" y="15"/>
                  </a:cubicBezTo>
                  <a:cubicBezTo>
                    <a:pt x="589" y="11"/>
                    <a:pt x="594" y="7"/>
                    <a:pt x="600" y="4"/>
                  </a:cubicBezTo>
                  <a:cubicBezTo>
                    <a:pt x="608" y="0"/>
                    <a:pt x="615" y="2"/>
                    <a:pt x="621" y="9"/>
                  </a:cubicBezTo>
                  <a:cubicBezTo>
                    <a:pt x="623" y="12"/>
                    <a:pt x="625" y="16"/>
                    <a:pt x="627" y="19"/>
                  </a:cubicBezTo>
                  <a:cubicBezTo>
                    <a:pt x="629" y="22"/>
                    <a:pt x="628" y="24"/>
                    <a:pt x="626" y="26"/>
                  </a:cubicBezTo>
                  <a:cubicBezTo>
                    <a:pt x="613" y="40"/>
                    <a:pt x="601" y="54"/>
                    <a:pt x="588" y="67"/>
                  </a:cubicBezTo>
                  <a:cubicBezTo>
                    <a:pt x="575" y="80"/>
                    <a:pt x="560" y="92"/>
                    <a:pt x="547" y="105"/>
                  </a:cubicBezTo>
                  <a:cubicBezTo>
                    <a:pt x="536" y="115"/>
                    <a:pt x="527" y="126"/>
                    <a:pt x="516" y="135"/>
                  </a:cubicBezTo>
                  <a:cubicBezTo>
                    <a:pt x="511" y="140"/>
                    <a:pt x="503" y="144"/>
                    <a:pt x="497" y="148"/>
                  </a:cubicBezTo>
                  <a:cubicBezTo>
                    <a:pt x="480" y="158"/>
                    <a:pt x="464" y="169"/>
                    <a:pt x="447" y="179"/>
                  </a:cubicBezTo>
                  <a:cubicBezTo>
                    <a:pt x="427" y="190"/>
                    <a:pt x="411" y="205"/>
                    <a:pt x="393" y="219"/>
                  </a:cubicBezTo>
                  <a:cubicBezTo>
                    <a:pt x="386" y="225"/>
                    <a:pt x="379" y="225"/>
                    <a:pt x="371" y="223"/>
                  </a:cubicBezTo>
                  <a:cubicBezTo>
                    <a:pt x="357" y="219"/>
                    <a:pt x="343" y="216"/>
                    <a:pt x="329" y="212"/>
                  </a:cubicBezTo>
                  <a:cubicBezTo>
                    <a:pt x="314" y="208"/>
                    <a:pt x="300" y="205"/>
                    <a:pt x="285" y="201"/>
                  </a:cubicBezTo>
                  <a:cubicBezTo>
                    <a:pt x="265" y="197"/>
                    <a:pt x="245" y="193"/>
                    <a:pt x="225" y="189"/>
                  </a:cubicBezTo>
                  <a:cubicBezTo>
                    <a:pt x="212" y="186"/>
                    <a:pt x="199" y="183"/>
                    <a:pt x="186" y="181"/>
                  </a:cubicBezTo>
                  <a:cubicBezTo>
                    <a:pt x="180" y="180"/>
                    <a:pt x="174" y="180"/>
                    <a:pt x="169" y="180"/>
                  </a:cubicBezTo>
                  <a:cubicBezTo>
                    <a:pt x="152" y="180"/>
                    <a:pt x="137" y="175"/>
                    <a:pt x="121" y="170"/>
                  </a:cubicBezTo>
                  <a:cubicBezTo>
                    <a:pt x="103" y="165"/>
                    <a:pt x="85" y="161"/>
                    <a:pt x="66" y="157"/>
                  </a:cubicBezTo>
                  <a:cubicBezTo>
                    <a:pt x="52" y="154"/>
                    <a:pt x="38" y="152"/>
                    <a:pt x="23" y="149"/>
                  </a:cubicBezTo>
                  <a:cubicBezTo>
                    <a:pt x="18" y="148"/>
                    <a:pt x="13" y="147"/>
                    <a:pt x="9" y="145"/>
                  </a:cubicBezTo>
                  <a:cubicBezTo>
                    <a:pt x="7" y="144"/>
                    <a:pt x="5" y="142"/>
                    <a:pt x="4" y="140"/>
                  </a:cubicBezTo>
                  <a:cubicBezTo>
                    <a:pt x="0" y="125"/>
                    <a:pt x="1" y="109"/>
                    <a:pt x="3" y="94"/>
                  </a:cubicBezTo>
                  <a:cubicBezTo>
                    <a:pt x="6" y="72"/>
                    <a:pt x="12" y="50"/>
                    <a:pt x="21" y="29"/>
                  </a:cubicBezTo>
                  <a:cubicBezTo>
                    <a:pt x="26" y="20"/>
                    <a:pt x="30" y="10"/>
                    <a:pt x="39" y="4"/>
                  </a:cubicBezTo>
                  <a:cubicBezTo>
                    <a:pt x="40" y="3"/>
                    <a:pt x="43" y="2"/>
                    <a:pt x="45" y="2"/>
                  </a:cubicBezTo>
                  <a:cubicBezTo>
                    <a:pt x="66" y="8"/>
                    <a:pt x="86" y="15"/>
                    <a:pt x="106" y="21"/>
                  </a:cubicBezTo>
                  <a:cubicBezTo>
                    <a:pt x="113" y="23"/>
                    <a:pt x="119" y="25"/>
                    <a:pt x="125" y="27"/>
                  </a:cubicBezTo>
                  <a:cubicBezTo>
                    <a:pt x="129" y="28"/>
                    <a:pt x="132" y="28"/>
                    <a:pt x="135" y="27"/>
                  </a:cubicBezTo>
                  <a:cubicBezTo>
                    <a:pt x="149" y="24"/>
                    <a:pt x="162" y="20"/>
                    <a:pt x="175" y="17"/>
                  </a:cubicBezTo>
                  <a:cubicBezTo>
                    <a:pt x="193" y="13"/>
                    <a:pt x="212" y="9"/>
                    <a:pt x="231" y="11"/>
                  </a:cubicBezTo>
                  <a:cubicBezTo>
                    <a:pt x="246" y="13"/>
                    <a:pt x="261" y="17"/>
                    <a:pt x="274" y="24"/>
                  </a:cubicBezTo>
                  <a:cubicBezTo>
                    <a:pt x="293" y="33"/>
                    <a:pt x="311" y="42"/>
                    <a:pt x="329" y="52"/>
                  </a:cubicBezTo>
                  <a:cubicBezTo>
                    <a:pt x="337" y="56"/>
                    <a:pt x="347" y="56"/>
                    <a:pt x="356" y="57"/>
                  </a:cubicBezTo>
                  <a:cubicBezTo>
                    <a:pt x="377" y="60"/>
                    <a:pt x="398" y="62"/>
                    <a:pt x="417" y="71"/>
                  </a:cubicBezTo>
                  <a:cubicBezTo>
                    <a:pt x="425" y="74"/>
                    <a:pt x="428" y="81"/>
                    <a:pt x="433" y="87"/>
                  </a:cubicBezTo>
                  <a:cubicBezTo>
                    <a:pt x="440" y="96"/>
                    <a:pt x="435" y="111"/>
                    <a:pt x="422" y="112"/>
                  </a:cubicBezTo>
                  <a:cubicBezTo>
                    <a:pt x="410" y="113"/>
                    <a:pt x="398" y="114"/>
                    <a:pt x="386" y="113"/>
                  </a:cubicBezTo>
                  <a:cubicBezTo>
                    <a:pt x="360" y="111"/>
                    <a:pt x="334" y="109"/>
                    <a:pt x="309" y="113"/>
                  </a:cubicBezTo>
                  <a:cubicBezTo>
                    <a:pt x="299" y="114"/>
                    <a:pt x="289" y="117"/>
                    <a:pt x="279" y="120"/>
                  </a:cubicBezTo>
                  <a:cubicBezTo>
                    <a:pt x="273" y="122"/>
                    <a:pt x="270" y="128"/>
                    <a:pt x="272" y="134"/>
                  </a:cubicBezTo>
                  <a:cubicBezTo>
                    <a:pt x="274" y="139"/>
                    <a:pt x="279" y="142"/>
                    <a:pt x="285" y="141"/>
                  </a:cubicBezTo>
                  <a:cubicBezTo>
                    <a:pt x="289" y="140"/>
                    <a:pt x="292" y="138"/>
                    <a:pt x="296" y="137"/>
                  </a:cubicBezTo>
                  <a:cubicBezTo>
                    <a:pt x="319" y="131"/>
                    <a:pt x="343" y="132"/>
                    <a:pt x="366" y="134"/>
                  </a:cubicBezTo>
                  <a:cubicBezTo>
                    <a:pt x="381" y="135"/>
                    <a:pt x="395" y="136"/>
                    <a:pt x="409" y="136"/>
                  </a:cubicBezTo>
                  <a:cubicBezTo>
                    <a:pt x="418" y="136"/>
                    <a:pt x="428" y="134"/>
                    <a:pt x="437" y="130"/>
                  </a:cubicBezTo>
                  <a:cubicBezTo>
                    <a:pt x="454" y="122"/>
                    <a:pt x="465" y="96"/>
                    <a:pt x="453" y="77"/>
                  </a:cubicBezTo>
                  <a:cubicBezTo>
                    <a:pt x="452" y="76"/>
                    <a:pt x="452" y="76"/>
                    <a:pt x="451" y="74"/>
                  </a:cubicBezTo>
                  <a:close/>
                </a:path>
              </a:pathLst>
            </a:custGeom>
            <a:solidFill>
              <a:sysClr val="windowText" lastClr="000000"/>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0" cap="none" spc="0" normalizeH="0" baseline="0" noProof="0">
                <a:ln>
                  <a:noFill/>
                </a:ln>
                <a:solidFill>
                  <a:srgbClr val="282F39"/>
                </a:solidFill>
                <a:effectLst/>
                <a:uLnTx/>
                <a:uFillTx/>
                <a:latin typeface="Calibri"/>
                <a:ea typeface="Calibri"/>
                <a:cs typeface="Calibri"/>
                <a:sym typeface="Calibri"/>
              </a:endParaRPr>
            </a:p>
          </p:txBody>
        </p:sp>
        <p:grpSp>
          <p:nvGrpSpPr>
            <p:cNvPr id="32" name="Google Shape;396;g103686dfa1e_0_580"/>
            <p:cNvGrpSpPr/>
            <p:nvPr/>
          </p:nvGrpSpPr>
          <p:grpSpPr>
            <a:xfrm>
              <a:off x="5237951" y="2209677"/>
              <a:ext cx="1731561" cy="2112060"/>
              <a:chOff x="7549436" y="-2580965"/>
              <a:chExt cx="1474296" cy="1798263"/>
            </a:xfrm>
          </p:grpSpPr>
          <p:sp>
            <p:nvSpPr>
              <p:cNvPr id="33" name="Google Shape;397;g103686dfa1e_0_580"/>
              <p:cNvSpPr/>
              <p:nvPr/>
            </p:nvSpPr>
            <p:spPr>
              <a:xfrm>
                <a:off x="7827222" y="-2307377"/>
                <a:ext cx="917325" cy="1524675"/>
              </a:xfrm>
              <a:custGeom>
                <a:avLst/>
                <a:gdLst/>
                <a:ahLst/>
                <a:cxnLst/>
                <a:rect l="l" t="t" r="r" b="b"/>
                <a:pathLst>
                  <a:path w="750" h="1237" extrusionOk="0">
                    <a:moveTo>
                      <a:pt x="674" y="602"/>
                    </a:moveTo>
                    <a:cubicBezTo>
                      <a:pt x="724" y="537"/>
                      <a:pt x="750" y="459"/>
                      <a:pt x="750" y="376"/>
                    </a:cubicBezTo>
                    <a:cubicBezTo>
                      <a:pt x="750" y="275"/>
                      <a:pt x="710" y="180"/>
                      <a:pt x="638" y="110"/>
                    </a:cubicBezTo>
                    <a:cubicBezTo>
                      <a:pt x="566" y="39"/>
                      <a:pt x="471" y="0"/>
                      <a:pt x="370" y="2"/>
                    </a:cubicBezTo>
                    <a:cubicBezTo>
                      <a:pt x="272" y="3"/>
                      <a:pt x="180" y="42"/>
                      <a:pt x="110" y="112"/>
                    </a:cubicBezTo>
                    <a:cubicBezTo>
                      <a:pt x="41" y="182"/>
                      <a:pt x="2" y="275"/>
                      <a:pt x="1" y="373"/>
                    </a:cubicBezTo>
                    <a:cubicBezTo>
                      <a:pt x="0" y="457"/>
                      <a:pt x="27" y="536"/>
                      <a:pt x="77" y="603"/>
                    </a:cubicBezTo>
                    <a:cubicBezTo>
                      <a:pt x="160" y="711"/>
                      <a:pt x="205" y="843"/>
                      <a:pt x="205" y="976"/>
                    </a:cubicBezTo>
                    <a:cubicBezTo>
                      <a:pt x="205" y="1120"/>
                      <a:pt x="205" y="1120"/>
                      <a:pt x="205" y="1120"/>
                    </a:cubicBezTo>
                    <a:cubicBezTo>
                      <a:pt x="205" y="1185"/>
                      <a:pt x="257" y="1237"/>
                      <a:pt x="321" y="1237"/>
                    </a:cubicBezTo>
                    <a:cubicBezTo>
                      <a:pt x="430" y="1237"/>
                      <a:pt x="430" y="1237"/>
                      <a:pt x="430" y="1237"/>
                    </a:cubicBezTo>
                    <a:cubicBezTo>
                      <a:pt x="494" y="1237"/>
                      <a:pt x="546" y="1185"/>
                      <a:pt x="546" y="1120"/>
                    </a:cubicBezTo>
                    <a:cubicBezTo>
                      <a:pt x="546" y="976"/>
                      <a:pt x="546" y="976"/>
                      <a:pt x="546" y="976"/>
                    </a:cubicBezTo>
                    <a:cubicBezTo>
                      <a:pt x="546" y="842"/>
                      <a:pt x="590" y="713"/>
                      <a:pt x="674" y="602"/>
                    </a:cubicBezTo>
                    <a:close/>
                    <a:moveTo>
                      <a:pt x="116" y="574"/>
                    </a:moveTo>
                    <a:cubicBezTo>
                      <a:pt x="71" y="516"/>
                      <a:pt x="48" y="446"/>
                      <a:pt x="49" y="373"/>
                    </a:cubicBezTo>
                    <a:cubicBezTo>
                      <a:pt x="51" y="197"/>
                      <a:pt x="195" y="52"/>
                      <a:pt x="371" y="50"/>
                    </a:cubicBezTo>
                    <a:cubicBezTo>
                      <a:pt x="459" y="49"/>
                      <a:pt x="542" y="82"/>
                      <a:pt x="605" y="144"/>
                    </a:cubicBezTo>
                    <a:cubicBezTo>
                      <a:pt x="667" y="206"/>
                      <a:pt x="702" y="288"/>
                      <a:pt x="702" y="376"/>
                    </a:cubicBezTo>
                    <a:cubicBezTo>
                      <a:pt x="702" y="448"/>
                      <a:pt x="679" y="516"/>
                      <a:pt x="636" y="573"/>
                    </a:cubicBezTo>
                    <a:cubicBezTo>
                      <a:pt x="547" y="690"/>
                      <a:pt x="500" y="825"/>
                      <a:pt x="498" y="967"/>
                    </a:cubicBezTo>
                    <a:cubicBezTo>
                      <a:pt x="253" y="967"/>
                      <a:pt x="253" y="967"/>
                      <a:pt x="253" y="967"/>
                    </a:cubicBezTo>
                    <a:cubicBezTo>
                      <a:pt x="251" y="827"/>
                      <a:pt x="202" y="688"/>
                      <a:pt x="116" y="574"/>
                    </a:cubicBezTo>
                    <a:close/>
                    <a:moveTo>
                      <a:pt x="253" y="1104"/>
                    </a:moveTo>
                    <a:cubicBezTo>
                      <a:pt x="253" y="1085"/>
                      <a:pt x="253" y="1085"/>
                      <a:pt x="253" y="1085"/>
                    </a:cubicBezTo>
                    <a:cubicBezTo>
                      <a:pt x="498" y="1113"/>
                      <a:pt x="498" y="1113"/>
                      <a:pt x="498" y="1113"/>
                    </a:cubicBezTo>
                    <a:cubicBezTo>
                      <a:pt x="498" y="1120"/>
                      <a:pt x="498" y="1120"/>
                      <a:pt x="498" y="1120"/>
                    </a:cubicBezTo>
                    <a:cubicBezTo>
                      <a:pt x="498" y="1124"/>
                      <a:pt x="498" y="1128"/>
                      <a:pt x="497" y="1132"/>
                    </a:cubicBezTo>
                    <a:lnTo>
                      <a:pt x="253" y="1104"/>
                    </a:lnTo>
                    <a:close/>
                    <a:moveTo>
                      <a:pt x="253" y="1036"/>
                    </a:moveTo>
                    <a:cubicBezTo>
                      <a:pt x="253" y="1015"/>
                      <a:pt x="253" y="1015"/>
                      <a:pt x="253" y="1015"/>
                    </a:cubicBezTo>
                    <a:cubicBezTo>
                      <a:pt x="498" y="1015"/>
                      <a:pt x="498" y="1015"/>
                      <a:pt x="498" y="1015"/>
                    </a:cubicBezTo>
                    <a:cubicBezTo>
                      <a:pt x="498" y="1064"/>
                      <a:pt x="498" y="1064"/>
                      <a:pt x="498" y="1064"/>
                    </a:cubicBezTo>
                    <a:lnTo>
                      <a:pt x="253" y="1036"/>
                    </a:lnTo>
                    <a:close/>
                    <a:moveTo>
                      <a:pt x="321" y="1189"/>
                    </a:moveTo>
                    <a:cubicBezTo>
                      <a:pt x="296" y="1189"/>
                      <a:pt x="273" y="1174"/>
                      <a:pt x="262" y="1153"/>
                    </a:cubicBezTo>
                    <a:cubicBezTo>
                      <a:pt x="468" y="1177"/>
                      <a:pt x="468" y="1177"/>
                      <a:pt x="468" y="1177"/>
                    </a:cubicBezTo>
                    <a:cubicBezTo>
                      <a:pt x="457" y="1184"/>
                      <a:pt x="444" y="1189"/>
                      <a:pt x="430" y="1189"/>
                    </a:cubicBezTo>
                    <a:lnTo>
                      <a:pt x="321" y="1189"/>
                    </a:lnTo>
                    <a:close/>
                    <a:moveTo>
                      <a:pt x="321" y="1189"/>
                    </a:moveTo>
                    <a:cubicBezTo>
                      <a:pt x="321" y="1189"/>
                      <a:pt x="321" y="1189"/>
                      <a:pt x="321" y="1189"/>
                    </a:cubicBezTo>
                  </a:path>
                </a:pathLst>
              </a:custGeom>
              <a:solidFill>
                <a:srgbClr val="ED7D31"/>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17F8FF"/>
                  </a:solidFill>
                  <a:effectLst/>
                  <a:uLnTx/>
                  <a:uFillTx/>
                  <a:latin typeface="Calibri"/>
                  <a:ea typeface="Calibri"/>
                  <a:cs typeface="Calibri"/>
                  <a:sym typeface="Calibri"/>
                </a:endParaRPr>
              </a:p>
            </p:txBody>
          </p:sp>
          <p:sp>
            <p:nvSpPr>
              <p:cNvPr id="34" name="Google Shape;398;g103686dfa1e_0_580"/>
              <p:cNvSpPr/>
              <p:nvPr/>
            </p:nvSpPr>
            <p:spPr>
              <a:xfrm>
                <a:off x="7933578" y="-1875656"/>
                <a:ext cx="65073" cy="110555"/>
              </a:xfrm>
              <a:custGeom>
                <a:avLst/>
                <a:gdLst/>
                <a:ahLst/>
                <a:cxnLst/>
                <a:rect l="l" t="t" r="r" b="b"/>
                <a:pathLst>
                  <a:path w="53" h="90" extrusionOk="0">
                    <a:moveTo>
                      <a:pt x="51" y="62"/>
                    </a:moveTo>
                    <a:cubicBezTo>
                      <a:pt x="49" y="50"/>
                      <a:pt x="48" y="37"/>
                      <a:pt x="48" y="24"/>
                    </a:cubicBezTo>
                    <a:cubicBezTo>
                      <a:pt x="49" y="11"/>
                      <a:pt x="38" y="0"/>
                      <a:pt x="25" y="0"/>
                    </a:cubicBezTo>
                    <a:cubicBezTo>
                      <a:pt x="11" y="0"/>
                      <a:pt x="1" y="10"/>
                      <a:pt x="0" y="23"/>
                    </a:cubicBezTo>
                    <a:cubicBezTo>
                      <a:pt x="0" y="39"/>
                      <a:pt x="1" y="54"/>
                      <a:pt x="4" y="69"/>
                    </a:cubicBezTo>
                    <a:cubicBezTo>
                      <a:pt x="5" y="81"/>
                      <a:pt x="16" y="90"/>
                      <a:pt x="27" y="90"/>
                    </a:cubicBezTo>
                    <a:cubicBezTo>
                      <a:pt x="28" y="90"/>
                      <a:pt x="30" y="90"/>
                      <a:pt x="31" y="90"/>
                    </a:cubicBezTo>
                    <a:cubicBezTo>
                      <a:pt x="44" y="88"/>
                      <a:pt x="53" y="75"/>
                      <a:pt x="51" y="62"/>
                    </a:cubicBezTo>
                    <a:close/>
                    <a:moveTo>
                      <a:pt x="51" y="62"/>
                    </a:moveTo>
                    <a:cubicBezTo>
                      <a:pt x="51" y="62"/>
                      <a:pt x="51" y="62"/>
                      <a:pt x="51" y="62"/>
                    </a:cubicBezTo>
                  </a:path>
                </a:pathLst>
              </a:custGeom>
              <a:solidFill>
                <a:srgbClr val="ED7D31"/>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35" name="Google Shape;399;g103686dfa1e_0_580"/>
              <p:cNvSpPr/>
              <p:nvPr/>
            </p:nvSpPr>
            <p:spPr>
              <a:xfrm>
                <a:off x="7965765" y="-1728014"/>
                <a:ext cx="235803" cy="378545"/>
              </a:xfrm>
              <a:custGeom>
                <a:avLst/>
                <a:gdLst/>
                <a:ahLst/>
                <a:cxnLst/>
                <a:rect l="l" t="t" r="r" b="b"/>
                <a:pathLst>
                  <a:path w="193" h="307" extrusionOk="0">
                    <a:moveTo>
                      <a:pt x="166" y="307"/>
                    </a:moveTo>
                    <a:cubicBezTo>
                      <a:pt x="169" y="307"/>
                      <a:pt x="171" y="306"/>
                      <a:pt x="174" y="306"/>
                    </a:cubicBezTo>
                    <a:cubicBezTo>
                      <a:pt x="186" y="301"/>
                      <a:pt x="193" y="288"/>
                      <a:pt x="189" y="275"/>
                    </a:cubicBezTo>
                    <a:cubicBezTo>
                      <a:pt x="162" y="194"/>
                      <a:pt x="123" y="119"/>
                      <a:pt x="71" y="51"/>
                    </a:cubicBezTo>
                    <a:cubicBezTo>
                      <a:pt x="63" y="40"/>
                      <a:pt x="55" y="28"/>
                      <a:pt x="49" y="16"/>
                    </a:cubicBezTo>
                    <a:cubicBezTo>
                      <a:pt x="43" y="4"/>
                      <a:pt x="28" y="0"/>
                      <a:pt x="16" y="6"/>
                    </a:cubicBezTo>
                    <a:cubicBezTo>
                      <a:pt x="5" y="12"/>
                      <a:pt x="0" y="26"/>
                      <a:pt x="6" y="38"/>
                    </a:cubicBezTo>
                    <a:cubicBezTo>
                      <a:pt x="14" y="53"/>
                      <a:pt x="23" y="67"/>
                      <a:pt x="33" y="80"/>
                    </a:cubicBezTo>
                    <a:cubicBezTo>
                      <a:pt x="81" y="144"/>
                      <a:pt x="119" y="215"/>
                      <a:pt x="143" y="290"/>
                    </a:cubicBezTo>
                    <a:cubicBezTo>
                      <a:pt x="147" y="300"/>
                      <a:pt x="156" y="307"/>
                      <a:pt x="166" y="307"/>
                    </a:cubicBezTo>
                    <a:close/>
                    <a:moveTo>
                      <a:pt x="166" y="307"/>
                    </a:moveTo>
                    <a:cubicBezTo>
                      <a:pt x="166" y="307"/>
                      <a:pt x="166" y="307"/>
                      <a:pt x="166" y="307"/>
                    </a:cubicBezTo>
                  </a:path>
                </a:pathLst>
              </a:custGeom>
              <a:solidFill>
                <a:srgbClr val="ED7D31"/>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36" name="Google Shape;400;g103686dfa1e_0_580"/>
              <p:cNvSpPr/>
              <p:nvPr/>
            </p:nvSpPr>
            <p:spPr>
              <a:xfrm>
                <a:off x="8510842" y="-1749006"/>
                <a:ext cx="105657" cy="130847"/>
              </a:xfrm>
              <a:custGeom>
                <a:avLst/>
                <a:gdLst/>
                <a:ahLst/>
                <a:cxnLst/>
                <a:rect l="l" t="t" r="r" b="b"/>
                <a:pathLst>
                  <a:path w="86" h="106" extrusionOk="0">
                    <a:moveTo>
                      <a:pt x="69" y="5"/>
                    </a:moveTo>
                    <a:cubicBezTo>
                      <a:pt x="56" y="0"/>
                      <a:pt x="42" y="6"/>
                      <a:pt x="37" y="18"/>
                    </a:cubicBezTo>
                    <a:cubicBezTo>
                      <a:pt x="29" y="36"/>
                      <a:pt x="20" y="52"/>
                      <a:pt x="8" y="68"/>
                    </a:cubicBezTo>
                    <a:cubicBezTo>
                      <a:pt x="0" y="79"/>
                      <a:pt x="2" y="94"/>
                      <a:pt x="12" y="102"/>
                    </a:cubicBezTo>
                    <a:cubicBezTo>
                      <a:pt x="17" y="105"/>
                      <a:pt x="22" y="106"/>
                      <a:pt x="27" y="106"/>
                    </a:cubicBezTo>
                    <a:cubicBezTo>
                      <a:pt x="34" y="106"/>
                      <a:pt x="41" y="103"/>
                      <a:pt x="46" y="97"/>
                    </a:cubicBezTo>
                    <a:cubicBezTo>
                      <a:pt x="60" y="78"/>
                      <a:pt x="72" y="58"/>
                      <a:pt x="81" y="37"/>
                    </a:cubicBezTo>
                    <a:cubicBezTo>
                      <a:pt x="86" y="25"/>
                      <a:pt x="81" y="11"/>
                      <a:pt x="69" y="5"/>
                    </a:cubicBezTo>
                    <a:close/>
                    <a:moveTo>
                      <a:pt x="69" y="5"/>
                    </a:moveTo>
                    <a:cubicBezTo>
                      <a:pt x="69" y="5"/>
                      <a:pt x="69" y="5"/>
                      <a:pt x="69" y="5"/>
                    </a:cubicBezTo>
                  </a:path>
                </a:pathLst>
              </a:custGeom>
              <a:solidFill>
                <a:srgbClr val="ED7D31"/>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37" name="Google Shape;401;g103686dfa1e_0_580"/>
              <p:cNvSpPr/>
              <p:nvPr/>
            </p:nvSpPr>
            <p:spPr>
              <a:xfrm>
                <a:off x="8256846" y="-2198922"/>
                <a:ext cx="381344" cy="415630"/>
              </a:xfrm>
              <a:custGeom>
                <a:avLst/>
                <a:gdLst/>
                <a:ahLst/>
                <a:cxnLst/>
                <a:rect l="l" t="t" r="r" b="b"/>
                <a:pathLst>
                  <a:path w="312" h="337" extrusionOk="0">
                    <a:moveTo>
                      <a:pt x="24" y="48"/>
                    </a:moveTo>
                    <a:cubicBezTo>
                      <a:pt x="157" y="48"/>
                      <a:pt x="264" y="156"/>
                      <a:pt x="264" y="288"/>
                    </a:cubicBezTo>
                    <a:cubicBezTo>
                      <a:pt x="264" y="296"/>
                      <a:pt x="264" y="303"/>
                      <a:pt x="263" y="311"/>
                    </a:cubicBezTo>
                    <a:cubicBezTo>
                      <a:pt x="262" y="324"/>
                      <a:pt x="272" y="336"/>
                      <a:pt x="285" y="337"/>
                    </a:cubicBezTo>
                    <a:cubicBezTo>
                      <a:pt x="286" y="337"/>
                      <a:pt x="287" y="337"/>
                      <a:pt x="287" y="337"/>
                    </a:cubicBezTo>
                    <a:cubicBezTo>
                      <a:pt x="300" y="337"/>
                      <a:pt x="310" y="328"/>
                      <a:pt x="311" y="315"/>
                    </a:cubicBezTo>
                    <a:cubicBezTo>
                      <a:pt x="312" y="306"/>
                      <a:pt x="312" y="297"/>
                      <a:pt x="312" y="288"/>
                    </a:cubicBezTo>
                    <a:cubicBezTo>
                      <a:pt x="312" y="129"/>
                      <a:pt x="183" y="0"/>
                      <a:pt x="24" y="0"/>
                    </a:cubicBezTo>
                    <a:cubicBezTo>
                      <a:pt x="11" y="0"/>
                      <a:pt x="0" y="11"/>
                      <a:pt x="0" y="24"/>
                    </a:cubicBezTo>
                    <a:cubicBezTo>
                      <a:pt x="0" y="37"/>
                      <a:pt x="11" y="48"/>
                      <a:pt x="24" y="48"/>
                    </a:cubicBezTo>
                    <a:close/>
                    <a:moveTo>
                      <a:pt x="24" y="48"/>
                    </a:moveTo>
                    <a:cubicBezTo>
                      <a:pt x="24" y="48"/>
                      <a:pt x="24" y="48"/>
                      <a:pt x="24" y="48"/>
                    </a:cubicBezTo>
                  </a:path>
                </a:pathLst>
              </a:custGeom>
              <a:solidFill>
                <a:srgbClr val="ED7D31"/>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38" name="Google Shape;402;g103686dfa1e_0_580"/>
              <p:cNvSpPr/>
              <p:nvPr/>
            </p:nvSpPr>
            <p:spPr>
              <a:xfrm>
                <a:off x="8256846" y="-2580965"/>
                <a:ext cx="58776" cy="223908"/>
              </a:xfrm>
              <a:custGeom>
                <a:avLst/>
                <a:gdLst/>
                <a:ahLst/>
                <a:cxnLst/>
                <a:rect l="l" t="t" r="r" b="b"/>
                <a:pathLst>
                  <a:path w="48" h="182" extrusionOk="0">
                    <a:moveTo>
                      <a:pt x="24" y="182"/>
                    </a:moveTo>
                    <a:cubicBezTo>
                      <a:pt x="38" y="182"/>
                      <a:pt x="48" y="172"/>
                      <a:pt x="48" y="158"/>
                    </a:cubicBezTo>
                    <a:cubicBezTo>
                      <a:pt x="48" y="24"/>
                      <a:pt x="48" y="24"/>
                      <a:pt x="48" y="24"/>
                    </a:cubicBezTo>
                    <a:cubicBezTo>
                      <a:pt x="48" y="11"/>
                      <a:pt x="38" y="0"/>
                      <a:pt x="24" y="0"/>
                    </a:cubicBezTo>
                    <a:cubicBezTo>
                      <a:pt x="11" y="0"/>
                      <a:pt x="0" y="11"/>
                      <a:pt x="0" y="24"/>
                    </a:cubicBezTo>
                    <a:cubicBezTo>
                      <a:pt x="0" y="158"/>
                      <a:pt x="0" y="158"/>
                      <a:pt x="0" y="158"/>
                    </a:cubicBezTo>
                    <a:cubicBezTo>
                      <a:pt x="0" y="172"/>
                      <a:pt x="11" y="182"/>
                      <a:pt x="24" y="182"/>
                    </a:cubicBezTo>
                    <a:close/>
                    <a:moveTo>
                      <a:pt x="24" y="182"/>
                    </a:moveTo>
                    <a:cubicBezTo>
                      <a:pt x="24" y="182"/>
                      <a:pt x="24" y="182"/>
                      <a:pt x="24" y="182"/>
                    </a:cubicBezTo>
                  </a:path>
                </a:pathLst>
              </a:custGeom>
              <a:solidFill>
                <a:srgbClr val="ED7D31"/>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39" name="Google Shape;403;g103686dfa1e_0_580"/>
              <p:cNvSpPr/>
              <p:nvPr/>
            </p:nvSpPr>
            <p:spPr>
              <a:xfrm>
                <a:off x="7899293" y="-2490002"/>
                <a:ext cx="149039" cy="207115"/>
              </a:xfrm>
              <a:custGeom>
                <a:avLst/>
                <a:gdLst/>
                <a:ahLst/>
                <a:cxnLst/>
                <a:rect l="l" t="t" r="r" b="b"/>
                <a:pathLst>
                  <a:path w="122" h="168" extrusionOk="0">
                    <a:moveTo>
                      <a:pt x="74" y="156"/>
                    </a:moveTo>
                    <a:cubicBezTo>
                      <a:pt x="78" y="164"/>
                      <a:pt x="86" y="168"/>
                      <a:pt x="94" y="168"/>
                    </a:cubicBezTo>
                    <a:cubicBezTo>
                      <a:pt x="98" y="168"/>
                      <a:pt x="103" y="167"/>
                      <a:pt x="106" y="165"/>
                    </a:cubicBezTo>
                    <a:cubicBezTo>
                      <a:pt x="118" y="158"/>
                      <a:pt x="122" y="143"/>
                      <a:pt x="115" y="132"/>
                    </a:cubicBezTo>
                    <a:cubicBezTo>
                      <a:pt x="48" y="15"/>
                      <a:pt x="48" y="15"/>
                      <a:pt x="48" y="15"/>
                    </a:cubicBezTo>
                    <a:cubicBezTo>
                      <a:pt x="41" y="4"/>
                      <a:pt x="27" y="0"/>
                      <a:pt x="15" y="7"/>
                    </a:cubicBezTo>
                    <a:cubicBezTo>
                      <a:pt x="4" y="13"/>
                      <a:pt x="0" y="28"/>
                      <a:pt x="6" y="39"/>
                    </a:cubicBezTo>
                    <a:lnTo>
                      <a:pt x="74" y="156"/>
                    </a:lnTo>
                    <a:close/>
                    <a:moveTo>
                      <a:pt x="74" y="156"/>
                    </a:moveTo>
                    <a:cubicBezTo>
                      <a:pt x="74" y="156"/>
                      <a:pt x="74" y="156"/>
                      <a:pt x="74" y="156"/>
                    </a:cubicBezTo>
                  </a:path>
                </a:pathLst>
              </a:custGeom>
              <a:solidFill>
                <a:srgbClr val="ED7D31"/>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40" name="Google Shape;404;g103686dfa1e_0_580"/>
              <p:cNvSpPr/>
              <p:nvPr/>
            </p:nvSpPr>
            <p:spPr>
              <a:xfrm>
                <a:off x="8723555" y="-1598566"/>
                <a:ext cx="209214" cy="146940"/>
              </a:xfrm>
              <a:custGeom>
                <a:avLst/>
                <a:gdLst/>
                <a:ahLst/>
                <a:cxnLst/>
                <a:rect l="l" t="t" r="r" b="b"/>
                <a:pathLst>
                  <a:path w="171" h="119" extrusionOk="0">
                    <a:moveTo>
                      <a:pt x="155" y="74"/>
                    </a:moveTo>
                    <a:cubicBezTo>
                      <a:pt x="39" y="7"/>
                      <a:pt x="39" y="7"/>
                      <a:pt x="39" y="7"/>
                    </a:cubicBezTo>
                    <a:cubicBezTo>
                      <a:pt x="27" y="0"/>
                      <a:pt x="13" y="4"/>
                      <a:pt x="6" y="15"/>
                    </a:cubicBezTo>
                    <a:cubicBezTo>
                      <a:pt x="0" y="27"/>
                      <a:pt x="3" y="42"/>
                      <a:pt x="15" y="48"/>
                    </a:cubicBezTo>
                    <a:cubicBezTo>
                      <a:pt x="131" y="115"/>
                      <a:pt x="131" y="115"/>
                      <a:pt x="131" y="115"/>
                    </a:cubicBezTo>
                    <a:cubicBezTo>
                      <a:pt x="135" y="118"/>
                      <a:pt x="139" y="119"/>
                      <a:pt x="143" y="119"/>
                    </a:cubicBezTo>
                    <a:cubicBezTo>
                      <a:pt x="152" y="119"/>
                      <a:pt x="160" y="114"/>
                      <a:pt x="164" y="107"/>
                    </a:cubicBezTo>
                    <a:cubicBezTo>
                      <a:pt x="171" y="95"/>
                      <a:pt x="167" y="80"/>
                      <a:pt x="155" y="74"/>
                    </a:cubicBezTo>
                    <a:close/>
                    <a:moveTo>
                      <a:pt x="155" y="74"/>
                    </a:moveTo>
                    <a:cubicBezTo>
                      <a:pt x="155" y="74"/>
                      <a:pt x="155" y="74"/>
                      <a:pt x="155" y="74"/>
                    </a:cubicBezTo>
                  </a:path>
                </a:pathLst>
              </a:custGeom>
              <a:solidFill>
                <a:srgbClr val="ED7D31"/>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41" name="Google Shape;405;g103686dfa1e_0_580"/>
              <p:cNvSpPr/>
              <p:nvPr/>
            </p:nvSpPr>
            <p:spPr>
              <a:xfrm>
                <a:off x="7640399" y="-2228311"/>
                <a:ext cx="209214" cy="145540"/>
              </a:xfrm>
              <a:custGeom>
                <a:avLst/>
                <a:gdLst/>
                <a:ahLst/>
                <a:cxnLst/>
                <a:rect l="l" t="t" r="r" b="b"/>
                <a:pathLst>
                  <a:path w="171" h="118" extrusionOk="0">
                    <a:moveTo>
                      <a:pt x="15" y="48"/>
                    </a:moveTo>
                    <a:cubicBezTo>
                      <a:pt x="132" y="115"/>
                      <a:pt x="132" y="115"/>
                      <a:pt x="132" y="115"/>
                    </a:cubicBezTo>
                    <a:cubicBezTo>
                      <a:pt x="136" y="117"/>
                      <a:pt x="140" y="118"/>
                      <a:pt x="144" y="118"/>
                    </a:cubicBezTo>
                    <a:cubicBezTo>
                      <a:pt x="152" y="118"/>
                      <a:pt x="160" y="114"/>
                      <a:pt x="165" y="106"/>
                    </a:cubicBezTo>
                    <a:cubicBezTo>
                      <a:pt x="171" y="95"/>
                      <a:pt x="167" y="80"/>
                      <a:pt x="156" y="74"/>
                    </a:cubicBezTo>
                    <a:cubicBezTo>
                      <a:pt x="39" y="6"/>
                      <a:pt x="39" y="6"/>
                      <a:pt x="39" y="6"/>
                    </a:cubicBezTo>
                    <a:cubicBezTo>
                      <a:pt x="28" y="0"/>
                      <a:pt x="13" y="4"/>
                      <a:pt x="7" y="15"/>
                    </a:cubicBezTo>
                    <a:cubicBezTo>
                      <a:pt x="0" y="27"/>
                      <a:pt x="4" y="41"/>
                      <a:pt x="15" y="48"/>
                    </a:cubicBezTo>
                    <a:close/>
                    <a:moveTo>
                      <a:pt x="15" y="48"/>
                    </a:moveTo>
                    <a:cubicBezTo>
                      <a:pt x="15" y="48"/>
                      <a:pt x="15" y="48"/>
                      <a:pt x="15" y="48"/>
                    </a:cubicBezTo>
                  </a:path>
                </a:pathLst>
              </a:custGeom>
              <a:solidFill>
                <a:srgbClr val="ED7D31"/>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42" name="Google Shape;406;g103686dfa1e_0_580"/>
              <p:cNvSpPr/>
              <p:nvPr/>
            </p:nvSpPr>
            <p:spPr>
              <a:xfrm>
                <a:off x="8799824" y="-1868657"/>
                <a:ext cx="223908" cy="59476"/>
              </a:xfrm>
              <a:custGeom>
                <a:avLst/>
                <a:gdLst/>
                <a:ahLst/>
                <a:cxnLst/>
                <a:rect l="l" t="t" r="r" b="b"/>
                <a:pathLst>
                  <a:path w="183" h="48" extrusionOk="0">
                    <a:moveTo>
                      <a:pt x="159" y="0"/>
                    </a:moveTo>
                    <a:cubicBezTo>
                      <a:pt x="24" y="0"/>
                      <a:pt x="24" y="0"/>
                      <a:pt x="24" y="0"/>
                    </a:cubicBezTo>
                    <a:cubicBezTo>
                      <a:pt x="11" y="0"/>
                      <a:pt x="0" y="11"/>
                      <a:pt x="0" y="24"/>
                    </a:cubicBezTo>
                    <a:cubicBezTo>
                      <a:pt x="0" y="38"/>
                      <a:pt x="11" y="48"/>
                      <a:pt x="24" y="48"/>
                    </a:cubicBezTo>
                    <a:cubicBezTo>
                      <a:pt x="159" y="48"/>
                      <a:pt x="159" y="48"/>
                      <a:pt x="159" y="48"/>
                    </a:cubicBezTo>
                    <a:cubicBezTo>
                      <a:pt x="172" y="48"/>
                      <a:pt x="183" y="38"/>
                      <a:pt x="183" y="24"/>
                    </a:cubicBezTo>
                    <a:cubicBezTo>
                      <a:pt x="183" y="11"/>
                      <a:pt x="172" y="0"/>
                      <a:pt x="159" y="0"/>
                    </a:cubicBezTo>
                    <a:close/>
                    <a:moveTo>
                      <a:pt x="159" y="0"/>
                    </a:moveTo>
                    <a:cubicBezTo>
                      <a:pt x="159" y="0"/>
                      <a:pt x="159" y="0"/>
                      <a:pt x="159" y="0"/>
                    </a:cubicBezTo>
                  </a:path>
                </a:pathLst>
              </a:custGeom>
              <a:solidFill>
                <a:srgbClr val="ED7D31"/>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43" name="Google Shape;407;g103686dfa1e_0_580"/>
              <p:cNvSpPr/>
              <p:nvPr/>
            </p:nvSpPr>
            <p:spPr>
              <a:xfrm>
                <a:off x="7549436" y="-1868656"/>
                <a:ext cx="222509" cy="59476"/>
              </a:xfrm>
              <a:custGeom>
                <a:avLst/>
                <a:gdLst/>
                <a:ahLst/>
                <a:cxnLst/>
                <a:rect l="l" t="t" r="r" b="b"/>
                <a:pathLst>
                  <a:path w="182" h="48" extrusionOk="0">
                    <a:moveTo>
                      <a:pt x="182" y="24"/>
                    </a:moveTo>
                    <a:cubicBezTo>
                      <a:pt x="182" y="11"/>
                      <a:pt x="172" y="0"/>
                      <a:pt x="158" y="0"/>
                    </a:cubicBezTo>
                    <a:cubicBezTo>
                      <a:pt x="24" y="0"/>
                      <a:pt x="24" y="0"/>
                      <a:pt x="24" y="0"/>
                    </a:cubicBezTo>
                    <a:cubicBezTo>
                      <a:pt x="11" y="0"/>
                      <a:pt x="0" y="11"/>
                      <a:pt x="0" y="24"/>
                    </a:cubicBezTo>
                    <a:cubicBezTo>
                      <a:pt x="0" y="38"/>
                      <a:pt x="11" y="48"/>
                      <a:pt x="24" y="48"/>
                    </a:cubicBezTo>
                    <a:cubicBezTo>
                      <a:pt x="158" y="48"/>
                      <a:pt x="158" y="48"/>
                      <a:pt x="158" y="48"/>
                    </a:cubicBezTo>
                    <a:cubicBezTo>
                      <a:pt x="172" y="48"/>
                      <a:pt x="182" y="38"/>
                      <a:pt x="182" y="24"/>
                    </a:cubicBezTo>
                    <a:close/>
                    <a:moveTo>
                      <a:pt x="182" y="24"/>
                    </a:moveTo>
                    <a:cubicBezTo>
                      <a:pt x="182" y="24"/>
                      <a:pt x="182" y="24"/>
                      <a:pt x="182" y="24"/>
                    </a:cubicBezTo>
                  </a:path>
                </a:pathLst>
              </a:custGeom>
              <a:solidFill>
                <a:srgbClr val="ED7D31"/>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44" name="Google Shape;408;g103686dfa1e_0_580"/>
              <p:cNvSpPr/>
              <p:nvPr/>
            </p:nvSpPr>
            <p:spPr>
              <a:xfrm>
                <a:off x="8723555" y="-2228309"/>
                <a:ext cx="209214" cy="145540"/>
              </a:xfrm>
              <a:custGeom>
                <a:avLst/>
                <a:gdLst/>
                <a:ahLst/>
                <a:cxnLst/>
                <a:rect l="l" t="t" r="r" b="b"/>
                <a:pathLst>
                  <a:path w="171" h="118" extrusionOk="0">
                    <a:moveTo>
                      <a:pt x="27" y="118"/>
                    </a:moveTo>
                    <a:cubicBezTo>
                      <a:pt x="31" y="118"/>
                      <a:pt x="35" y="117"/>
                      <a:pt x="39" y="115"/>
                    </a:cubicBezTo>
                    <a:cubicBezTo>
                      <a:pt x="155" y="48"/>
                      <a:pt x="155" y="48"/>
                      <a:pt x="155" y="48"/>
                    </a:cubicBezTo>
                    <a:cubicBezTo>
                      <a:pt x="167" y="41"/>
                      <a:pt x="171" y="27"/>
                      <a:pt x="164" y="15"/>
                    </a:cubicBezTo>
                    <a:cubicBezTo>
                      <a:pt x="157" y="4"/>
                      <a:pt x="143" y="0"/>
                      <a:pt x="131" y="6"/>
                    </a:cubicBezTo>
                    <a:cubicBezTo>
                      <a:pt x="15" y="74"/>
                      <a:pt x="15" y="74"/>
                      <a:pt x="15" y="74"/>
                    </a:cubicBezTo>
                    <a:cubicBezTo>
                      <a:pt x="3" y="80"/>
                      <a:pt x="0" y="95"/>
                      <a:pt x="6" y="106"/>
                    </a:cubicBezTo>
                    <a:cubicBezTo>
                      <a:pt x="11" y="114"/>
                      <a:pt x="19" y="118"/>
                      <a:pt x="27" y="118"/>
                    </a:cubicBezTo>
                    <a:close/>
                    <a:moveTo>
                      <a:pt x="27" y="118"/>
                    </a:moveTo>
                    <a:cubicBezTo>
                      <a:pt x="27" y="118"/>
                      <a:pt x="27" y="118"/>
                      <a:pt x="27" y="118"/>
                    </a:cubicBezTo>
                  </a:path>
                </a:pathLst>
              </a:custGeom>
              <a:solidFill>
                <a:srgbClr val="ED7D31"/>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45" name="Google Shape;409;g103686dfa1e_0_580"/>
              <p:cNvSpPr/>
              <p:nvPr/>
            </p:nvSpPr>
            <p:spPr>
              <a:xfrm>
                <a:off x="7640399" y="-1598569"/>
                <a:ext cx="209214" cy="146940"/>
              </a:xfrm>
              <a:custGeom>
                <a:avLst/>
                <a:gdLst/>
                <a:ahLst/>
                <a:cxnLst/>
                <a:rect l="l" t="t" r="r" b="b"/>
                <a:pathLst>
                  <a:path w="171" h="119" extrusionOk="0">
                    <a:moveTo>
                      <a:pt x="132" y="7"/>
                    </a:moveTo>
                    <a:cubicBezTo>
                      <a:pt x="15" y="74"/>
                      <a:pt x="15" y="74"/>
                      <a:pt x="15" y="74"/>
                    </a:cubicBezTo>
                    <a:cubicBezTo>
                      <a:pt x="4" y="80"/>
                      <a:pt x="0" y="95"/>
                      <a:pt x="7" y="107"/>
                    </a:cubicBezTo>
                    <a:cubicBezTo>
                      <a:pt x="11" y="114"/>
                      <a:pt x="19" y="119"/>
                      <a:pt x="28" y="119"/>
                    </a:cubicBezTo>
                    <a:cubicBezTo>
                      <a:pt x="32" y="119"/>
                      <a:pt x="36" y="118"/>
                      <a:pt x="39" y="115"/>
                    </a:cubicBezTo>
                    <a:cubicBezTo>
                      <a:pt x="156" y="48"/>
                      <a:pt x="156" y="48"/>
                      <a:pt x="156" y="48"/>
                    </a:cubicBezTo>
                    <a:cubicBezTo>
                      <a:pt x="167" y="42"/>
                      <a:pt x="171" y="27"/>
                      <a:pt x="165" y="15"/>
                    </a:cubicBezTo>
                    <a:cubicBezTo>
                      <a:pt x="158" y="4"/>
                      <a:pt x="143" y="0"/>
                      <a:pt x="132" y="7"/>
                    </a:cubicBezTo>
                    <a:close/>
                    <a:moveTo>
                      <a:pt x="132" y="7"/>
                    </a:moveTo>
                    <a:cubicBezTo>
                      <a:pt x="132" y="7"/>
                      <a:pt x="132" y="7"/>
                      <a:pt x="132" y="7"/>
                    </a:cubicBezTo>
                  </a:path>
                </a:pathLst>
              </a:custGeom>
              <a:solidFill>
                <a:srgbClr val="ED7D31"/>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46" name="Google Shape;410;g103686dfa1e_0_580"/>
              <p:cNvSpPr/>
              <p:nvPr/>
            </p:nvSpPr>
            <p:spPr>
              <a:xfrm>
                <a:off x="8524837" y="-2490002"/>
                <a:ext cx="149039" cy="207115"/>
              </a:xfrm>
              <a:custGeom>
                <a:avLst/>
                <a:gdLst/>
                <a:ahLst/>
                <a:cxnLst/>
                <a:rect l="l" t="t" r="r" b="b"/>
                <a:pathLst>
                  <a:path w="122" h="168" extrusionOk="0">
                    <a:moveTo>
                      <a:pt x="15" y="165"/>
                    </a:moveTo>
                    <a:cubicBezTo>
                      <a:pt x="19" y="167"/>
                      <a:pt x="23" y="168"/>
                      <a:pt x="27" y="168"/>
                    </a:cubicBezTo>
                    <a:cubicBezTo>
                      <a:pt x="36" y="168"/>
                      <a:pt x="44" y="164"/>
                      <a:pt x="48" y="156"/>
                    </a:cubicBezTo>
                    <a:cubicBezTo>
                      <a:pt x="115" y="39"/>
                      <a:pt x="115" y="39"/>
                      <a:pt x="115" y="39"/>
                    </a:cubicBezTo>
                    <a:cubicBezTo>
                      <a:pt x="122" y="28"/>
                      <a:pt x="118" y="13"/>
                      <a:pt x="107" y="7"/>
                    </a:cubicBezTo>
                    <a:cubicBezTo>
                      <a:pt x="95" y="0"/>
                      <a:pt x="80" y="4"/>
                      <a:pt x="74" y="15"/>
                    </a:cubicBezTo>
                    <a:cubicBezTo>
                      <a:pt x="7" y="132"/>
                      <a:pt x="7" y="132"/>
                      <a:pt x="7" y="132"/>
                    </a:cubicBezTo>
                    <a:cubicBezTo>
                      <a:pt x="0" y="143"/>
                      <a:pt x="4" y="158"/>
                      <a:pt x="15" y="165"/>
                    </a:cubicBezTo>
                    <a:close/>
                    <a:moveTo>
                      <a:pt x="15" y="165"/>
                    </a:moveTo>
                    <a:cubicBezTo>
                      <a:pt x="15" y="165"/>
                      <a:pt x="15" y="165"/>
                      <a:pt x="15" y="165"/>
                    </a:cubicBezTo>
                  </a:path>
                </a:pathLst>
              </a:custGeom>
              <a:solidFill>
                <a:srgbClr val="ED7D31"/>
              </a:solid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grpSp>
      </p:grpSp>
      <p:sp>
        <p:nvSpPr>
          <p:cNvPr id="47" name="Google Shape;411;g103686dfa1e_0_580"/>
          <p:cNvSpPr/>
          <p:nvPr/>
        </p:nvSpPr>
        <p:spPr>
          <a:xfrm>
            <a:off x="1863740" y="2506592"/>
            <a:ext cx="506400" cy="506400"/>
          </a:xfrm>
          <a:prstGeom prst="ellipse">
            <a:avLst/>
          </a:prstGeom>
          <a:solidFill>
            <a:srgbClr val="ED7D31"/>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a:ea typeface="Calibri"/>
                <a:cs typeface="Calibri"/>
                <a:sym typeface="Calibri"/>
              </a:rPr>
              <a:t>1</a:t>
            </a:r>
            <a:endParaRPr kumimoji="0" sz="1800" b="0" i="0" u="none" strike="noStrike" kern="0" cap="none" spc="0" normalizeH="0" baseline="0" noProof="0">
              <a:ln>
                <a:noFill/>
              </a:ln>
              <a:solidFill>
                <a:prstClr val="black"/>
              </a:solidFill>
              <a:effectLst/>
              <a:uLnTx/>
              <a:uFillTx/>
              <a:latin typeface="Calibri" panose="020F0502020204030204"/>
            </a:endParaRPr>
          </a:p>
        </p:txBody>
      </p:sp>
      <p:sp>
        <p:nvSpPr>
          <p:cNvPr id="48" name="Google Shape;412;g103686dfa1e_0_580"/>
          <p:cNvSpPr txBox="1"/>
          <p:nvPr/>
        </p:nvSpPr>
        <p:spPr>
          <a:xfrm>
            <a:off x="989151" y="4995366"/>
            <a:ext cx="2255578" cy="1336156"/>
          </a:xfrm>
          <a:prstGeom prst="rect">
            <a:avLst/>
          </a:prstGeom>
          <a:noFill/>
          <a:ln>
            <a:noFill/>
          </a:ln>
        </p:spPr>
        <p:txBody>
          <a:bodyPr spcFirstLastPara="1" wrap="square" lIns="91425" tIns="45700" rIns="91425" bIns="45700" anchor="t" anchorCtr="0">
            <a:noAutofit/>
          </a:bodyPr>
          <a:lstStyle/>
          <a:p>
            <a:pPr algn="just" defTabSz="914400">
              <a:buClr>
                <a:prstClr val="black"/>
              </a:buClr>
              <a:buSzPts val="1100"/>
              <a:buFont typeface="Arial"/>
              <a:buNone/>
            </a:pPr>
            <a:r>
              <a:rPr lang="en-US" sz="2400" b="1" dirty="0">
                <a:solidFill>
                  <a:srgbClr val="FFC000"/>
                </a:solidFill>
                <a:ea typeface="Calibri"/>
                <a:cs typeface="Calibri"/>
                <a:sym typeface="Calibri"/>
              </a:rPr>
              <a:t>Data Planning</a:t>
            </a:r>
            <a:endParaRPr sz="2400" b="1" dirty="0">
              <a:solidFill>
                <a:srgbClr val="FFC000"/>
              </a:solidFill>
              <a:ea typeface="Calibri"/>
              <a:cs typeface="Calibri"/>
              <a:sym typeface="Calibri"/>
            </a:endParaRPr>
          </a:p>
          <a:p>
            <a:pPr algn="just" defTabSz="914400"/>
            <a:r>
              <a:rPr lang="en-US" sz="2400" b="1" dirty="0">
                <a:solidFill>
                  <a:srgbClr val="FFC000"/>
                </a:solidFill>
              </a:rPr>
              <a:t>Data Generated</a:t>
            </a:r>
          </a:p>
          <a:p>
            <a:pPr algn="just" defTabSz="914400"/>
            <a:r>
              <a:rPr lang="en-US" sz="2400" b="1" dirty="0">
                <a:solidFill>
                  <a:srgbClr val="FFC000"/>
                </a:solidFill>
                <a:sym typeface="Open Sans"/>
              </a:rPr>
              <a:t>Data Collection</a:t>
            </a:r>
            <a:endParaRPr sz="2400" b="1" dirty="0">
              <a:solidFill>
                <a:srgbClr val="FFC000"/>
              </a:solidFill>
              <a:sym typeface="Open Sans"/>
            </a:endParaRPr>
          </a:p>
        </p:txBody>
      </p:sp>
      <p:sp>
        <p:nvSpPr>
          <p:cNvPr id="49" name="Google Shape;413;g103686dfa1e_0_580"/>
          <p:cNvSpPr/>
          <p:nvPr/>
        </p:nvSpPr>
        <p:spPr>
          <a:xfrm>
            <a:off x="1804490" y="4367188"/>
            <a:ext cx="506400" cy="506400"/>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a:ea typeface="Calibri"/>
                <a:cs typeface="Calibri"/>
                <a:sym typeface="Calibri"/>
              </a:rPr>
              <a:t>2</a:t>
            </a:r>
            <a:endParaRPr kumimoji="0" sz="1800" b="0" i="0" u="none" strike="noStrike" kern="0" cap="none" spc="0" normalizeH="0" baseline="0" noProof="0">
              <a:ln>
                <a:noFill/>
              </a:ln>
              <a:solidFill>
                <a:prstClr val="black"/>
              </a:solidFill>
              <a:effectLst/>
              <a:uLnTx/>
              <a:uFillTx/>
              <a:latin typeface="Calibri" panose="020F0502020204030204"/>
            </a:endParaRPr>
          </a:p>
        </p:txBody>
      </p:sp>
      <p:sp>
        <p:nvSpPr>
          <p:cNvPr id="50" name="Google Shape;414;g103686dfa1e_0_580"/>
          <p:cNvSpPr/>
          <p:nvPr/>
        </p:nvSpPr>
        <p:spPr>
          <a:xfrm>
            <a:off x="9829285" y="2516838"/>
            <a:ext cx="506400" cy="506400"/>
          </a:xfrm>
          <a:prstGeom prst="ellipse">
            <a:avLst/>
          </a:prstGeom>
          <a:solidFill>
            <a:srgbClr val="4472C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a:ea typeface="Calibri"/>
                <a:cs typeface="Calibri"/>
                <a:sym typeface="Calibri"/>
              </a:rPr>
              <a:t>3</a:t>
            </a:r>
            <a:endParaRPr kumimoji="0" sz="1800" b="0" i="0" u="none" strike="noStrike" kern="0" cap="none" spc="0" normalizeH="0" baseline="0" noProof="0">
              <a:ln>
                <a:noFill/>
              </a:ln>
              <a:solidFill>
                <a:prstClr val="black"/>
              </a:solidFill>
              <a:effectLst/>
              <a:uLnTx/>
              <a:uFillTx/>
              <a:latin typeface="Calibri" panose="020F0502020204030204"/>
            </a:endParaRPr>
          </a:p>
        </p:txBody>
      </p:sp>
      <p:sp>
        <p:nvSpPr>
          <p:cNvPr id="51" name="Google Shape;415;g103686dfa1e_0_580"/>
          <p:cNvSpPr txBox="1"/>
          <p:nvPr/>
        </p:nvSpPr>
        <p:spPr>
          <a:xfrm>
            <a:off x="993972" y="2990563"/>
            <a:ext cx="3009075" cy="1092600"/>
          </a:xfrm>
          <a:prstGeom prst="rect">
            <a:avLst/>
          </a:prstGeom>
          <a:noFill/>
          <a:ln>
            <a:noFill/>
          </a:ln>
        </p:spPr>
        <p:txBody>
          <a:bodyPr spcFirstLastPara="1" wrap="square" lIns="91425" tIns="45700" rIns="91425" bIns="45700" anchor="t" anchorCtr="0">
            <a:noAutofit/>
          </a:bodyPr>
          <a:lstStyle/>
          <a:p>
            <a:pPr algn="just" defTabSz="914400">
              <a:buClr>
                <a:prstClr val="black"/>
              </a:buClr>
              <a:buSzPts val="1100"/>
              <a:buFont typeface="Arial"/>
              <a:buNone/>
            </a:pPr>
            <a:r>
              <a:rPr lang="en-US" sz="2400" b="1" dirty="0">
                <a:solidFill>
                  <a:srgbClr val="ED7D31"/>
                </a:solidFill>
                <a:ea typeface="Calibri"/>
                <a:cs typeface="Calibri"/>
                <a:sym typeface="Calibri"/>
              </a:rPr>
              <a:t>Hardware platforms </a:t>
            </a:r>
            <a:r>
              <a:rPr lang="en-US" sz="2400" b="1" dirty="0">
                <a:solidFill>
                  <a:srgbClr val="ED7D31"/>
                </a:solidFill>
              </a:rPr>
              <a:t>enable wide range of applications</a:t>
            </a:r>
            <a:endParaRPr sz="2400" b="1" dirty="0">
              <a:solidFill>
                <a:srgbClr val="ED7D31"/>
              </a:solidFill>
              <a:sym typeface="Calibri"/>
            </a:endParaRPr>
          </a:p>
          <a:p>
            <a:pPr algn="ctr" defTabSz="914400">
              <a:spcBef>
                <a:spcPts val="800"/>
              </a:spcBef>
            </a:pPr>
            <a:endParaRPr sz="2000" dirty="0">
              <a:solidFill>
                <a:prstClr val="black"/>
              </a:solidFill>
              <a:latin typeface="Open Sans"/>
              <a:ea typeface="Open Sans"/>
              <a:cs typeface="Open Sans"/>
              <a:sym typeface="Open Sans"/>
            </a:endParaRPr>
          </a:p>
        </p:txBody>
      </p:sp>
      <p:sp>
        <p:nvSpPr>
          <p:cNvPr id="52" name="Google Shape;416;g103686dfa1e_0_580"/>
          <p:cNvSpPr txBox="1"/>
          <p:nvPr/>
        </p:nvSpPr>
        <p:spPr>
          <a:xfrm>
            <a:off x="8841396" y="2995858"/>
            <a:ext cx="2482179" cy="859670"/>
          </a:xfrm>
          <a:prstGeom prst="rect">
            <a:avLst/>
          </a:prstGeom>
          <a:noFill/>
          <a:ln>
            <a:noFill/>
          </a:ln>
        </p:spPr>
        <p:txBody>
          <a:bodyPr spcFirstLastPara="1" wrap="square" lIns="91425" tIns="45700" rIns="91425" bIns="45700" anchor="t" anchorCtr="0">
            <a:noAutofit/>
          </a:bodyPr>
          <a:lstStyle/>
          <a:p>
            <a:pPr algn="ctr" defTabSz="914400">
              <a:buClr>
                <a:prstClr val="black"/>
              </a:buClr>
              <a:buSzPts val="1100"/>
              <a:buFont typeface="Arial"/>
              <a:buNone/>
            </a:pPr>
            <a:r>
              <a:rPr lang="en-US" sz="2400" b="1" dirty="0">
                <a:solidFill>
                  <a:srgbClr val="5B9BD5"/>
                </a:solidFill>
                <a:ea typeface="Calibri"/>
                <a:cs typeface="Calibri"/>
                <a:sym typeface="Calibri"/>
              </a:rPr>
              <a:t>Privacy and Security</a:t>
            </a:r>
          </a:p>
          <a:p>
            <a:pPr algn="ctr" defTabSz="914400">
              <a:buClr>
                <a:prstClr val="black"/>
              </a:buClr>
              <a:buSzPts val="1100"/>
              <a:buFont typeface="Arial"/>
              <a:buNone/>
            </a:pPr>
            <a:endParaRPr sz="1900" b="1" dirty="0">
              <a:solidFill>
                <a:srgbClr val="5B9BD5"/>
              </a:solidFill>
              <a:latin typeface="Calibri"/>
              <a:ea typeface="Calibri"/>
              <a:cs typeface="Calibri"/>
              <a:sym typeface="Calibri"/>
            </a:endParaRPr>
          </a:p>
          <a:p>
            <a:pPr algn="ctr" defTabSz="914400">
              <a:spcBef>
                <a:spcPts val="800"/>
              </a:spcBef>
            </a:pPr>
            <a:endParaRPr sz="2000" dirty="0">
              <a:solidFill>
                <a:prstClr val="black"/>
              </a:solidFill>
              <a:latin typeface="Open Sans"/>
              <a:ea typeface="Open Sans"/>
              <a:cs typeface="Open Sans"/>
              <a:sym typeface="Open Sans"/>
            </a:endParaRPr>
          </a:p>
        </p:txBody>
      </p:sp>
      <p:sp>
        <p:nvSpPr>
          <p:cNvPr id="53" name="Google Shape;417;g103686dfa1e_0_580"/>
          <p:cNvSpPr/>
          <p:nvPr/>
        </p:nvSpPr>
        <p:spPr>
          <a:xfrm>
            <a:off x="10039933" y="4367364"/>
            <a:ext cx="506400" cy="506400"/>
          </a:xfrm>
          <a:prstGeom prst="ellipse">
            <a:avLst/>
          </a:prstGeom>
          <a:solidFill>
            <a:srgbClr val="70AD47"/>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Calibri"/>
                <a:ea typeface="Calibri"/>
                <a:cs typeface="Calibri"/>
                <a:sym typeface="Calibri"/>
              </a:rPr>
              <a:t>4</a:t>
            </a:r>
            <a:endParaRPr kumimoji="0" sz="1800" b="1" i="0" u="none" strike="noStrike" kern="0" cap="none" spc="0" normalizeH="0" baseline="0" noProof="0" dirty="0">
              <a:ln>
                <a:noFill/>
              </a:ln>
              <a:solidFill>
                <a:prstClr val="white"/>
              </a:solidFill>
              <a:effectLst/>
              <a:uLnTx/>
              <a:uFillTx/>
              <a:latin typeface="Calibri"/>
              <a:ea typeface="Calibri"/>
              <a:cs typeface="Calibri"/>
              <a:sym typeface="Calibri"/>
            </a:endParaRPr>
          </a:p>
        </p:txBody>
      </p:sp>
      <p:sp>
        <p:nvSpPr>
          <p:cNvPr id="54" name="Google Shape;418;g103686dfa1e_0_580"/>
          <p:cNvSpPr txBox="1"/>
          <p:nvPr/>
        </p:nvSpPr>
        <p:spPr>
          <a:xfrm>
            <a:off x="9262692" y="4995366"/>
            <a:ext cx="2060883" cy="1092600"/>
          </a:xfrm>
          <a:prstGeom prst="rect">
            <a:avLst/>
          </a:prstGeom>
          <a:noFill/>
          <a:ln>
            <a:noFill/>
          </a:ln>
        </p:spPr>
        <p:txBody>
          <a:bodyPr spcFirstLastPara="1" wrap="square" lIns="91425" tIns="45700" rIns="91425" bIns="45700" anchor="t" anchorCtr="0">
            <a:noAutofit/>
          </a:bodyPr>
          <a:lstStyle/>
          <a:p>
            <a:pPr algn="ctr" defTabSz="914400"/>
            <a:r>
              <a:rPr lang="en-US" sz="2400" b="1" dirty="0">
                <a:solidFill>
                  <a:srgbClr val="70AD47"/>
                </a:solidFill>
                <a:ea typeface="Calibri"/>
                <a:cs typeface="Calibri"/>
                <a:sym typeface="Calibri"/>
              </a:rPr>
              <a:t>Sustainability</a:t>
            </a:r>
            <a:endParaRPr sz="2400" b="1" dirty="0">
              <a:solidFill>
                <a:srgbClr val="70AD47"/>
              </a:solidFill>
              <a:ea typeface="Calibri"/>
              <a:cs typeface="Calibri"/>
              <a:sym typeface="Calibri"/>
            </a:endParaRPr>
          </a:p>
          <a:p>
            <a:pPr algn="ctr" defTabSz="914400"/>
            <a:r>
              <a:rPr lang="en-US" sz="2400" dirty="0">
                <a:solidFill>
                  <a:prstClr val="black"/>
                </a:solidFill>
              </a:rPr>
              <a:t> </a:t>
            </a:r>
            <a:r>
              <a:rPr lang="en-US" sz="2400" dirty="0">
                <a:solidFill>
                  <a:srgbClr val="70AD47"/>
                </a:solidFill>
              </a:rPr>
              <a:t>Powered on 24/7</a:t>
            </a:r>
            <a:endParaRPr sz="2800" dirty="0">
              <a:solidFill>
                <a:srgbClr val="70AD47"/>
              </a:solidFill>
              <a:ea typeface="Open Sans"/>
              <a:cs typeface="Open Sans"/>
              <a:sym typeface="Open Sans"/>
            </a:endParaRPr>
          </a:p>
        </p:txBody>
      </p:sp>
    </p:spTree>
    <p:extLst>
      <p:ext uri="{BB962C8B-B14F-4D97-AF65-F5344CB8AC3E}">
        <p14:creationId xmlns:p14="http://schemas.microsoft.com/office/powerpoint/2010/main" val="30472463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Smart Home</a:t>
            </a:r>
            <a:endParaRPr lang="en-IN" sz="4400" dirty="0"/>
          </a:p>
        </p:txBody>
      </p:sp>
      <p:pic>
        <p:nvPicPr>
          <p:cNvPr id="5" name="Content Placeholder 4"/>
          <p:cNvPicPr>
            <a:picLocks noGrp="1" noChangeAspect="1"/>
          </p:cNvPicPr>
          <p:nvPr>
            <p:ph idx="1"/>
          </p:nvPr>
        </p:nvPicPr>
        <p:blipFill>
          <a:blip r:embed="rId2"/>
          <a:stretch>
            <a:fillRect/>
          </a:stretch>
        </p:blipFill>
        <p:spPr>
          <a:xfrm>
            <a:off x="5012266" y="1488742"/>
            <a:ext cx="5977305" cy="4181144"/>
          </a:xfrm>
          <a:prstGeom prst="rect">
            <a:avLst/>
          </a:prstGeom>
        </p:spPr>
      </p:pic>
      <p:sp>
        <p:nvSpPr>
          <p:cNvPr id="4" name="Text Placeholder 3"/>
          <p:cNvSpPr>
            <a:spLocks noGrp="1"/>
          </p:cNvSpPr>
          <p:nvPr>
            <p:ph type="body" sz="half" idx="2"/>
          </p:nvPr>
        </p:nvSpPr>
        <p:spPr/>
        <p:txBody>
          <a:bodyPr>
            <a:normAutofit/>
          </a:bodyPr>
          <a:lstStyle/>
          <a:p>
            <a:pPr marL="285750" indent="-285750" algn="just">
              <a:spcBef>
                <a:spcPts val="600"/>
              </a:spcBef>
              <a:buFont typeface="Arial" panose="020B0604020202020204" pitchFamily="34" charset="0"/>
              <a:buChar char="•"/>
            </a:pPr>
            <a:r>
              <a:rPr lang="en-US" sz="2000" dirty="0"/>
              <a:t>Control and Monitoring</a:t>
            </a:r>
          </a:p>
          <a:p>
            <a:pPr marL="285750" indent="-285750" algn="just">
              <a:spcBef>
                <a:spcPts val="600"/>
              </a:spcBef>
              <a:buFont typeface="Arial" panose="020B0604020202020204" pitchFamily="34" charset="0"/>
              <a:buChar char="•"/>
            </a:pPr>
            <a:r>
              <a:rPr lang="en-US" sz="2000" dirty="0"/>
              <a:t>Cost and Energy Savings</a:t>
            </a:r>
          </a:p>
          <a:p>
            <a:pPr marL="285750" indent="-285750" algn="just">
              <a:spcBef>
                <a:spcPts val="600"/>
              </a:spcBef>
              <a:buFont typeface="Arial" panose="020B0604020202020204" pitchFamily="34" charset="0"/>
              <a:buChar char="•"/>
            </a:pPr>
            <a:r>
              <a:rPr lang="en-US" sz="2000" dirty="0"/>
              <a:t>Environment Impact</a:t>
            </a:r>
          </a:p>
          <a:p>
            <a:pPr marL="285750" indent="-285750" algn="just">
              <a:spcBef>
                <a:spcPts val="600"/>
              </a:spcBef>
              <a:buFont typeface="Arial" panose="020B0604020202020204" pitchFamily="34" charset="0"/>
              <a:buChar char="•"/>
            </a:pPr>
            <a:r>
              <a:rPr lang="en-US" sz="2000" dirty="0"/>
              <a:t>Better Security</a:t>
            </a:r>
          </a:p>
          <a:p>
            <a:pPr marL="285750" indent="-285750" algn="just">
              <a:spcBef>
                <a:spcPts val="600"/>
              </a:spcBef>
              <a:buFont typeface="Arial" panose="020B0604020202020204" pitchFamily="34" charset="0"/>
              <a:buChar char="•"/>
            </a:pPr>
            <a:r>
              <a:rPr lang="en-US" sz="2000" dirty="0"/>
              <a:t>Comfort</a:t>
            </a:r>
            <a:endParaRPr lang="en-IN" sz="2000" dirty="0"/>
          </a:p>
        </p:txBody>
      </p:sp>
    </p:spTree>
    <p:extLst>
      <p:ext uri="{BB962C8B-B14F-4D97-AF65-F5344CB8AC3E}">
        <p14:creationId xmlns:p14="http://schemas.microsoft.com/office/powerpoint/2010/main" val="39277292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dirty="0"/>
              <a:t>IoT in Agriculture</a:t>
            </a:r>
            <a:endParaRPr lang="en-IN" sz="3800" dirty="0"/>
          </a:p>
        </p:txBody>
      </p:sp>
      <p:sp>
        <p:nvSpPr>
          <p:cNvPr id="4" name="Text Placeholder 3"/>
          <p:cNvSpPr>
            <a:spLocks noGrp="1"/>
          </p:cNvSpPr>
          <p:nvPr>
            <p:ph type="body" sz="half" idx="2"/>
          </p:nvPr>
        </p:nvSpPr>
        <p:spPr/>
        <p:txBody>
          <a:bodyPr>
            <a:normAutofit/>
          </a:bodyPr>
          <a:lstStyle/>
          <a:p>
            <a:pPr marL="285750" indent="-285750" algn="just">
              <a:lnSpc>
                <a:spcPct val="150000"/>
              </a:lnSpc>
              <a:spcBef>
                <a:spcPts val="600"/>
              </a:spcBef>
              <a:buFont typeface="Arial" panose="020B0604020202020204" pitchFamily="34" charset="0"/>
              <a:buChar char="•"/>
            </a:pPr>
            <a:r>
              <a:rPr lang="en-US" sz="2000" dirty="0"/>
              <a:t>Precise Farming</a:t>
            </a:r>
          </a:p>
          <a:p>
            <a:pPr marL="285750" indent="-285750" algn="just">
              <a:lnSpc>
                <a:spcPct val="150000"/>
              </a:lnSpc>
              <a:spcBef>
                <a:spcPts val="600"/>
              </a:spcBef>
              <a:buFont typeface="Arial" panose="020B0604020202020204" pitchFamily="34" charset="0"/>
              <a:buChar char="•"/>
            </a:pPr>
            <a:r>
              <a:rPr lang="en-US" sz="2000" dirty="0"/>
              <a:t>Agriculture Drones</a:t>
            </a:r>
          </a:p>
          <a:p>
            <a:pPr marL="285750" indent="-285750" algn="just">
              <a:lnSpc>
                <a:spcPct val="150000"/>
              </a:lnSpc>
              <a:spcBef>
                <a:spcPts val="600"/>
              </a:spcBef>
              <a:buFont typeface="Arial" panose="020B0604020202020204" pitchFamily="34" charset="0"/>
              <a:buChar char="•"/>
            </a:pPr>
            <a:r>
              <a:rPr lang="en-US" sz="2000" dirty="0"/>
              <a:t>Livestock Monitoring</a:t>
            </a:r>
          </a:p>
          <a:p>
            <a:pPr marL="285750" indent="-285750" algn="just">
              <a:lnSpc>
                <a:spcPct val="150000"/>
              </a:lnSpc>
              <a:spcBef>
                <a:spcPts val="600"/>
              </a:spcBef>
              <a:buFont typeface="Arial" panose="020B0604020202020204" pitchFamily="34" charset="0"/>
              <a:buChar char="•"/>
            </a:pPr>
            <a:r>
              <a:rPr lang="en-US" sz="2000" dirty="0"/>
              <a:t>Smart Greenhouses</a:t>
            </a:r>
            <a:endParaRPr lang="en-IN" sz="2000" dirty="0"/>
          </a:p>
        </p:txBody>
      </p:sp>
      <p:pic>
        <p:nvPicPr>
          <p:cNvPr id="8" name="Content Placeholder 7"/>
          <p:cNvPicPr>
            <a:picLocks noGrp="1" noChangeAspect="1"/>
          </p:cNvPicPr>
          <p:nvPr>
            <p:ph idx="1"/>
          </p:nvPr>
        </p:nvPicPr>
        <p:blipFill>
          <a:blip r:embed="rId2"/>
          <a:stretch>
            <a:fillRect/>
          </a:stretch>
        </p:blipFill>
        <p:spPr>
          <a:xfrm>
            <a:off x="5348614" y="966783"/>
            <a:ext cx="5461347" cy="4943413"/>
          </a:xfrm>
          <a:prstGeom prst="rect">
            <a:avLst/>
          </a:prstGeom>
        </p:spPr>
      </p:pic>
    </p:spTree>
    <p:extLst>
      <p:ext uri="{BB962C8B-B14F-4D97-AF65-F5344CB8AC3E}">
        <p14:creationId xmlns:p14="http://schemas.microsoft.com/office/powerpoint/2010/main" val="26569442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700" dirty="0"/>
              <a:t>IoT in Health Care</a:t>
            </a:r>
            <a:endParaRPr lang="en-IN" sz="3700" dirty="0"/>
          </a:p>
        </p:txBody>
      </p:sp>
      <p:sp>
        <p:nvSpPr>
          <p:cNvPr id="4" name="Text Placeholder 3"/>
          <p:cNvSpPr>
            <a:spLocks noGrp="1"/>
          </p:cNvSpPr>
          <p:nvPr>
            <p:ph type="body" sz="half" idx="2"/>
          </p:nvPr>
        </p:nvSpPr>
        <p:spPr>
          <a:xfrm>
            <a:off x="1293811" y="3031065"/>
            <a:ext cx="3718455" cy="2893746"/>
          </a:xfrm>
        </p:spPr>
        <p:txBody>
          <a:bodyPr>
            <a:noAutofit/>
          </a:bodyPr>
          <a:lstStyle/>
          <a:p>
            <a:pPr marL="285750" indent="-285750" algn="just">
              <a:spcBef>
                <a:spcPts val="1200"/>
              </a:spcBef>
              <a:buFont typeface="Arial" panose="020B0604020202020204" pitchFamily="34" charset="0"/>
              <a:buChar char="•"/>
            </a:pPr>
            <a:r>
              <a:rPr lang="en-US" sz="2000" dirty="0"/>
              <a:t>Remote Patient Monitoring</a:t>
            </a:r>
          </a:p>
          <a:p>
            <a:pPr marL="285750" indent="-285750" algn="just">
              <a:spcBef>
                <a:spcPts val="1200"/>
              </a:spcBef>
              <a:buFont typeface="Arial" panose="020B0604020202020204" pitchFamily="34" charset="0"/>
              <a:buChar char="•"/>
            </a:pPr>
            <a:r>
              <a:rPr lang="en-US" sz="2000" dirty="0"/>
              <a:t>Promoting Hygienic Hospitals and Clinics</a:t>
            </a:r>
          </a:p>
          <a:p>
            <a:pPr marL="285750" indent="-285750" algn="just">
              <a:spcBef>
                <a:spcPts val="1200"/>
              </a:spcBef>
              <a:buFont typeface="Arial" panose="020B0604020202020204" pitchFamily="34" charset="0"/>
              <a:buChar char="•"/>
            </a:pPr>
            <a:r>
              <a:rPr lang="en-US" sz="2000" dirty="0"/>
              <a:t>Depression and Mood Monitoring</a:t>
            </a:r>
          </a:p>
          <a:p>
            <a:pPr marL="285750" indent="-285750" algn="just">
              <a:spcBef>
                <a:spcPts val="1200"/>
              </a:spcBef>
              <a:buFont typeface="Arial" panose="020B0604020202020204" pitchFamily="34" charset="0"/>
              <a:buChar char="•"/>
            </a:pPr>
            <a:r>
              <a:rPr lang="en-US" sz="2000" dirty="0"/>
              <a:t>Pharmaceutical Temperature Monitoring</a:t>
            </a:r>
          </a:p>
        </p:txBody>
      </p:sp>
      <p:pic>
        <p:nvPicPr>
          <p:cNvPr id="3" name="Picture 2"/>
          <p:cNvPicPr>
            <a:picLocks noChangeAspect="1"/>
          </p:cNvPicPr>
          <p:nvPr/>
        </p:nvPicPr>
        <p:blipFill>
          <a:blip r:embed="rId2"/>
          <a:stretch>
            <a:fillRect/>
          </a:stretch>
        </p:blipFill>
        <p:spPr>
          <a:xfrm>
            <a:off x="5012266" y="1189974"/>
            <a:ext cx="6438378" cy="4872624"/>
          </a:xfrm>
          <a:prstGeom prst="rect">
            <a:avLst/>
          </a:prstGeom>
        </p:spPr>
      </p:pic>
    </p:spTree>
    <p:extLst>
      <p:ext uri="{BB962C8B-B14F-4D97-AF65-F5344CB8AC3E}">
        <p14:creationId xmlns:p14="http://schemas.microsoft.com/office/powerpoint/2010/main" val="30519981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Health Care </a:t>
            </a:r>
            <a:endParaRPr lang="en-IN" dirty="0"/>
          </a:p>
        </p:txBody>
      </p:sp>
      <p:pic>
        <p:nvPicPr>
          <p:cNvPr id="3" name="Picture 2"/>
          <p:cNvPicPr>
            <a:picLocks noChangeAspect="1"/>
          </p:cNvPicPr>
          <p:nvPr/>
        </p:nvPicPr>
        <p:blipFill>
          <a:blip r:embed="rId2"/>
          <a:stretch>
            <a:fillRect/>
          </a:stretch>
        </p:blipFill>
        <p:spPr>
          <a:xfrm>
            <a:off x="1295402" y="2817962"/>
            <a:ext cx="2656333" cy="3156445"/>
          </a:xfrm>
          <a:prstGeom prst="rect">
            <a:avLst/>
          </a:prstGeom>
        </p:spPr>
      </p:pic>
      <p:sp>
        <p:nvSpPr>
          <p:cNvPr id="4" name="Rectangle 3"/>
          <p:cNvSpPr/>
          <p:nvPr/>
        </p:nvSpPr>
        <p:spPr>
          <a:xfrm>
            <a:off x="3951735" y="2549526"/>
            <a:ext cx="7111006" cy="3693319"/>
          </a:xfrm>
          <a:prstGeom prst="rect">
            <a:avLst/>
          </a:prstGeom>
        </p:spPr>
        <p:txBody>
          <a:bodyPr wrap="square">
            <a:spAutoFit/>
          </a:bodyPr>
          <a:lstStyle/>
          <a:p>
            <a:pPr algn="just"/>
            <a:r>
              <a:rPr lang="en-US" dirty="0"/>
              <a:t>Diabetic foot ulcers (DFUs) are a leading cause of hospitalizations in the US for diabetics. The primary course of treatment for DFUs is an offloading device or non-removable cast, but compliance often remains a significant challenge, leading to a high treatment failure rate among patients with DFUs. Healing time can be accelerated with therapeutic footwear optimized via plantar pressure analysis to take weight and pressure off the area of ulceration.</a:t>
            </a:r>
          </a:p>
          <a:p>
            <a:pPr algn="just"/>
            <a:endParaRPr lang="en-US" dirty="0"/>
          </a:p>
          <a:p>
            <a:pPr algn="just"/>
            <a:r>
              <a:rPr lang="en-US" dirty="0"/>
              <a:t>To help providers personalize care and improve compliance, Sensoria partnered with leading DFU boot manufacturer, Optima </a:t>
            </a:r>
            <a:r>
              <a:rPr lang="en-US" dirty="0" err="1"/>
              <a:t>Molliter</a:t>
            </a:r>
            <a:r>
              <a:rPr lang="en-US" dirty="0"/>
              <a:t>, to create the </a:t>
            </a:r>
            <a:r>
              <a:rPr lang="en-US" dirty="0" err="1"/>
              <a:t>Motus</a:t>
            </a:r>
            <a:r>
              <a:rPr lang="en-US" dirty="0"/>
              <a:t> Smart Solution. These connected devices enable clinicians to remotely monitor patients when they leave the clinic to better track patient compliance and improve care plans.</a:t>
            </a:r>
            <a:endParaRPr lang="en-IN" dirty="0"/>
          </a:p>
        </p:txBody>
      </p:sp>
    </p:spTree>
    <p:extLst>
      <p:ext uri="{BB962C8B-B14F-4D97-AF65-F5344CB8AC3E}">
        <p14:creationId xmlns:p14="http://schemas.microsoft.com/office/powerpoint/2010/main" val="38221073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IoT Tools &amp; Platforms</a:t>
            </a:r>
            <a:endParaRPr lang="en-IN" dirty="0"/>
          </a:p>
        </p:txBody>
      </p:sp>
      <p:sp>
        <p:nvSpPr>
          <p:cNvPr id="3" name="Text Placeholder 2"/>
          <p:cNvSpPr>
            <a:spLocks noGrp="1"/>
          </p:cNvSpPr>
          <p:nvPr>
            <p:ph type="body" idx="1"/>
          </p:nvPr>
        </p:nvSpPr>
        <p:spPr/>
        <p:txBody>
          <a:bodyPr/>
          <a:lstStyle/>
          <a:p>
            <a:pPr algn="ctr"/>
            <a:r>
              <a:rPr lang="en-US" dirty="0"/>
              <a:t>Raspberry Pi</a:t>
            </a:r>
            <a:endParaRPr lang="en-IN" dirty="0"/>
          </a:p>
        </p:txBody>
      </p:sp>
      <p:sp>
        <p:nvSpPr>
          <p:cNvPr id="4" name="Content Placeholder 3"/>
          <p:cNvSpPr>
            <a:spLocks noGrp="1"/>
          </p:cNvSpPr>
          <p:nvPr>
            <p:ph sz="half" idx="2"/>
          </p:nvPr>
        </p:nvSpPr>
        <p:spPr/>
        <p:txBody>
          <a:bodyPr>
            <a:normAutofit/>
          </a:bodyPr>
          <a:lstStyle/>
          <a:p>
            <a:pPr algn="just">
              <a:spcBef>
                <a:spcPts val="1200"/>
              </a:spcBef>
            </a:pPr>
            <a:r>
              <a:rPr lang="en-US" sz="2000" dirty="0"/>
              <a:t>The Raspberry Pi is a low cost, credit-card sized computer that plugs into a computer monitor or TV and uses a standard keyboard and mouse</a:t>
            </a:r>
          </a:p>
        </p:txBody>
      </p:sp>
      <p:sp>
        <p:nvSpPr>
          <p:cNvPr id="5" name="Text Placeholder 4"/>
          <p:cNvSpPr>
            <a:spLocks noGrp="1"/>
          </p:cNvSpPr>
          <p:nvPr>
            <p:ph type="body" sz="quarter" idx="3"/>
          </p:nvPr>
        </p:nvSpPr>
        <p:spPr/>
        <p:txBody>
          <a:bodyPr/>
          <a:lstStyle/>
          <a:p>
            <a:pPr algn="ctr"/>
            <a:r>
              <a:rPr lang="en-US" dirty="0"/>
              <a:t>Arduino</a:t>
            </a:r>
            <a:endParaRPr lang="en-IN" dirty="0"/>
          </a:p>
        </p:txBody>
      </p:sp>
      <p:sp>
        <p:nvSpPr>
          <p:cNvPr id="6" name="Content Placeholder 5"/>
          <p:cNvSpPr>
            <a:spLocks noGrp="1"/>
          </p:cNvSpPr>
          <p:nvPr>
            <p:ph sz="quarter" idx="4"/>
          </p:nvPr>
        </p:nvSpPr>
        <p:spPr/>
        <p:txBody>
          <a:bodyPr>
            <a:normAutofit fontScale="92500" lnSpcReduction="10000"/>
          </a:bodyPr>
          <a:lstStyle/>
          <a:p>
            <a:pPr>
              <a:lnSpc>
                <a:spcPct val="110000"/>
              </a:lnSpc>
              <a:spcBef>
                <a:spcPts val="1200"/>
              </a:spcBef>
            </a:pPr>
            <a:r>
              <a:rPr lang="en-US" sz="2200" dirty="0"/>
              <a:t>Arduino is a prototype platform (open-source) based on an easy-to-use hardware and software</a:t>
            </a:r>
          </a:p>
          <a:p>
            <a:pPr>
              <a:lnSpc>
                <a:spcPct val="110000"/>
              </a:lnSpc>
              <a:spcBef>
                <a:spcPts val="1200"/>
              </a:spcBef>
            </a:pPr>
            <a:r>
              <a:rPr lang="en-US" sz="2200" dirty="0"/>
              <a:t>It consists of a circuit board, which can be programed (referred to as a microcontroller) and a ready-made software called Arduino IDE</a:t>
            </a:r>
          </a:p>
          <a:p>
            <a:endParaRPr lang="en-IN" dirty="0"/>
          </a:p>
        </p:txBody>
      </p:sp>
      <p:pic>
        <p:nvPicPr>
          <p:cNvPr id="7" name="Picture 6"/>
          <p:cNvPicPr>
            <a:picLocks noChangeAspect="1"/>
          </p:cNvPicPr>
          <p:nvPr/>
        </p:nvPicPr>
        <p:blipFill>
          <a:blip r:embed="rId2"/>
          <a:stretch>
            <a:fillRect/>
          </a:stretch>
        </p:blipFill>
        <p:spPr>
          <a:xfrm rot="5400000">
            <a:off x="2973461" y="3787658"/>
            <a:ext cx="1703540" cy="3071815"/>
          </a:xfrm>
          <a:prstGeom prst="rect">
            <a:avLst/>
          </a:prstGeom>
        </p:spPr>
      </p:pic>
      <p:pic>
        <p:nvPicPr>
          <p:cNvPr id="8" name="Picture 7"/>
          <p:cNvPicPr>
            <a:picLocks noChangeAspect="1"/>
          </p:cNvPicPr>
          <p:nvPr/>
        </p:nvPicPr>
        <p:blipFill>
          <a:blip r:embed="rId3"/>
          <a:stretch>
            <a:fillRect/>
          </a:stretch>
        </p:blipFill>
        <p:spPr>
          <a:xfrm>
            <a:off x="10404621" y="4862097"/>
            <a:ext cx="983953" cy="1013770"/>
          </a:xfrm>
          <a:prstGeom prst="rect">
            <a:avLst/>
          </a:prstGeom>
        </p:spPr>
      </p:pic>
    </p:spTree>
    <p:extLst>
      <p:ext uri="{BB962C8B-B14F-4D97-AF65-F5344CB8AC3E}">
        <p14:creationId xmlns:p14="http://schemas.microsoft.com/office/powerpoint/2010/main" val="11068709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965" y="2737144"/>
            <a:ext cx="4531754" cy="1200329"/>
          </a:xfrm>
          <a:prstGeom prst="rect">
            <a:avLst/>
          </a:prstGeom>
          <a:noFill/>
        </p:spPr>
        <p:txBody>
          <a:bodyPr wrap="none" lIns="91440" tIns="45720" rIns="91440" bIns="45720">
            <a:spAutoFit/>
          </a:bodyPr>
          <a:lstStyle/>
          <a:p>
            <a:pPr algn="ctr"/>
            <a:r>
              <a:rPr lang="en-US" sz="7200" b="1" cap="none" spc="0" dirty="0">
                <a:ln w="12700" cmpd="sng">
                  <a:solidFill>
                    <a:schemeClr val="accent4"/>
                  </a:solidFill>
                  <a:prstDash val="solid"/>
                </a:ln>
                <a:solidFill>
                  <a:schemeClr val="tx2"/>
                </a:solidFill>
                <a:effectLst/>
              </a:rPr>
              <a:t>Thank You</a:t>
            </a:r>
          </a:p>
        </p:txBody>
      </p:sp>
    </p:spTree>
    <p:extLst>
      <p:ext uri="{BB962C8B-B14F-4D97-AF65-F5344CB8AC3E}">
        <p14:creationId xmlns:p14="http://schemas.microsoft.com/office/powerpoint/2010/main" val="418234611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89951" y="2737144"/>
            <a:ext cx="3983784" cy="1200329"/>
          </a:xfrm>
          <a:prstGeom prst="rect">
            <a:avLst/>
          </a:prstGeom>
          <a:noFill/>
        </p:spPr>
        <p:txBody>
          <a:bodyPr wrap="none" lIns="91440" tIns="45720" rIns="91440" bIns="45720">
            <a:spAutoFit/>
          </a:bodyPr>
          <a:lstStyle/>
          <a:p>
            <a:pPr algn="ctr"/>
            <a:r>
              <a:rPr lang="en-US" sz="7200" b="1" cap="none" spc="0" dirty="0">
                <a:ln w="12700" cmpd="sng">
                  <a:solidFill>
                    <a:schemeClr val="accent4"/>
                  </a:solidFill>
                  <a:prstDash val="solid"/>
                </a:ln>
                <a:solidFill>
                  <a:srgbClr val="7030A0"/>
                </a:solidFill>
                <a:effectLst/>
              </a:rPr>
              <a:t>Appendix</a:t>
            </a:r>
          </a:p>
        </p:txBody>
      </p:sp>
    </p:spTree>
    <p:extLst>
      <p:ext uri="{BB962C8B-B14F-4D97-AF65-F5344CB8AC3E}">
        <p14:creationId xmlns:p14="http://schemas.microsoft.com/office/powerpoint/2010/main" val="7850332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Quotes about Internet of things (69 quo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917" y="711859"/>
            <a:ext cx="5715000" cy="3000376"/>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3"/>
          <p:cNvPicPr>
            <a:picLocks noChangeAspect="1"/>
          </p:cNvPicPr>
          <p:nvPr/>
        </p:nvPicPr>
        <p:blipFill>
          <a:blip r:embed="rId3"/>
          <a:stretch>
            <a:fillRect/>
          </a:stretch>
        </p:blipFill>
        <p:spPr>
          <a:xfrm>
            <a:off x="7019642" y="711859"/>
            <a:ext cx="4360460" cy="4351338"/>
          </a:xfrm>
          <a:prstGeom prst="rect">
            <a:avLst/>
          </a:prstGeom>
        </p:spPr>
      </p:pic>
      <p:pic>
        <p:nvPicPr>
          <p:cNvPr id="5" name="Picture 4"/>
          <p:cNvPicPr>
            <a:picLocks noChangeAspect="1"/>
          </p:cNvPicPr>
          <p:nvPr/>
        </p:nvPicPr>
        <p:blipFill>
          <a:blip r:embed="rId4"/>
          <a:stretch>
            <a:fillRect/>
          </a:stretch>
        </p:blipFill>
        <p:spPr>
          <a:xfrm>
            <a:off x="802917" y="3772795"/>
            <a:ext cx="5838392" cy="2442730"/>
          </a:xfrm>
          <a:prstGeom prst="rect">
            <a:avLst/>
          </a:prstGeom>
        </p:spPr>
      </p:pic>
      <p:pic>
        <p:nvPicPr>
          <p:cNvPr id="6" name="Picture 4" descr="Bill Gates quote: The internet is just a passing fa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3184" y="1338849"/>
            <a:ext cx="809625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280894" y="891942"/>
            <a:ext cx="9525000" cy="5143500"/>
          </a:xfrm>
          <a:prstGeom prst="rect">
            <a:avLst/>
          </a:prstGeom>
        </p:spPr>
      </p:pic>
    </p:spTree>
    <p:extLst>
      <p:ext uri="{BB962C8B-B14F-4D97-AF65-F5344CB8AC3E}">
        <p14:creationId xmlns:p14="http://schemas.microsoft.com/office/powerpoint/2010/main" val="579092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78480" y="1109274"/>
            <a:ext cx="10427828" cy="4661940"/>
          </a:xfrm>
          <a:prstGeom prst="rect">
            <a:avLst/>
          </a:prstGeom>
        </p:spPr>
      </p:pic>
    </p:spTree>
    <p:extLst>
      <p:ext uri="{BB962C8B-B14F-4D97-AF65-F5344CB8AC3E}">
        <p14:creationId xmlns:p14="http://schemas.microsoft.com/office/powerpoint/2010/main" val="38061001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6026" y="632477"/>
            <a:ext cx="9191937" cy="5642489"/>
          </a:xfrm>
          <a:prstGeom prst="rect">
            <a:avLst/>
          </a:prstGeom>
        </p:spPr>
      </p:pic>
    </p:spTree>
    <p:extLst>
      <p:ext uri="{BB962C8B-B14F-4D97-AF65-F5344CB8AC3E}">
        <p14:creationId xmlns:p14="http://schemas.microsoft.com/office/powerpoint/2010/main" val="40144921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84597" y="687251"/>
            <a:ext cx="7898851" cy="5488783"/>
          </a:xfrm>
          <a:prstGeom prst="rect">
            <a:avLst/>
          </a:prstGeom>
        </p:spPr>
      </p:pic>
    </p:spTree>
    <p:extLst>
      <p:ext uri="{BB962C8B-B14F-4D97-AF65-F5344CB8AC3E}">
        <p14:creationId xmlns:p14="http://schemas.microsoft.com/office/powerpoint/2010/main" val="240069891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361</TotalTime>
  <Words>1050</Words>
  <Application>Microsoft Office PowerPoint</Application>
  <PresentationFormat>Widescreen</PresentationFormat>
  <Paragraphs>181</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Garamond</vt:lpstr>
      <vt:lpstr>Open Sans</vt:lpstr>
      <vt:lpstr>Organic</vt:lpstr>
      <vt:lpstr>IoT Internet of Things</vt:lpstr>
      <vt:lpstr>Contents</vt:lpstr>
      <vt:lpstr>Overview of IoT</vt:lpstr>
      <vt:lpstr>Overview of IoT</vt:lpstr>
      <vt:lpstr>IoT – How it Works?</vt:lpstr>
      <vt:lpstr>History Of IoT </vt:lpstr>
      <vt:lpstr>PowerPoint Presentation</vt:lpstr>
      <vt:lpstr>Economic Impact of IoT</vt:lpstr>
      <vt:lpstr>IoT Architecture</vt:lpstr>
      <vt:lpstr>Layers in IoT Architecture</vt:lpstr>
      <vt:lpstr>Layers in IoT Architecture</vt:lpstr>
      <vt:lpstr>Factors Spurring Rapid IoT Expansion</vt:lpstr>
      <vt:lpstr>Advantages of IoT</vt:lpstr>
      <vt:lpstr>Disadvantages of IoT</vt:lpstr>
      <vt:lpstr>PowerPoint Presentation</vt:lpstr>
      <vt:lpstr>PowerPoint Presentation</vt:lpstr>
      <vt:lpstr>PowerPoint Presentation</vt:lpstr>
      <vt:lpstr>PowerPoint Presentation</vt:lpstr>
      <vt:lpstr>PowerPoint Presentation</vt:lpstr>
      <vt:lpstr>Challenges in IoT adoption</vt:lpstr>
      <vt:lpstr>Smart Home</vt:lpstr>
      <vt:lpstr>IoT in Agriculture</vt:lpstr>
      <vt:lpstr>IoT in Health Care</vt:lpstr>
      <vt:lpstr>Case Study: Health Care </vt:lpstr>
      <vt:lpstr>IoT Tools &amp; Platforms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Bhale</cp:lastModifiedBy>
  <cp:revision>37</cp:revision>
  <dcterms:created xsi:type="dcterms:W3CDTF">2022-01-12T06:09:53Z</dcterms:created>
  <dcterms:modified xsi:type="dcterms:W3CDTF">2025-09-16T17:02:30Z</dcterms:modified>
</cp:coreProperties>
</file>