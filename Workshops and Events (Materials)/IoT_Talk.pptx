
<file path=[Content_Types].xml><?xml version="1.0" encoding="utf-8"?>
<Types xmlns="http://schemas.openxmlformats.org/package/2006/content-types">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93" r:id="rId1"/>
    <p:sldMasterId id="2147483700" r:id="rId2"/>
    <p:sldMasterId id="2147483724" r:id="rId3"/>
    <p:sldMasterId id="2147483661" r:id="rId4"/>
  </p:sldMasterIdLst>
  <p:notesMasterIdLst>
    <p:notesMasterId r:id="rId53"/>
  </p:notesMasterIdLst>
  <p:sldIdLst>
    <p:sldId id="256" r:id="rId5"/>
    <p:sldId id="387" r:id="rId6"/>
    <p:sldId id="607" r:id="rId7"/>
    <p:sldId id="608" r:id="rId8"/>
    <p:sldId id="605" r:id="rId9"/>
    <p:sldId id="610" r:id="rId10"/>
    <p:sldId id="601" r:id="rId11"/>
    <p:sldId id="442" r:id="rId12"/>
    <p:sldId id="513" r:id="rId13"/>
    <p:sldId id="609" r:id="rId14"/>
    <p:sldId id="611" r:id="rId15"/>
    <p:sldId id="612" r:id="rId16"/>
    <p:sldId id="614" r:id="rId17"/>
    <p:sldId id="615" r:id="rId18"/>
    <p:sldId id="618" r:id="rId19"/>
    <p:sldId id="619" r:id="rId20"/>
    <p:sldId id="620" r:id="rId21"/>
    <p:sldId id="621" r:id="rId22"/>
    <p:sldId id="622" r:id="rId23"/>
    <p:sldId id="623" r:id="rId24"/>
    <p:sldId id="624" r:id="rId25"/>
    <p:sldId id="625" r:id="rId26"/>
    <p:sldId id="626" r:id="rId27"/>
    <p:sldId id="627" r:id="rId28"/>
    <p:sldId id="628" r:id="rId29"/>
    <p:sldId id="616" r:id="rId30"/>
    <p:sldId id="629" r:id="rId31"/>
    <p:sldId id="630" r:id="rId32"/>
    <p:sldId id="636" r:id="rId33"/>
    <p:sldId id="637" r:id="rId34"/>
    <p:sldId id="638" r:id="rId35"/>
    <p:sldId id="443" r:id="rId36"/>
    <p:sldId id="441" r:id="rId37"/>
    <p:sldId id="398" r:id="rId38"/>
    <p:sldId id="401" r:id="rId39"/>
    <p:sldId id="631" r:id="rId40"/>
    <p:sldId id="632" r:id="rId41"/>
    <p:sldId id="394" r:id="rId42"/>
    <p:sldId id="515" r:id="rId43"/>
    <p:sldId id="633" r:id="rId44"/>
    <p:sldId id="634" r:id="rId45"/>
    <p:sldId id="635" r:id="rId46"/>
    <p:sldId id="599" r:id="rId47"/>
    <p:sldId id="600" r:id="rId48"/>
    <p:sldId id="603" r:id="rId49"/>
    <p:sldId id="604" r:id="rId50"/>
    <p:sldId id="275" r:id="rId51"/>
    <p:sldId id="276" r:id="rId52"/>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15"/>
    <a:srgbClr val="0000FF"/>
    <a:srgbClr val="E7B9AB"/>
    <a:srgbClr val="F2FDC9"/>
    <a:srgbClr val="C4B9D5"/>
    <a:srgbClr val="D2BCC6"/>
    <a:srgbClr val="FFFFFF"/>
    <a:srgbClr val="E6E2E0"/>
    <a:srgbClr val="F1F2D4"/>
    <a:srgbClr val="EDEF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2F2BF-D145-20F5-72F0-CABCA1B6E923}" v="3" dt="2023-06-18T12:08:51.816"/>
    <p1510:client id="{051B472E-D5ED-A3C5-3B6D-85D5F06F062B}" v="170" dt="2023-06-16T12:13:56.335"/>
    <p1510:client id="{082DDCF2-B2B7-AE51-B240-A423323CE964}" v="345" dt="2023-06-19T20:04:15.999"/>
    <p1510:client id="{122BD1C0-6479-1F48-BEAE-17FB0B602984}" v="368" dt="2023-06-18T10:50:08.645"/>
    <p1510:client id="{157A1B55-449F-E862-0033-3297B763A2C7}" v="2" dt="2023-06-30T18:44:07.760"/>
    <p1510:client id="{27D795BC-3095-6938-BA8E-E1AE03FB44BE}" v="57" dt="2022-12-12T19:10:29.121"/>
    <p1510:client id="{28AE61F8-74C9-A53E-5A04-EBBBC81F1DBD}" v="12" dt="2023-07-23T08:46:13.821"/>
    <p1510:client id="{2D335AF3-3568-059C-12D6-CEBE47720FD5}" v="188" dt="2023-06-20T11:23:33.299"/>
    <p1510:client id="{2F2BF3F8-EC9D-1570-B2C8-238FE5B3E35B}" v="1" dt="2023-06-15T09:16:23.841"/>
    <p1510:client id="{354A8E03-47C0-D873-5C74-DD604464F0DB}" v="58" dt="2023-06-20T05:49:55.899"/>
    <p1510:client id="{392BDF6E-C188-C5F8-E1AD-6669064893DF}" v="398" dt="2022-12-08T07:58:57.157"/>
    <p1510:client id="{3B18DF83-5C56-177E-6FD1-AECE2BB35CF5}" v="54" dt="2023-06-30T14:02:48.837"/>
    <p1510:client id="{418742FB-63F4-50C9-E1A3-952EB42D6C2E}" v="242" dt="2023-07-23T07:19:35.037"/>
    <p1510:client id="{484C0C36-4462-3FA2-C162-2FA8EFF692BA}" v="358" dt="2022-12-12T08:50:35.945"/>
    <p1510:client id="{4957A541-6B07-296C-1418-D04D65E17C21}" v="112" dt="2023-06-20T07:33:38.782"/>
    <p1510:client id="{49A90D35-9F90-5D9C-0510-0E1B15D714FF}" v="2" dt="2022-12-10T07:07:55.031"/>
    <p1510:client id="{4BD85F14-D659-2244-B0A2-8EAC77DD7ADE}" v="145" dt="2023-06-24T12:33:52.174"/>
    <p1510:client id="{4C5156AC-D295-8582-CF01-8CFF6CF648FB}" v="99" dt="2023-06-16T11:22:04.370"/>
    <p1510:client id="{4C67AFAD-97ED-BB40-ACA6-53FDCF0AE2EE}" v="4" dt="2022-12-11T07:54:43.070"/>
    <p1510:client id="{5EBB4A00-7C47-8FCF-1735-FB0E94F21B2C}" v="20" dt="2023-06-17T06:13:56.243"/>
    <p1510:client id="{605C435C-7455-EF8C-7A65-5A51F273B3C1}" v="440" dt="2023-07-23T19:20:23.962"/>
    <p1510:client id="{62DBB174-1CED-2520-A62E-52053C5B1F5F}" v="248" dt="2023-06-24T09:19:25.628"/>
    <p1510:client id="{69931C9D-4A3B-34DC-087C-4964246E8F1B}" v="9" dt="2022-12-11T11:09:59.417"/>
    <p1510:client id="{6FCFC0C9-B2D8-E43E-8C98-D67B0ADF75C4}" v="421" dt="2023-06-15T09:37:17.402"/>
    <p1510:client id="{71333256-D275-83D7-4EF4-C4E69EF6F42B}" v="285" dt="2023-06-26T11:05:48.733"/>
    <p1510:client id="{78AC0242-54E8-4016-53AD-97703FFF7098}" v="5" dt="2023-07-23T12:48:26.383"/>
    <p1510:client id="{7E77138A-D87D-334A-2537-A6BD0FC26E9F}" v="1" dt="2023-07-23T15:01:30.145"/>
    <p1510:client id="{8126A007-22B1-4844-9326-69391077FC2C}" v="26" dt="2022-12-07T06:24:07.614"/>
    <p1510:client id="{8A426832-08E5-A241-5CE4-205AF1B2C8D1}" v="92" dt="2022-06-08T17:13:38.952"/>
    <p1510:client id="{8E360737-5775-DA96-F1B8-B165B9966B29}" v="97" dt="2023-06-22T07:32:14.531"/>
    <p1510:client id="{98F8A594-41A4-84E3-2B76-58D5704F00EA}" v="2605" dt="2023-06-28T06:15:24.677"/>
    <p1510:client id="{9F2C0BBA-2109-D30A-2C90-BA34A580C620}" v="542" dt="2023-07-23T14:38:30.808"/>
    <p1510:client id="{9F6D1AC2-6094-B293-7E9C-189C02E55078}" v="317" dt="2023-06-28T12:24:17.040"/>
    <p1510:client id="{A84E67A7-3DBD-9CBF-6164-498EA403A530}" v="1363" dt="2022-12-12T13:02:08.237"/>
    <p1510:client id="{A991854E-255F-C998-1FD7-7ADCA0269A99}" v="1854" dt="2023-06-30T10:50:32.627"/>
    <p1510:client id="{AFDD9D86-438B-FC96-1857-7BF0B78D33C2}" v="73" dt="2023-07-24T01:06:42.112"/>
    <p1510:client id="{B834C0E6-1D5F-8C7A-1C74-7EA598CB1B7F}" v="181" dt="2022-06-08T18:07:08.866"/>
    <p1510:client id="{BB0FE33F-1F03-D430-0E89-6495D9A9202B}" v="595" dt="2023-07-22T10:15:49.194"/>
    <p1510:client id="{C35F2A7B-FAA2-4ABF-8046-46DD4588E73D}" v="617" dt="2023-06-22T07:25:12.707"/>
    <p1510:client id="{C51F4CDD-DA6E-C5E5-8F6F-C8B30DA76EA4}" v="104" dt="2022-12-11T11:05:39.874"/>
    <p1510:client id="{C9F2B5B5-4AB8-0569-8791-4ECF8411D6B6}" v="25" dt="2023-07-23T10:12:15.631"/>
    <p1510:client id="{CBA63068-A734-C9E4-D5CB-F5AF1C3266C1}" v="2" dt="2023-07-22T04:13:42.081"/>
    <p1510:client id="{CD543F1F-5EC1-61DF-7CC6-7BD2B220B4EB}" v="101" dt="2023-06-16T10:09:46.831"/>
    <p1510:client id="{DD501D11-C1A5-2141-9F0E-2F146C3D569A}" v="500" dt="2023-06-23T08:59:23.948"/>
    <p1510:client id="{DD7D4955-730F-B93E-165C-C954E9311D5B}" v="36" dt="2022-12-11T15:03:13.526"/>
    <p1510:client id="{E63D861F-8CE4-7427-5822-8ACDF9119261}" v="607" dt="2023-07-23T15:39:20.018"/>
    <p1510:client id="{EC77248A-A92B-A5DE-4BD5-112977B1148C}" v="221" dt="2023-06-17T12:01:09.346"/>
    <p1510:client id="{EE3AAA02-0B26-7041-4BFB-233D03C04026}" v="153" dt="2023-06-07T14:22:23.828"/>
    <p1510:client id="{F2DE13DE-2EAF-241C-83A5-E117BCECC25A}" v="356" dt="2022-12-07T08:36:34.078"/>
    <p1510:client id="{F37791D7-18CE-B83C-E44E-094DFA3E7DC9}" v="168" dt="2023-07-22T04:25:19.852"/>
    <p1510:client id="{F452471D-B4D1-302E-6E64-EC76FE08F7AC}" v="947" dt="2022-12-10T12:03:15.470"/>
    <p1510:client id="{F694EC24-1298-E73A-23E0-EE89BA07CE23}" v="7" dt="2022-12-10T07:04:18.296"/>
    <p1510:client id="{F8AB8431-EFE0-2B6A-6D8C-25D6FA3AB72D}" v="579" dt="2023-06-17T10:48:33.061"/>
    <p1510:client id="{FA16075C-D845-FCAE-BC79-3CE0F021D1AD}" v="137" dt="2023-07-22T13:42:12.371"/>
    <p1510:client id="{FD62D603-FBF8-C1FB-A2E4-E5785287F676}" v="55" dt="2023-06-28T12:47:44.502"/>
    <p1510:client id="{FFBE8D04-FA8D-21C4-6F01-9C019D08DA2A}" v="9" dt="2022-12-11T11:07:47.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4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84"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PRADEEPKUMAR GAJENDRA BHALE" userId="S::pradeepkumar@iitg.ac.in::23e8cbce-e55b-40c0-a5e5-37ea767cf5fa" providerId="AD" clId="Web-{605C435C-7455-EF8C-7A65-5A51F273B3C1}"/>
    <pc:docChg chg="addSld modSld sldOrd">
      <pc:chgData name="MR. PRADEEPKUMAR GAJENDRA BHALE" userId="S::pradeepkumar@iitg.ac.in::23e8cbce-e55b-40c0-a5e5-37ea767cf5fa" providerId="AD" clId="Web-{605C435C-7455-EF8C-7A65-5A51F273B3C1}" dt="2023-07-23T19:20:23.962" v="323" actId="14100"/>
      <pc:docMkLst>
        <pc:docMk/>
      </pc:docMkLst>
      <pc:sldChg chg="modSp">
        <pc:chgData name="MR. PRADEEPKUMAR GAJENDRA BHALE" userId="S::pradeepkumar@iitg.ac.in::23e8cbce-e55b-40c0-a5e5-37ea767cf5fa" providerId="AD" clId="Web-{605C435C-7455-EF8C-7A65-5A51F273B3C1}" dt="2023-07-23T17:21:29.653" v="3" actId="14100"/>
        <pc:sldMkLst>
          <pc:docMk/>
          <pc:sldMk cId="3720213244" sldId="445"/>
        </pc:sldMkLst>
        <pc:spChg chg="mod">
          <ac:chgData name="MR. PRADEEPKUMAR GAJENDRA BHALE" userId="S::pradeepkumar@iitg.ac.in::23e8cbce-e55b-40c0-a5e5-37ea767cf5fa" providerId="AD" clId="Web-{605C435C-7455-EF8C-7A65-5A51F273B3C1}" dt="2023-07-23T17:21:29.653" v="3" actId="14100"/>
          <ac:spMkLst>
            <pc:docMk/>
            <pc:sldMk cId="3720213244" sldId="445"/>
            <ac:spMk id="6" creationId="{529D171E-E8AC-4F01-237E-A3763F96A113}"/>
          </ac:spMkLst>
        </pc:spChg>
      </pc:sldChg>
      <pc:sldChg chg="addSp delSp modSp">
        <pc:chgData name="MR. PRADEEPKUMAR GAJENDRA BHALE" userId="S::pradeepkumar@iitg.ac.in::23e8cbce-e55b-40c0-a5e5-37ea767cf5fa" providerId="AD" clId="Web-{605C435C-7455-EF8C-7A65-5A51F273B3C1}" dt="2023-07-23T19:20:23.962" v="323" actId="14100"/>
        <pc:sldMkLst>
          <pc:docMk/>
          <pc:sldMk cId="1275224388" sldId="506"/>
        </pc:sldMkLst>
        <pc:spChg chg="add del mod">
          <ac:chgData name="MR. PRADEEPKUMAR GAJENDRA BHALE" userId="S::pradeepkumar@iitg.ac.in::23e8cbce-e55b-40c0-a5e5-37ea767cf5fa" providerId="AD" clId="Web-{605C435C-7455-EF8C-7A65-5A51F273B3C1}" dt="2023-07-23T19:20:23.962" v="323" actId="14100"/>
          <ac:spMkLst>
            <pc:docMk/>
            <pc:sldMk cId="1275224388" sldId="506"/>
            <ac:spMk id="6" creationId="{BC0073BA-7119-901A-FE7F-4BB7B683658E}"/>
          </ac:spMkLst>
        </pc:spChg>
      </pc:sldChg>
      <pc:sldChg chg="modSp">
        <pc:chgData name="MR. PRADEEPKUMAR GAJENDRA BHALE" userId="S::pradeepkumar@iitg.ac.in::23e8cbce-e55b-40c0-a5e5-37ea767cf5fa" providerId="AD" clId="Web-{605C435C-7455-EF8C-7A65-5A51F273B3C1}" dt="2023-07-23T18:48:51.865" v="266" actId="20577"/>
        <pc:sldMkLst>
          <pc:docMk/>
          <pc:sldMk cId="1612290010" sldId="541"/>
        </pc:sldMkLst>
        <pc:spChg chg="mod">
          <ac:chgData name="MR. PRADEEPKUMAR GAJENDRA BHALE" userId="S::pradeepkumar@iitg.ac.in::23e8cbce-e55b-40c0-a5e5-37ea767cf5fa" providerId="AD" clId="Web-{605C435C-7455-EF8C-7A65-5A51F273B3C1}" dt="2023-07-23T18:48:51.865" v="266" actId="20577"/>
          <ac:spMkLst>
            <pc:docMk/>
            <pc:sldMk cId="1612290010" sldId="541"/>
            <ac:spMk id="10" creationId="{73DCD57C-6629-4FBB-EC5B-F2F320D06664}"/>
          </ac:spMkLst>
        </pc:spChg>
      </pc:sldChg>
      <pc:sldChg chg="modSp">
        <pc:chgData name="MR. PRADEEPKUMAR GAJENDRA BHALE" userId="S::pradeepkumar@iitg.ac.in::23e8cbce-e55b-40c0-a5e5-37ea767cf5fa" providerId="AD" clId="Web-{605C435C-7455-EF8C-7A65-5A51F273B3C1}" dt="2023-07-23T17:31:27.607" v="10" actId="20577"/>
        <pc:sldMkLst>
          <pc:docMk/>
          <pc:sldMk cId="684180698" sldId="544"/>
        </pc:sldMkLst>
        <pc:spChg chg="mod">
          <ac:chgData name="MR. PRADEEPKUMAR GAJENDRA BHALE" userId="S::pradeepkumar@iitg.ac.in::23e8cbce-e55b-40c0-a5e5-37ea767cf5fa" providerId="AD" clId="Web-{605C435C-7455-EF8C-7A65-5A51F273B3C1}" dt="2023-07-23T17:31:27.607" v="10" actId="20577"/>
          <ac:spMkLst>
            <pc:docMk/>
            <pc:sldMk cId="684180698" sldId="544"/>
            <ac:spMk id="7" creationId="{DECB3E65-7BBF-276B-AE88-4876B584DBE0}"/>
          </ac:spMkLst>
        </pc:spChg>
      </pc:sldChg>
      <pc:sldChg chg="addSp modSp">
        <pc:chgData name="MR. PRADEEPKUMAR GAJENDRA BHALE" userId="S::pradeepkumar@iitg.ac.in::23e8cbce-e55b-40c0-a5e5-37ea767cf5fa" providerId="AD" clId="Web-{605C435C-7455-EF8C-7A65-5A51F273B3C1}" dt="2023-07-23T18:55:46.048" v="297" actId="1076"/>
        <pc:sldMkLst>
          <pc:docMk/>
          <pc:sldMk cId="2171610708" sldId="546"/>
        </pc:sldMkLst>
        <pc:spChg chg="add mod">
          <ac:chgData name="MR. PRADEEPKUMAR GAJENDRA BHALE" userId="S::pradeepkumar@iitg.ac.in::23e8cbce-e55b-40c0-a5e5-37ea767cf5fa" providerId="AD" clId="Web-{605C435C-7455-EF8C-7A65-5A51F273B3C1}" dt="2023-07-23T18:55:36.579" v="295" actId="20577"/>
          <ac:spMkLst>
            <pc:docMk/>
            <pc:sldMk cId="2171610708" sldId="546"/>
            <ac:spMk id="3" creationId="{43F685B7-64E2-5A10-232F-C3816183F036}"/>
          </ac:spMkLst>
        </pc:spChg>
        <pc:spChg chg="mod">
          <ac:chgData name="MR. PRADEEPKUMAR GAJENDRA BHALE" userId="S::pradeepkumar@iitg.ac.in::23e8cbce-e55b-40c0-a5e5-37ea767cf5fa" providerId="AD" clId="Web-{605C435C-7455-EF8C-7A65-5A51F273B3C1}" dt="2023-07-23T17:35:07.488" v="12" actId="20577"/>
          <ac:spMkLst>
            <pc:docMk/>
            <pc:sldMk cId="2171610708" sldId="546"/>
            <ac:spMk id="7" creationId="{1BD98FFC-01ED-455A-A8DF-CDB26A8989DA}"/>
          </ac:spMkLst>
        </pc:spChg>
        <pc:spChg chg="mod">
          <ac:chgData name="MR. PRADEEPKUMAR GAJENDRA BHALE" userId="S::pradeepkumar@iitg.ac.in::23e8cbce-e55b-40c0-a5e5-37ea767cf5fa" providerId="AD" clId="Web-{605C435C-7455-EF8C-7A65-5A51F273B3C1}" dt="2023-07-23T18:55:46.048" v="297" actId="1076"/>
          <ac:spMkLst>
            <pc:docMk/>
            <pc:sldMk cId="2171610708" sldId="546"/>
            <ac:spMk id="27" creationId="{FCBD1EF2-1A08-DAD4-42C4-766F398E49A7}"/>
          </ac:spMkLst>
        </pc:spChg>
      </pc:sldChg>
      <pc:sldChg chg="modSp">
        <pc:chgData name="MR. PRADEEPKUMAR GAJENDRA BHALE" userId="S::pradeepkumar@iitg.ac.in::23e8cbce-e55b-40c0-a5e5-37ea767cf5fa" providerId="AD" clId="Web-{605C435C-7455-EF8C-7A65-5A51F273B3C1}" dt="2023-07-23T18:56:38.846" v="299" actId="1076"/>
        <pc:sldMkLst>
          <pc:docMk/>
          <pc:sldMk cId="165444623" sldId="549"/>
        </pc:sldMkLst>
        <pc:picChg chg="mod">
          <ac:chgData name="MR. PRADEEPKUMAR GAJENDRA BHALE" userId="S::pradeepkumar@iitg.ac.in::23e8cbce-e55b-40c0-a5e5-37ea767cf5fa" providerId="AD" clId="Web-{605C435C-7455-EF8C-7A65-5A51F273B3C1}" dt="2023-07-23T18:56:38.846" v="299" actId="1076"/>
          <ac:picMkLst>
            <pc:docMk/>
            <pc:sldMk cId="165444623" sldId="549"/>
            <ac:picMk id="15" creationId="{DF75AAF4-5580-DC44-867E-9DCFB33D87F6}"/>
          </ac:picMkLst>
        </pc:picChg>
      </pc:sldChg>
      <pc:sldChg chg="modSp">
        <pc:chgData name="MR. PRADEEPKUMAR GAJENDRA BHALE" userId="S::pradeepkumar@iitg.ac.in::23e8cbce-e55b-40c0-a5e5-37ea767cf5fa" providerId="AD" clId="Web-{605C435C-7455-EF8C-7A65-5A51F273B3C1}" dt="2023-07-23T17:39:11.932" v="19" actId="20577"/>
        <pc:sldMkLst>
          <pc:docMk/>
          <pc:sldMk cId="1388330191" sldId="550"/>
        </pc:sldMkLst>
        <pc:spChg chg="mod">
          <ac:chgData name="MR. PRADEEPKUMAR GAJENDRA BHALE" userId="S::pradeepkumar@iitg.ac.in::23e8cbce-e55b-40c0-a5e5-37ea767cf5fa" providerId="AD" clId="Web-{605C435C-7455-EF8C-7A65-5A51F273B3C1}" dt="2023-07-23T17:39:11.932" v="19" actId="20577"/>
          <ac:spMkLst>
            <pc:docMk/>
            <pc:sldMk cId="1388330191" sldId="550"/>
            <ac:spMk id="3" creationId="{1FA37BA9-C354-706E-9C81-DBE69C6C58E6}"/>
          </ac:spMkLst>
        </pc:spChg>
      </pc:sldChg>
      <pc:sldChg chg="modSp">
        <pc:chgData name="MR. PRADEEPKUMAR GAJENDRA BHALE" userId="S::pradeepkumar@iitg.ac.in::23e8cbce-e55b-40c0-a5e5-37ea767cf5fa" providerId="AD" clId="Web-{605C435C-7455-EF8C-7A65-5A51F273B3C1}" dt="2023-07-23T17:43:22.157" v="28" actId="20577"/>
        <pc:sldMkLst>
          <pc:docMk/>
          <pc:sldMk cId="2036015992" sldId="554"/>
        </pc:sldMkLst>
        <pc:spChg chg="mod">
          <ac:chgData name="MR. PRADEEPKUMAR GAJENDRA BHALE" userId="S::pradeepkumar@iitg.ac.in::23e8cbce-e55b-40c0-a5e5-37ea767cf5fa" providerId="AD" clId="Web-{605C435C-7455-EF8C-7A65-5A51F273B3C1}" dt="2023-07-23T17:43:22.157" v="28" actId="20577"/>
          <ac:spMkLst>
            <pc:docMk/>
            <pc:sldMk cId="2036015992" sldId="554"/>
            <ac:spMk id="7" creationId="{1CECF86E-0E4E-758B-D927-4805B75B04CF}"/>
          </ac:spMkLst>
        </pc:spChg>
      </pc:sldChg>
      <pc:sldChg chg="delSp modSp">
        <pc:chgData name="MR. PRADEEPKUMAR GAJENDRA BHALE" userId="S::pradeepkumar@iitg.ac.in::23e8cbce-e55b-40c0-a5e5-37ea767cf5fa" providerId="AD" clId="Web-{605C435C-7455-EF8C-7A65-5A51F273B3C1}" dt="2023-07-23T17:53:04.923" v="30" actId="1076"/>
        <pc:sldMkLst>
          <pc:docMk/>
          <pc:sldMk cId="2499699587" sldId="561"/>
        </pc:sldMkLst>
        <pc:picChg chg="mod">
          <ac:chgData name="MR. PRADEEPKUMAR GAJENDRA BHALE" userId="S::pradeepkumar@iitg.ac.in::23e8cbce-e55b-40c0-a5e5-37ea767cf5fa" providerId="AD" clId="Web-{605C435C-7455-EF8C-7A65-5A51F273B3C1}" dt="2023-07-23T17:53:04.923" v="30" actId="1076"/>
          <ac:picMkLst>
            <pc:docMk/>
            <pc:sldMk cId="2499699587" sldId="561"/>
            <ac:picMk id="16" creationId="{3849B636-8254-43B5-3E21-2C87AC3070A9}"/>
          </ac:picMkLst>
        </pc:picChg>
        <pc:picChg chg="del">
          <ac:chgData name="MR. PRADEEPKUMAR GAJENDRA BHALE" userId="S::pradeepkumar@iitg.ac.in::23e8cbce-e55b-40c0-a5e5-37ea767cf5fa" providerId="AD" clId="Web-{605C435C-7455-EF8C-7A65-5A51F273B3C1}" dt="2023-07-23T17:52:59.220" v="29"/>
          <ac:picMkLst>
            <pc:docMk/>
            <pc:sldMk cId="2499699587" sldId="561"/>
            <ac:picMk id="18" creationId="{8ED6BD21-C965-2BFB-BC79-1C26A218C529}"/>
          </ac:picMkLst>
        </pc:picChg>
      </pc:sldChg>
      <pc:sldChg chg="delSp modSp">
        <pc:chgData name="MR. PRADEEPKUMAR GAJENDRA BHALE" userId="S::pradeepkumar@iitg.ac.in::23e8cbce-e55b-40c0-a5e5-37ea767cf5fa" providerId="AD" clId="Web-{605C435C-7455-EF8C-7A65-5A51F273B3C1}" dt="2023-07-23T18:00:01.372" v="91" actId="14100"/>
        <pc:sldMkLst>
          <pc:docMk/>
          <pc:sldMk cId="2559307413" sldId="564"/>
        </pc:sldMkLst>
        <pc:spChg chg="mod">
          <ac:chgData name="MR. PRADEEPKUMAR GAJENDRA BHALE" userId="S::pradeepkumar@iitg.ac.in::23e8cbce-e55b-40c0-a5e5-37ea767cf5fa" providerId="AD" clId="Web-{605C435C-7455-EF8C-7A65-5A51F273B3C1}" dt="2023-07-23T17:58:51.183" v="61" actId="1076"/>
          <ac:spMkLst>
            <pc:docMk/>
            <pc:sldMk cId="2559307413" sldId="564"/>
            <ac:spMk id="11" creationId="{D6E8A43B-C705-E235-4A7C-64FC06E20735}"/>
          </ac:spMkLst>
        </pc:spChg>
        <pc:spChg chg="del mod">
          <ac:chgData name="MR. PRADEEPKUMAR GAJENDRA BHALE" userId="S::pradeepkumar@iitg.ac.in::23e8cbce-e55b-40c0-a5e5-37ea767cf5fa" providerId="AD" clId="Web-{605C435C-7455-EF8C-7A65-5A51F273B3C1}" dt="2023-07-23T17:57:57.697" v="49"/>
          <ac:spMkLst>
            <pc:docMk/>
            <pc:sldMk cId="2559307413" sldId="564"/>
            <ac:spMk id="14" creationId="{3E17072D-D9C7-AF17-1DCF-B6DDA08F050A}"/>
          </ac:spMkLst>
        </pc:spChg>
        <pc:spChg chg="mod">
          <ac:chgData name="MR. PRADEEPKUMAR GAJENDRA BHALE" userId="S::pradeepkumar@iitg.ac.in::23e8cbce-e55b-40c0-a5e5-37ea767cf5fa" providerId="AD" clId="Web-{605C435C-7455-EF8C-7A65-5A51F273B3C1}" dt="2023-07-23T17:59:10.043" v="66" actId="14100"/>
          <ac:spMkLst>
            <pc:docMk/>
            <pc:sldMk cId="2559307413" sldId="564"/>
            <ac:spMk id="17" creationId="{7C11D678-E419-D2A5-5843-A09E5F93EF96}"/>
          </ac:spMkLst>
        </pc:spChg>
        <pc:spChg chg="mod">
          <ac:chgData name="MR. PRADEEPKUMAR GAJENDRA BHALE" userId="S::pradeepkumar@iitg.ac.in::23e8cbce-e55b-40c0-a5e5-37ea767cf5fa" providerId="AD" clId="Web-{605C435C-7455-EF8C-7A65-5A51F273B3C1}" dt="2023-07-23T17:58:44.979" v="60" actId="1076"/>
          <ac:spMkLst>
            <pc:docMk/>
            <pc:sldMk cId="2559307413" sldId="564"/>
            <ac:spMk id="18" creationId="{D25DDC7D-BA38-9B42-518E-E9C400C71CE8}"/>
          </ac:spMkLst>
        </pc:spChg>
        <pc:spChg chg="mod">
          <ac:chgData name="MR. PRADEEPKUMAR GAJENDRA BHALE" userId="S::pradeepkumar@iitg.ac.in::23e8cbce-e55b-40c0-a5e5-37ea767cf5fa" providerId="AD" clId="Web-{605C435C-7455-EF8C-7A65-5A51F273B3C1}" dt="2023-07-23T17:59:55.888" v="90" actId="20577"/>
          <ac:spMkLst>
            <pc:docMk/>
            <pc:sldMk cId="2559307413" sldId="564"/>
            <ac:spMk id="27" creationId="{84D9D131-775A-7F38-15E0-CB0148C935AD}"/>
          </ac:spMkLst>
        </pc:spChg>
        <pc:picChg chg="del mod">
          <ac:chgData name="MR. PRADEEPKUMAR GAJENDRA BHALE" userId="S::pradeepkumar@iitg.ac.in::23e8cbce-e55b-40c0-a5e5-37ea767cf5fa" providerId="AD" clId="Web-{605C435C-7455-EF8C-7A65-5A51F273B3C1}" dt="2023-07-23T17:55:27.771" v="32"/>
          <ac:picMkLst>
            <pc:docMk/>
            <pc:sldMk cId="2559307413" sldId="564"/>
            <ac:picMk id="20" creationId="{23B30695-1711-51EB-94CC-73D0EB508331}"/>
          </ac:picMkLst>
        </pc:picChg>
        <pc:picChg chg="mod">
          <ac:chgData name="MR. PRADEEPKUMAR GAJENDRA BHALE" userId="S::pradeepkumar@iitg.ac.in::23e8cbce-e55b-40c0-a5e5-37ea767cf5fa" providerId="AD" clId="Web-{605C435C-7455-EF8C-7A65-5A51F273B3C1}" dt="2023-07-23T17:59:19.934" v="68" actId="1076"/>
          <ac:picMkLst>
            <pc:docMk/>
            <pc:sldMk cId="2559307413" sldId="564"/>
            <ac:picMk id="22" creationId="{79F6514E-BEAF-1FC2-BCB6-35584F8E16E1}"/>
          </ac:picMkLst>
        </pc:picChg>
        <pc:picChg chg="mod">
          <ac:chgData name="MR. PRADEEPKUMAR GAJENDRA BHALE" userId="S::pradeepkumar@iitg.ac.in::23e8cbce-e55b-40c0-a5e5-37ea767cf5fa" providerId="AD" clId="Web-{605C435C-7455-EF8C-7A65-5A51F273B3C1}" dt="2023-07-23T18:00:01.372" v="91" actId="14100"/>
          <ac:picMkLst>
            <pc:docMk/>
            <pc:sldMk cId="2559307413" sldId="564"/>
            <ac:picMk id="24" creationId="{A9012960-868E-4D37-8252-71E67978EDB2}"/>
          </ac:picMkLst>
        </pc:picChg>
      </pc:sldChg>
      <pc:sldChg chg="delSp modSp">
        <pc:chgData name="MR. PRADEEPKUMAR GAJENDRA BHALE" userId="S::pradeepkumar@iitg.ac.in::23e8cbce-e55b-40c0-a5e5-37ea767cf5fa" providerId="AD" clId="Web-{605C435C-7455-EF8C-7A65-5A51F273B3C1}" dt="2023-07-23T18:03:11.065" v="146" actId="20577"/>
        <pc:sldMkLst>
          <pc:docMk/>
          <pc:sldMk cId="303134946" sldId="565"/>
        </pc:sldMkLst>
        <pc:spChg chg="mod">
          <ac:chgData name="MR. PRADEEPKUMAR GAJENDRA BHALE" userId="S::pradeepkumar@iitg.ac.in::23e8cbce-e55b-40c0-a5e5-37ea767cf5fa" providerId="AD" clId="Web-{605C435C-7455-EF8C-7A65-5A51F273B3C1}" dt="2023-07-23T18:01:49.516" v="104" actId="1076"/>
          <ac:spMkLst>
            <pc:docMk/>
            <pc:sldMk cId="303134946" sldId="565"/>
            <ac:spMk id="3" creationId="{B1383CCC-D607-D5BE-D506-5A123ED8F7C3}"/>
          </ac:spMkLst>
        </pc:spChg>
        <pc:spChg chg="mod">
          <ac:chgData name="MR. PRADEEPKUMAR GAJENDRA BHALE" userId="S::pradeepkumar@iitg.ac.in::23e8cbce-e55b-40c0-a5e5-37ea767cf5fa" providerId="AD" clId="Web-{605C435C-7455-EF8C-7A65-5A51F273B3C1}" dt="2023-07-23T18:01:53.078" v="105" actId="1076"/>
          <ac:spMkLst>
            <pc:docMk/>
            <pc:sldMk cId="303134946" sldId="565"/>
            <ac:spMk id="7" creationId="{06FEDB4B-D813-69BB-4702-1D36F6B846B7}"/>
          </ac:spMkLst>
        </pc:spChg>
        <pc:spChg chg="del">
          <ac:chgData name="MR. PRADEEPKUMAR GAJENDRA BHALE" userId="S::pradeepkumar@iitg.ac.in::23e8cbce-e55b-40c0-a5e5-37ea767cf5fa" providerId="AD" clId="Web-{605C435C-7455-EF8C-7A65-5A51F273B3C1}" dt="2023-07-23T18:00:58.233" v="94"/>
          <ac:spMkLst>
            <pc:docMk/>
            <pc:sldMk cId="303134946" sldId="565"/>
            <ac:spMk id="12" creationId="{2D06BE46-E1AB-4DEF-01E1-33C44FFECC6F}"/>
          </ac:spMkLst>
        </pc:spChg>
        <pc:spChg chg="mod">
          <ac:chgData name="MR. PRADEEPKUMAR GAJENDRA BHALE" userId="S::pradeepkumar@iitg.ac.in::23e8cbce-e55b-40c0-a5e5-37ea767cf5fa" providerId="AD" clId="Web-{605C435C-7455-EF8C-7A65-5A51F273B3C1}" dt="2023-07-23T18:01:46.219" v="103" actId="1076"/>
          <ac:spMkLst>
            <pc:docMk/>
            <pc:sldMk cId="303134946" sldId="565"/>
            <ac:spMk id="18" creationId="{D25DDC7D-BA38-9B42-518E-E9C400C71CE8}"/>
          </ac:spMkLst>
        </pc:spChg>
        <pc:spChg chg="mod">
          <ac:chgData name="MR. PRADEEPKUMAR GAJENDRA BHALE" userId="S::pradeepkumar@iitg.ac.in::23e8cbce-e55b-40c0-a5e5-37ea767cf5fa" providerId="AD" clId="Web-{605C435C-7455-EF8C-7A65-5A51F273B3C1}" dt="2023-07-23T18:03:11.065" v="146" actId="20577"/>
          <ac:spMkLst>
            <pc:docMk/>
            <pc:sldMk cId="303134946" sldId="565"/>
            <ac:spMk id="19" creationId="{EDBFD955-575D-DCA1-2D9C-ECEDDCA2BE18}"/>
          </ac:spMkLst>
        </pc:spChg>
        <pc:picChg chg="mod">
          <ac:chgData name="MR. PRADEEPKUMAR GAJENDRA BHALE" userId="S::pradeepkumar@iitg.ac.in::23e8cbce-e55b-40c0-a5e5-37ea767cf5fa" providerId="AD" clId="Web-{605C435C-7455-EF8C-7A65-5A51F273B3C1}" dt="2023-07-23T18:02:02.360" v="107" actId="1076"/>
          <ac:picMkLst>
            <pc:docMk/>
            <pc:sldMk cId="303134946" sldId="565"/>
            <ac:picMk id="15" creationId="{5DFFBF52-CCF2-5D26-614C-6F13ACFDD8EE}"/>
          </ac:picMkLst>
        </pc:picChg>
      </pc:sldChg>
      <pc:sldChg chg="addSp delSp modSp">
        <pc:chgData name="MR. PRADEEPKUMAR GAJENDRA BHALE" userId="S::pradeepkumar@iitg.ac.in::23e8cbce-e55b-40c0-a5e5-37ea767cf5fa" providerId="AD" clId="Web-{605C435C-7455-EF8C-7A65-5A51F273B3C1}" dt="2023-07-23T18:09:32.372" v="189" actId="1076"/>
        <pc:sldMkLst>
          <pc:docMk/>
          <pc:sldMk cId="3801658177" sldId="566"/>
        </pc:sldMkLst>
        <pc:spChg chg="del mod">
          <ac:chgData name="MR. PRADEEPKUMAR GAJENDRA BHALE" userId="S::pradeepkumar@iitg.ac.in::23e8cbce-e55b-40c0-a5e5-37ea767cf5fa" providerId="AD" clId="Web-{605C435C-7455-EF8C-7A65-5A51F273B3C1}" dt="2023-07-23T18:07:45.197" v="170"/>
          <ac:spMkLst>
            <pc:docMk/>
            <pc:sldMk cId="3801658177" sldId="566"/>
            <ac:spMk id="6" creationId="{1FE08AAE-AF8E-0C06-305F-9D73AF2BD0C8}"/>
          </ac:spMkLst>
        </pc:spChg>
        <pc:spChg chg="add del mod">
          <ac:chgData name="MR. PRADEEPKUMAR GAJENDRA BHALE" userId="S::pradeepkumar@iitg.ac.in::23e8cbce-e55b-40c0-a5e5-37ea767cf5fa" providerId="AD" clId="Web-{605C435C-7455-EF8C-7A65-5A51F273B3C1}" dt="2023-07-23T18:04:32.927" v="153"/>
          <ac:spMkLst>
            <pc:docMk/>
            <pc:sldMk cId="3801658177" sldId="566"/>
            <ac:spMk id="7" creationId="{D0CC5B2E-C2F3-1AA8-96B2-F597A005CA24}"/>
          </ac:spMkLst>
        </pc:spChg>
        <pc:spChg chg="del">
          <ac:chgData name="MR. PRADEEPKUMAR GAJENDRA BHALE" userId="S::pradeepkumar@iitg.ac.in::23e8cbce-e55b-40c0-a5e5-37ea767cf5fa" providerId="AD" clId="Web-{605C435C-7455-EF8C-7A65-5A51F273B3C1}" dt="2023-07-23T18:09:06.731" v="183"/>
          <ac:spMkLst>
            <pc:docMk/>
            <pc:sldMk cId="3801658177" sldId="566"/>
            <ac:spMk id="11" creationId="{340ABFF6-1BAC-83C4-0E87-35FCC8819051}"/>
          </ac:spMkLst>
        </pc:spChg>
        <pc:picChg chg="add del mod">
          <ac:chgData name="MR. PRADEEPKUMAR GAJENDRA BHALE" userId="S::pradeepkumar@iitg.ac.in::23e8cbce-e55b-40c0-a5e5-37ea767cf5fa" providerId="AD" clId="Web-{605C435C-7455-EF8C-7A65-5A51F273B3C1}" dt="2023-07-23T18:06:48.274" v="160"/>
          <ac:picMkLst>
            <pc:docMk/>
            <pc:sldMk cId="3801658177" sldId="566"/>
            <ac:picMk id="14" creationId="{2D5DAC0D-19C9-81CB-0BD0-9AD74CEAABC0}"/>
          </ac:picMkLst>
        </pc:picChg>
        <pc:picChg chg="mod">
          <ac:chgData name="MR. PRADEEPKUMAR GAJENDRA BHALE" userId="S::pradeepkumar@iitg.ac.in::23e8cbce-e55b-40c0-a5e5-37ea767cf5fa" providerId="AD" clId="Web-{605C435C-7455-EF8C-7A65-5A51F273B3C1}" dt="2023-07-23T18:09:32.372" v="189" actId="1076"/>
          <ac:picMkLst>
            <pc:docMk/>
            <pc:sldMk cId="3801658177" sldId="566"/>
            <ac:picMk id="17" creationId="{D11E9E6F-97C6-5D44-8477-A2D636CBD9C4}"/>
          </ac:picMkLst>
        </pc:picChg>
      </pc:sldChg>
      <pc:sldChg chg="modSp">
        <pc:chgData name="MR. PRADEEPKUMAR GAJENDRA BHALE" userId="S::pradeepkumar@iitg.ac.in::23e8cbce-e55b-40c0-a5e5-37ea767cf5fa" providerId="AD" clId="Web-{605C435C-7455-EF8C-7A65-5A51F273B3C1}" dt="2023-07-23T18:11:15.234" v="193" actId="20577"/>
        <pc:sldMkLst>
          <pc:docMk/>
          <pc:sldMk cId="3149238665" sldId="567"/>
        </pc:sldMkLst>
        <pc:spChg chg="mod">
          <ac:chgData name="MR. PRADEEPKUMAR GAJENDRA BHALE" userId="S::pradeepkumar@iitg.ac.in::23e8cbce-e55b-40c0-a5e5-37ea767cf5fa" providerId="AD" clId="Web-{605C435C-7455-EF8C-7A65-5A51F273B3C1}" dt="2023-07-23T18:11:15.234" v="193" actId="20577"/>
          <ac:spMkLst>
            <pc:docMk/>
            <pc:sldMk cId="3149238665" sldId="567"/>
            <ac:spMk id="7" creationId="{43AB7AC8-E014-CECD-DBD0-853D7AA55F54}"/>
          </ac:spMkLst>
        </pc:spChg>
      </pc:sldChg>
      <pc:sldChg chg="modSp">
        <pc:chgData name="MR. PRADEEPKUMAR GAJENDRA BHALE" userId="S::pradeepkumar@iitg.ac.in::23e8cbce-e55b-40c0-a5e5-37ea767cf5fa" providerId="AD" clId="Web-{605C435C-7455-EF8C-7A65-5A51F273B3C1}" dt="2023-07-23T18:13:42.957" v="203" actId="1076"/>
        <pc:sldMkLst>
          <pc:docMk/>
          <pc:sldMk cId="1875744825" sldId="569"/>
        </pc:sldMkLst>
        <pc:spChg chg="mod">
          <ac:chgData name="MR. PRADEEPKUMAR GAJENDRA BHALE" userId="S::pradeepkumar@iitg.ac.in::23e8cbce-e55b-40c0-a5e5-37ea767cf5fa" providerId="AD" clId="Web-{605C435C-7455-EF8C-7A65-5A51F273B3C1}" dt="2023-07-23T18:13:42.957" v="203" actId="1076"/>
          <ac:spMkLst>
            <pc:docMk/>
            <pc:sldMk cId="1875744825" sldId="569"/>
            <ac:spMk id="8" creationId="{2CE8A0EA-E6EE-C33E-E76A-435377333DEA}"/>
          </ac:spMkLst>
        </pc:spChg>
        <pc:spChg chg="mod">
          <ac:chgData name="MR. PRADEEPKUMAR GAJENDRA BHALE" userId="S::pradeepkumar@iitg.ac.in::23e8cbce-e55b-40c0-a5e5-37ea767cf5fa" providerId="AD" clId="Web-{605C435C-7455-EF8C-7A65-5A51F273B3C1}" dt="2023-07-23T18:13:15.410" v="199" actId="20577"/>
          <ac:spMkLst>
            <pc:docMk/>
            <pc:sldMk cId="1875744825" sldId="569"/>
            <ac:spMk id="9" creationId="{68F5778B-2BE2-59E4-2AE9-53DFD740BD8B}"/>
          </ac:spMkLst>
        </pc:spChg>
        <pc:picChg chg="mod">
          <ac:chgData name="MR. PRADEEPKUMAR GAJENDRA BHALE" userId="S::pradeepkumar@iitg.ac.in::23e8cbce-e55b-40c0-a5e5-37ea767cf5fa" providerId="AD" clId="Web-{605C435C-7455-EF8C-7A65-5A51F273B3C1}" dt="2023-07-23T18:13:34.754" v="202" actId="1076"/>
          <ac:picMkLst>
            <pc:docMk/>
            <pc:sldMk cId="1875744825" sldId="569"/>
            <ac:picMk id="2" creationId="{316961BE-A097-D3D5-0E98-226C00EAFA2D}"/>
          </ac:picMkLst>
        </pc:picChg>
      </pc:sldChg>
      <pc:sldChg chg="modSp">
        <pc:chgData name="MR. PRADEEPKUMAR GAJENDRA BHALE" userId="S::pradeepkumar@iitg.ac.in::23e8cbce-e55b-40c0-a5e5-37ea767cf5fa" providerId="AD" clId="Web-{605C435C-7455-EF8C-7A65-5A51F273B3C1}" dt="2023-07-23T18:16:21.196" v="215" actId="20577"/>
        <pc:sldMkLst>
          <pc:docMk/>
          <pc:sldMk cId="309552733" sldId="571"/>
        </pc:sldMkLst>
        <pc:spChg chg="mod">
          <ac:chgData name="MR. PRADEEPKUMAR GAJENDRA BHALE" userId="S::pradeepkumar@iitg.ac.in::23e8cbce-e55b-40c0-a5e5-37ea767cf5fa" providerId="AD" clId="Web-{605C435C-7455-EF8C-7A65-5A51F273B3C1}" dt="2023-07-23T18:14:45.615" v="207" actId="20577"/>
          <ac:spMkLst>
            <pc:docMk/>
            <pc:sldMk cId="309552733" sldId="571"/>
            <ac:spMk id="8" creationId="{B1DC8892-11CD-85EF-ADFC-92D0127D51D3}"/>
          </ac:spMkLst>
        </pc:spChg>
        <pc:spChg chg="mod">
          <ac:chgData name="MR. PRADEEPKUMAR GAJENDRA BHALE" userId="S::pradeepkumar@iitg.ac.in::23e8cbce-e55b-40c0-a5e5-37ea767cf5fa" providerId="AD" clId="Web-{605C435C-7455-EF8C-7A65-5A51F273B3C1}" dt="2023-07-23T18:16:21.196" v="215" actId="20577"/>
          <ac:spMkLst>
            <pc:docMk/>
            <pc:sldMk cId="309552733" sldId="571"/>
            <ac:spMk id="9" creationId="{BDE83E8C-4018-45AA-ABDE-49236E51299C}"/>
          </ac:spMkLst>
        </pc:spChg>
        <pc:spChg chg="mod">
          <ac:chgData name="MR. PRADEEPKUMAR GAJENDRA BHALE" userId="S::pradeepkumar@iitg.ac.in::23e8cbce-e55b-40c0-a5e5-37ea767cf5fa" providerId="AD" clId="Web-{605C435C-7455-EF8C-7A65-5A51F273B3C1}" dt="2023-07-23T18:15:45.945" v="209" actId="1076"/>
          <ac:spMkLst>
            <pc:docMk/>
            <pc:sldMk cId="309552733" sldId="571"/>
            <ac:spMk id="11" creationId="{9278C995-762E-7BFB-DF4E-CF20BC0176C3}"/>
          </ac:spMkLst>
        </pc:spChg>
        <pc:spChg chg="mod">
          <ac:chgData name="MR. PRADEEPKUMAR GAJENDRA BHALE" userId="S::pradeepkumar@iitg.ac.in::23e8cbce-e55b-40c0-a5e5-37ea767cf5fa" providerId="AD" clId="Web-{605C435C-7455-EF8C-7A65-5A51F273B3C1}" dt="2023-07-23T18:15:43.523" v="208" actId="1076"/>
          <ac:spMkLst>
            <pc:docMk/>
            <pc:sldMk cId="309552733" sldId="571"/>
            <ac:spMk id="15" creationId="{E61CCDD8-D18D-100B-495B-E515B0E68AC1}"/>
          </ac:spMkLst>
        </pc:spChg>
      </pc:sldChg>
      <pc:sldChg chg="modSp">
        <pc:chgData name="MR. PRADEEPKUMAR GAJENDRA BHALE" userId="S::pradeepkumar@iitg.ac.in::23e8cbce-e55b-40c0-a5e5-37ea767cf5fa" providerId="AD" clId="Web-{605C435C-7455-EF8C-7A65-5A51F273B3C1}" dt="2023-07-23T18:22:16.581" v="218" actId="1076"/>
        <pc:sldMkLst>
          <pc:docMk/>
          <pc:sldMk cId="2397389347" sldId="575"/>
        </pc:sldMkLst>
        <pc:spChg chg="mod">
          <ac:chgData name="MR. PRADEEPKUMAR GAJENDRA BHALE" userId="S::pradeepkumar@iitg.ac.in::23e8cbce-e55b-40c0-a5e5-37ea767cf5fa" providerId="AD" clId="Web-{605C435C-7455-EF8C-7A65-5A51F273B3C1}" dt="2023-07-23T18:22:16.581" v="218" actId="1076"/>
          <ac:spMkLst>
            <pc:docMk/>
            <pc:sldMk cId="2397389347" sldId="575"/>
            <ac:spMk id="2" creationId="{FA400314-F7D7-431E-21F4-F612C8C01D79}"/>
          </ac:spMkLst>
        </pc:spChg>
        <pc:spChg chg="mod">
          <ac:chgData name="MR. PRADEEPKUMAR GAJENDRA BHALE" userId="S::pradeepkumar@iitg.ac.in::23e8cbce-e55b-40c0-a5e5-37ea767cf5fa" providerId="AD" clId="Web-{605C435C-7455-EF8C-7A65-5A51F273B3C1}" dt="2023-07-23T18:21:58.814" v="217" actId="1076"/>
          <ac:spMkLst>
            <pc:docMk/>
            <pc:sldMk cId="2397389347" sldId="575"/>
            <ac:spMk id="15" creationId="{182BEB58-8FC6-F3FB-C561-F9E09388CD0C}"/>
          </ac:spMkLst>
        </pc:spChg>
        <pc:spChg chg="mod">
          <ac:chgData name="MR. PRADEEPKUMAR GAJENDRA BHALE" userId="S::pradeepkumar@iitg.ac.in::23e8cbce-e55b-40c0-a5e5-37ea767cf5fa" providerId="AD" clId="Web-{605C435C-7455-EF8C-7A65-5A51F273B3C1}" dt="2023-07-23T18:21:53.596" v="216" actId="1076"/>
          <ac:spMkLst>
            <pc:docMk/>
            <pc:sldMk cId="2397389347" sldId="575"/>
            <ac:spMk id="17" creationId="{0C39BB8A-1BB2-360C-726A-0439B150D347}"/>
          </ac:spMkLst>
        </pc:spChg>
      </pc:sldChg>
      <pc:sldChg chg="addSp delSp modSp">
        <pc:chgData name="MR. PRADEEPKUMAR GAJENDRA BHALE" userId="S::pradeepkumar@iitg.ac.in::23e8cbce-e55b-40c0-a5e5-37ea767cf5fa" providerId="AD" clId="Web-{605C435C-7455-EF8C-7A65-5A51F273B3C1}" dt="2023-07-23T17:22:27.139" v="7"/>
        <pc:sldMkLst>
          <pc:docMk/>
          <pc:sldMk cId="1961591789" sldId="589"/>
        </pc:sldMkLst>
        <pc:spChg chg="add">
          <ac:chgData name="MR. PRADEEPKUMAR GAJENDRA BHALE" userId="S::pradeepkumar@iitg.ac.in::23e8cbce-e55b-40c0-a5e5-37ea767cf5fa" providerId="AD" clId="Web-{605C435C-7455-EF8C-7A65-5A51F273B3C1}" dt="2023-07-23T17:22:27.139" v="7"/>
          <ac:spMkLst>
            <pc:docMk/>
            <pc:sldMk cId="1961591789" sldId="589"/>
            <ac:spMk id="5" creationId="{43EB0F3A-3173-3E07-BCDF-388F05E967F1}"/>
          </ac:spMkLst>
        </pc:spChg>
        <pc:spChg chg="del mod">
          <ac:chgData name="MR. PRADEEPKUMAR GAJENDRA BHALE" userId="S::pradeepkumar@iitg.ac.in::23e8cbce-e55b-40c0-a5e5-37ea767cf5fa" providerId="AD" clId="Web-{605C435C-7455-EF8C-7A65-5A51F273B3C1}" dt="2023-07-23T17:22:24.248" v="6"/>
          <ac:spMkLst>
            <pc:docMk/>
            <pc:sldMk cId="1961591789" sldId="589"/>
            <ac:spMk id="14" creationId="{00000000-0000-0000-0000-000000000000}"/>
          </ac:spMkLst>
        </pc:spChg>
      </pc:sldChg>
      <pc:sldChg chg="addSp delSp modSp">
        <pc:chgData name="MR. PRADEEPKUMAR GAJENDRA BHALE" userId="S::pradeepkumar@iitg.ac.in::23e8cbce-e55b-40c0-a5e5-37ea767cf5fa" providerId="AD" clId="Web-{605C435C-7455-EF8C-7A65-5A51F273B3C1}" dt="2023-07-23T18:23:39.036" v="224" actId="14100"/>
        <pc:sldMkLst>
          <pc:docMk/>
          <pc:sldMk cId="3809209134" sldId="590"/>
        </pc:sldMkLst>
        <pc:spChg chg="add mod">
          <ac:chgData name="MR. PRADEEPKUMAR GAJENDRA BHALE" userId="S::pradeepkumar@iitg.ac.in::23e8cbce-e55b-40c0-a5e5-37ea767cf5fa" providerId="AD" clId="Web-{605C435C-7455-EF8C-7A65-5A51F273B3C1}" dt="2023-07-23T18:23:22.832" v="223" actId="1076"/>
          <ac:spMkLst>
            <pc:docMk/>
            <pc:sldMk cId="3809209134" sldId="590"/>
            <ac:spMk id="3" creationId="{902478C0-DEEE-E26E-08FB-866CBC213EA7}"/>
          </ac:spMkLst>
        </pc:spChg>
        <pc:spChg chg="del mod">
          <ac:chgData name="MR. PRADEEPKUMAR GAJENDRA BHALE" userId="S::pradeepkumar@iitg.ac.in::23e8cbce-e55b-40c0-a5e5-37ea767cf5fa" providerId="AD" clId="Web-{605C435C-7455-EF8C-7A65-5A51F273B3C1}" dt="2023-07-23T18:23:13.879" v="221"/>
          <ac:spMkLst>
            <pc:docMk/>
            <pc:sldMk cId="3809209134" sldId="590"/>
            <ac:spMk id="6" creationId="{BC0073BA-7119-901A-FE7F-4BB7B683658E}"/>
          </ac:spMkLst>
        </pc:spChg>
        <pc:spChg chg="mod">
          <ac:chgData name="MR. PRADEEPKUMAR GAJENDRA BHALE" userId="S::pradeepkumar@iitg.ac.in::23e8cbce-e55b-40c0-a5e5-37ea767cf5fa" providerId="AD" clId="Web-{605C435C-7455-EF8C-7A65-5A51F273B3C1}" dt="2023-07-23T18:23:39.036" v="224" actId="14100"/>
          <ac:spMkLst>
            <pc:docMk/>
            <pc:sldMk cId="3809209134" sldId="590"/>
            <ac:spMk id="23" creationId="{00000000-0000-0000-0000-000000000000}"/>
          </ac:spMkLst>
        </pc:spChg>
      </pc:sldChg>
      <pc:sldChg chg="addSp delSp modSp">
        <pc:chgData name="MR. PRADEEPKUMAR GAJENDRA BHALE" userId="S::pradeepkumar@iitg.ac.in::23e8cbce-e55b-40c0-a5e5-37ea767cf5fa" providerId="AD" clId="Web-{605C435C-7455-EF8C-7A65-5A51F273B3C1}" dt="2023-07-23T18:28:57.638" v="258"/>
        <pc:sldMkLst>
          <pc:docMk/>
          <pc:sldMk cId="1274516336" sldId="592"/>
        </pc:sldMkLst>
        <pc:spChg chg="add del mod">
          <ac:chgData name="MR. PRADEEPKUMAR GAJENDRA BHALE" userId="S::pradeepkumar@iitg.ac.in::23e8cbce-e55b-40c0-a5e5-37ea767cf5fa" providerId="AD" clId="Web-{605C435C-7455-EF8C-7A65-5A51F273B3C1}" dt="2023-07-23T18:28:57.638" v="258"/>
          <ac:spMkLst>
            <pc:docMk/>
            <pc:sldMk cId="1274516336" sldId="592"/>
            <ac:spMk id="2" creationId="{BCB901C1-A305-73F8-96DD-58CB93373074}"/>
          </ac:spMkLst>
        </pc:spChg>
        <pc:picChg chg="add mod">
          <ac:chgData name="MR. PRADEEPKUMAR GAJENDRA BHALE" userId="S::pradeepkumar@iitg.ac.in::23e8cbce-e55b-40c0-a5e5-37ea767cf5fa" providerId="AD" clId="Web-{605C435C-7455-EF8C-7A65-5A51F273B3C1}" dt="2023-07-23T18:28:14.575" v="256" actId="14100"/>
          <ac:picMkLst>
            <pc:docMk/>
            <pc:sldMk cId="1274516336" sldId="592"/>
            <ac:picMk id="3" creationId="{B0F657F6-FC4F-6064-3043-93FA4C30DBE1}"/>
          </ac:picMkLst>
        </pc:picChg>
        <pc:picChg chg="mod">
          <ac:chgData name="MR. PRADEEPKUMAR GAJENDRA BHALE" userId="S::pradeepkumar@iitg.ac.in::23e8cbce-e55b-40c0-a5e5-37ea767cf5fa" providerId="AD" clId="Web-{605C435C-7455-EF8C-7A65-5A51F273B3C1}" dt="2023-07-23T18:24:24.647" v="225" actId="1076"/>
          <ac:picMkLst>
            <pc:docMk/>
            <pc:sldMk cId="1274516336" sldId="592"/>
            <ac:picMk id="9" creationId="{00000000-0000-0000-0000-000000000000}"/>
          </ac:picMkLst>
        </pc:picChg>
      </pc:sldChg>
      <pc:sldChg chg="modSp">
        <pc:chgData name="MR. PRADEEPKUMAR GAJENDRA BHALE" userId="S::pradeepkumar@iitg.ac.in::23e8cbce-e55b-40c0-a5e5-37ea767cf5fa" providerId="AD" clId="Web-{605C435C-7455-EF8C-7A65-5A51F273B3C1}" dt="2023-07-23T18:30:36.506" v="263" actId="20577"/>
        <pc:sldMkLst>
          <pc:docMk/>
          <pc:sldMk cId="1486803258" sldId="593"/>
        </pc:sldMkLst>
        <pc:spChg chg="mod">
          <ac:chgData name="MR. PRADEEPKUMAR GAJENDRA BHALE" userId="S::pradeepkumar@iitg.ac.in::23e8cbce-e55b-40c0-a5e5-37ea767cf5fa" providerId="AD" clId="Web-{605C435C-7455-EF8C-7A65-5A51F273B3C1}" dt="2023-07-23T18:30:36.506" v="263" actId="20577"/>
          <ac:spMkLst>
            <pc:docMk/>
            <pc:sldMk cId="1486803258" sldId="593"/>
            <ac:spMk id="13" creationId="{00000000-0000-0000-0000-000000000000}"/>
          </ac:spMkLst>
        </pc:spChg>
      </pc:sldChg>
      <pc:sldChg chg="modSp ord">
        <pc:chgData name="MR. PRADEEPKUMAR GAJENDRA BHALE" userId="S::pradeepkumar@iitg.ac.in::23e8cbce-e55b-40c0-a5e5-37ea767cf5fa" providerId="AD" clId="Web-{605C435C-7455-EF8C-7A65-5A51F273B3C1}" dt="2023-07-23T19:15:49.562" v="300"/>
        <pc:sldMkLst>
          <pc:docMk/>
          <pc:sldMk cId="4160981172" sldId="594"/>
        </pc:sldMkLst>
        <pc:picChg chg="mod">
          <ac:chgData name="MR. PRADEEPKUMAR GAJENDRA BHALE" userId="S::pradeepkumar@iitg.ac.in::23e8cbce-e55b-40c0-a5e5-37ea767cf5fa" providerId="AD" clId="Web-{605C435C-7455-EF8C-7A65-5A51F273B3C1}" dt="2023-07-23T18:30:55.069" v="264" actId="1076"/>
          <ac:picMkLst>
            <pc:docMk/>
            <pc:sldMk cId="4160981172" sldId="594"/>
            <ac:picMk id="2" creationId="{546A03E1-56E9-8770-2814-577AA5EB94A1}"/>
          </ac:picMkLst>
        </pc:picChg>
      </pc:sldChg>
      <pc:sldChg chg="modSp">
        <pc:chgData name="MR. PRADEEPKUMAR GAJENDRA BHALE" userId="S::pradeepkumar@iitg.ac.in::23e8cbce-e55b-40c0-a5e5-37ea767cf5fa" providerId="AD" clId="Web-{605C435C-7455-EF8C-7A65-5A51F273B3C1}" dt="2023-07-23T19:16:48.892" v="310" actId="20577"/>
        <pc:sldMkLst>
          <pc:docMk/>
          <pc:sldMk cId="2522952153" sldId="595"/>
        </pc:sldMkLst>
        <pc:spChg chg="mod">
          <ac:chgData name="MR. PRADEEPKUMAR GAJENDRA BHALE" userId="S::pradeepkumar@iitg.ac.in::23e8cbce-e55b-40c0-a5e5-37ea767cf5fa" providerId="AD" clId="Web-{605C435C-7455-EF8C-7A65-5A51F273B3C1}" dt="2023-07-23T19:16:48.892" v="310" actId="20577"/>
          <ac:spMkLst>
            <pc:docMk/>
            <pc:sldMk cId="2522952153" sldId="595"/>
            <ac:spMk id="3" creationId="{A488F116-083B-099D-A687-93759E109206}"/>
          </ac:spMkLst>
        </pc:spChg>
        <pc:spChg chg="mod">
          <ac:chgData name="MR. PRADEEPKUMAR GAJENDRA BHALE" userId="S::pradeepkumar@iitg.ac.in::23e8cbce-e55b-40c0-a5e5-37ea767cf5fa" providerId="AD" clId="Web-{605C435C-7455-EF8C-7A65-5A51F273B3C1}" dt="2023-07-23T19:16:43.673" v="307" actId="20577"/>
          <ac:spMkLst>
            <pc:docMk/>
            <pc:sldMk cId="2522952153" sldId="595"/>
            <ac:spMk id="7" creationId="{488BABEA-9E2E-50F8-A0DE-EF91F4C894CA}"/>
          </ac:spMkLst>
        </pc:spChg>
      </pc:sldChg>
      <pc:sldChg chg="addSp delSp modSp add replId">
        <pc:chgData name="MR. PRADEEPKUMAR GAJENDRA BHALE" userId="S::pradeepkumar@iitg.ac.in::23e8cbce-e55b-40c0-a5e5-37ea767cf5fa" providerId="AD" clId="Web-{605C435C-7455-EF8C-7A65-5A51F273B3C1}" dt="2023-07-23T18:08:51.605" v="182" actId="14100"/>
        <pc:sldMkLst>
          <pc:docMk/>
          <pc:sldMk cId="2543571585" sldId="605"/>
        </pc:sldMkLst>
        <pc:spChg chg="mod">
          <ac:chgData name="MR. PRADEEPKUMAR GAJENDRA BHALE" userId="S::pradeepkumar@iitg.ac.in::23e8cbce-e55b-40c0-a5e5-37ea767cf5fa" providerId="AD" clId="Web-{605C435C-7455-EF8C-7A65-5A51F273B3C1}" dt="2023-07-23T18:07:13.009" v="162" actId="20577"/>
          <ac:spMkLst>
            <pc:docMk/>
            <pc:sldMk cId="2543571585" sldId="605"/>
            <ac:spMk id="7" creationId="{06FEDB4B-D813-69BB-4702-1D36F6B846B7}"/>
          </ac:spMkLst>
        </pc:spChg>
        <pc:spChg chg="add mod">
          <ac:chgData name="MR. PRADEEPKUMAR GAJENDRA BHALE" userId="S::pradeepkumar@iitg.ac.in::23e8cbce-e55b-40c0-a5e5-37ea767cf5fa" providerId="AD" clId="Web-{605C435C-7455-EF8C-7A65-5A51F273B3C1}" dt="2023-07-23T18:07:59.557" v="172" actId="20577"/>
          <ac:spMkLst>
            <pc:docMk/>
            <pc:sldMk cId="2543571585" sldId="605"/>
            <ac:spMk id="11" creationId="{FEFA2646-B133-24B1-997E-5CF2D54E48EF}"/>
          </ac:spMkLst>
        </pc:spChg>
        <pc:spChg chg="add mod">
          <ac:chgData name="MR. PRADEEPKUMAR GAJENDRA BHALE" userId="S::pradeepkumar@iitg.ac.in::23e8cbce-e55b-40c0-a5e5-37ea767cf5fa" providerId="AD" clId="Web-{605C435C-7455-EF8C-7A65-5A51F273B3C1}" dt="2023-07-23T18:08:31.246" v="179" actId="1076"/>
          <ac:spMkLst>
            <pc:docMk/>
            <pc:sldMk cId="2543571585" sldId="605"/>
            <ac:spMk id="13" creationId="{89FF857D-5A8D-6F6D-3305-632DCC9E2DAE}"/>
          </ac:spMkLst>
        </pc:spChg>
        <pc:spChg chg="mod">
          <ac:chgData name="MR. PRADEEPKUMAR GAJENDRA BHALE" userId="S::pradeepkumar@iitg.ac.in::23e8cbce-e55b-40c0-a5e5-37ea767cf5fa" providerId="AD" clId="Web-{605C435C-7455-EF8C-7A65-5A51F273B3C1}" dt="2023-07-23T18:08:45.683" v="181" actId="1076"/>
          <ac:spMkLst>
            <pc:docMk/>
            <pc:sldMk cId="2543571585" sldId="605"/>
            <ac:spMk id="19" creationId="{EDBFD955-575D-DCA1-2D9C-ECEDDCA2BE18}"/>
          </ac:spMkLst>
        </pc:spChg>
        <pc:picChg chg="add mod">
          <ac:chgData name="MR. PRADEEPKUMAR GAJENDRA BHALE" userId="S::pradeepkumar@iitg.ac.in::23e8cbce-e55b-40c0-a5e5-37ea767cf5fa" providerId="AD" clId="Web-{605C435C-7455-EF8C-7A65-5A51F273B3C1}" dt="2023-07-23T18:08:51.605" v="182" actId="14100"/>
          <ac:picMkLst>
            <pc:docMk/>
            <pc:sldMk cId="2543571585" sldId="605"/>
            <ac:picMk id="6" creationId="{39DD412F-FEAD-6DE0-2DA3-9A4346AE924B}"/>
          </ac:picMkLst>
        </pc:picChg>
        <pc:picChg chg="del">
          <ac:chgData name="MR. PRADEEPKUMAR GAJENDRA BHALE" userId="S::pradeepkumar@iitg.ac.in::23e8cbce-e55b-40c0-a5e5-37ea767cf5fa" providerId="AD" clId="Web-{605C435C-7455-EF8C-7A65-5A51F273B3C1}" dt="2023-07-23T18:06:25.492" v="156"/>
          <ac:picMkLst>
            <pc:docMk/>
            <pc:sldMk cId="2543571585" sldId="605"/>
            <ac:picMk id="15" creationId="{5DFFBF52-CCF2-5D26-614C-6F13ACFDD8EE}"/>
          </ac:picMkLst>
        </pc:picChg>
      </pc:sldChg>
    </pc:docChg>
  </pc:docChgLst>
  <pc:docChgLst>
    <pc:chgData name="MR. PRADEEPKUMAR GAJENDRA BHALE" userId="S::pradeepkumar@iitg.ac.in::23e8cbce-e55b-40c0-a5e5-37ea767cf5fa" providerId="AD" clId="Web-{9F2C0BBA-2109-D30A-2C90-BA34A580C620}"/>
    <pc:docChg chg="delSld modSld sldOrd">
      <pc:chgData name="MR. PRADEEPKUMAR GAJENDRA BHALE" userId="S::pradeepkumar@iitg.ac.in::23e8cbce-e55b-40c0-a5e5-37ea767cf5fa" providerId="AD" clId="Web-{9F2C0BBA-2109-D30A-2C90-BA34A580C620}" dt="2023-07-23T14:38:30.808" v="402" actId="14100"/>
      <pc:docMkLst>
        <pc:docMk/>
      </pc:docMkLst>
      <pc:sldChg chg="modSp">
        <pc:chgData name="MR. PRADEEPKUMAR GAJENDRA BHALE" userId="S::pradeepkumar@iitg.ac.in::23e8cbce-e55b-40c0-a5e5-37ea767cf5fa" providerId="AD" clId="Web-{9F2C0BBA-2109-D30A-2C90-BA34A580C620}" dt="2023-07-23T13:17:59.613" v="53" actId="20577"/>
        <pc:sldMkLst>
          <pc:docMk/>
          <pc:sldMk cId="3738373041" sldId="398"/>
        </pc:sldMkLst>
        <pc:spChg chg="mod">
          <ac:chgData name="MR. PRADEEPKUMAR GAJENDRA BHALE" userId="S::pradeepkumar@iitg.ac.in::23e8cbce-e55b-40c0-a5e5-37ea767cf5fa" providerId="AD" clId="Web-{9F2C0BBA-2109-D30A-2C90-BA34A580C620}" dt="2023-07-23T13:17:59.613" v="53" actId="20577"/>
          <ac:spMkLst>
            <pc:docMk/>
            <pc:sldMk cId="3738373041" sldId="398"/>
            <ac:spMk id="14" creationId="{312C4DB2-1C72-CE7B-5F51-8EAD3FF07A93}"/>
          </ac:spMkLst>
        </pc:spChg>
      </pc:sldChg>
      <pc:sldChg chg="modSp">
        <pc:chgData name="MR. PRADEEPKUMAR GAJENDRA BHALE" userId="S::pradeepkumar@iitg.ac.in::23e8cbce-e55b-40c0-a5e5-37ea767cf5fa" providerId="AD" clId="Web-{9F2C0BBA-2109-D30A-2C90-BA34A580C620}" dt="2023-07-23T13:12:05.570" v="46" actId="20577"/>
        <pc:sldMkLst>
          <pc:docMk/>
          <pc:sldMk cId="380702359" sldId="442"/>
        </pc:sldMkLst>
        <pc:spChg chg="mod">
          <ac:chgData name="MR. PRADEEPKUMAR GAJENDRA BHALE" userId="S::pradeepkumar@iitg.ac.in::23e8cbce-e55b-40c0-a5e5-37ea767cf5fa" providerId="AD" clId="Web-{9F2C0BBA-2109-D30A-2C90-BA34A580C620}" dt="2023-07-23T13:12:05.570" v="46" actId="20577"/>
          <ac:spMkLst>
            <pc:docMk/>
            <pc:sldMk cId="380702359" sldId="442"/>
            <ac:spMk id="3" creationId="{8309A301-6FAC-9831-18E4-E4F2C31BB71B}"/>
          </ac:spMkLst>
        </pc:spChg>
      </pc:sldChg>
      <pc:sldChg chg="addSp delSp">
        <pc:chgData name="MR. PRADEEPKUMAR GAJENDRA BHALE" userId="S::pradeepkumar@iitg.ac.in::23e8cbce-e55b-40c0-a5e5-37ea767cf5fa" providerId="AD" clId="Web-{9F2C0BBA-2109-D30A-2C90-BA34A580C620}" dt="2023-07-23T13:07:12.527" v="32"/>
        <pc:sldMkLst>
          <pc:docMk/>
          <pc:sldMk cId="23956924" sldId="443"/>
        </pc:sldMkLst>
        <pc:spChg chg="add del">
          <ac:chgData name="MR. PRADEEPKUMAR GAJENDRA BHALE" userId="S::pradeepkumar@iitg.ac.in::23e8cbce-e55b-40c0-a5e5-37ea767cf5fa" providerId="AD" clId="Web-{9F2C0BBA-2109-D30A-2C90-BA34A580C620}" dt="2023-07-23T13:07:06.870" v="31"/>
          <ac:spMkLst>
            <pc:docMk/>
            <pc:sldMk cId="23956924" sldId="443"/>
            <ac:spMk id="9" creationId="{FB1359D9-D74B-6F82-D826-B298CBBD091D}"/>
          </ac:spMkLst>
        </pc:spChg>
        <pc:picChg chg="add del">
          <ac:chgData name="MR. PRADEEPKUMAR GAJENDRA BHALE" userId="S::pradeepkumar@iitg.ac.in::23e8cbce-e55b-40c0-a5e5-37ea767cf5fa" providerId="AD" clId="Web-{9F2C0BBA-2109-D30A-2C90-BA34A580C620}" dt="2023-07-23T13:07:12.527" v="32"/>
          <ac:picMkLst>
            <pc:docMk/>
            <pc:sldMk cId="23956924" sldId="443"/>
            <ac:picMk id="7" creationId="{70DF840B-6405-1B96-0978-2D76330D3BDB}"/>
          </ac:picMkLst>
        </pc:picChg>
      </pc:sldChg>
      <pc:sldChg chg="modSp">
        <pc:chgData name="MR. PRADEEPKUMAR GAJENDRA BHALE" userId="S::pradeepkumar@iitg.ac.in::23e8cbce-e55b-40c0-a5e5-37ea767cf5fa" providerId="AD" clId="Web-{9F2C0BBA-2109-D30A-2C90-BA34A580C620}" dt="2023-07-23T13:29:22.957" v="105" actId="14100"/>
        <pc:sldMkLst>
          <pc:docMk/>
          <pc:sldMk cId="3720213244" sldId="445"/>
        </pc:sldMkLst>
        <pc:spChg chg="mod">
          <ac:chgData name="MR. PRADEEPKUMAR GAJENDRA BHALE" userId="S::pradeepkumar@iitg.ac.in::23e8cbce-e55b-40c0-a5e5-37ea767cf5fa" providerId="AD" clId="Web-{9F2C0BBA-2109-D30A-2C90-BA34A580C620}" dt="2023-07-23T13:29:18.160" v="104" actId="14100"/>
          <ac:spMkLst>
            <pc:docMk/>
            <pc:sldMk cId="3720213244" sldId="445"/>
            <ac:spMk id="2" creationId="{00000000-0000-0000-0000-000000000000}"/>
          </ac:spMkLst>
        </pc:spChg>
        <pc:spChg chg="mod">
          <ac:chgData name="MR. PRADEEPKUMAR GAJENDRA BHALE" userId="S::pradeepkumar@iitg.ac.in::23e8cbce-e55b-40c0-a5e5-37ea767cf5fa" providerId="AD" clId="Web-{9F2C0BBA-2109-D30A-2C90-BA34A580C620}" dt="2023-07-23T13:28:12.518" v="73" actId="20577"/>
          <ac:spMkLst>
            <pc:docMk/>
            <pc:sldMk cId="3720213244" sldId="445"/>
            <ac:spMk id="15" creationId="{60C2F196-94A3-894B-42B9-1E4BEEC49E92}"/>
          </ac:spMkLst>
        </pc:spChg>
        <pc:spChg chg="mod">
          <ac:chgData name="MR. PRADEEPKUMAR GAJENDRA BHALE" userId="S::pradeepkumar@iitg.ac.in::23e8cbce-e55b-40c0-a5e5-37ea767cf5fa" providerId="AD" clId="Web-{9F2C0BBA-2109-D30A-2C90-BA34A580C620}" dt="2023-07-23T13:29:22.957" v="105" actId="14100"/>
          <ac:spMkLst>
            <pc:docMk/>
            <pc:sldMk cId="3720213244" sldId="445"/>
            <ac:spMk id="16" creationId="{00000000-0000-0000-0000-000000000000}"/>
          </ac:spMkLst>
        </pc:spChg>
      </pc:sldChg>
      <pc:sldChg chg="addSp modSp">
        <pc:chgData name="MR. PRADEEPKUMAR GAJENDRA BHALE" userId="S::pradeepkumar@iitg.ac.in::23e8cbce-e55b-40c0-a5e5-37ea767cf5fa" providerId="AD" clId="Web-{9F2C0BBA-2109-D30A-2C90-BA34A580C620}" dt="2023-07-23T13:42:44.941" v="171" actId="1076"/>
        <pc:sldMkLst>
          <pc:docMk/>
          <pc:sldMk cId="3522742502" sldId="450"/>
        </pc:sldMkLst>
        <pc:spChg chg="add mod">
          <ac:chgData name="MR. PRADEEPKUMAR GAJENDRA BHALE" userId="S::pradeepkumar@iitg.ac.in::23e8cbce-e55b-40c0-a5e5-37ea767cf5fa" providerId="AD" clId="Web-{9F2C0BBA-2109-D30A-2C90-BA34A580C620}" dt="2023-07-23T13:42:44.941" v="171" actId="1076"/>
          <ac:spMkLst>
            <pc:docMk/>
            <pc:sldMk cId="3522742502" sldId="450"/>
            <ac:spMk id="7" creationId="{62722070-B6EA-9244-6D04-D69EA25868D0}"/>
          </ac:spMkLst>
        </pc:spChg>
        <pc:picChg chg="mod">
          <ac:chgData name="MR. PRADEEPKUMAR GAJENDRA BHALE" userId="S::pradeepkumar@iitg.ac.in::23e8cbce-e55b-40c0-a5e5-37ea767cf5fa" providerId="AD" clId="Web-{9F2C0BBA-2109-D30A-2C90-BA34A580C620}" dt="2023-07-23T13:34:25.372" v="140" actId="1076"/>
          <ac:picMkLst>
            <pc:docMk/>
            <pc:sldMk cId="3522742502" sldId="450"/>
            <ac:picMk id="16" creationId="{C5E76C94-D676-8139-72D5-5B84B0C806FA}"/>
          </ac:picMkLst>
        </pc:picChg>
        <pc:picChg chg="mod">
          <ac:chgData name="MR. PRADEEPKUMAR GAJENDRA BHALE" userId="S::pradeepkumar@iitg.ac.in::23e8cbce-e55b-40c0-a5e5-37ea767cf5fa" providerId="AD" clId="Web-{9F2C0BBA-2109-D30A-2C90-BA34A580C620}" dt="2023-07-23T13:34:27.732" v="141" actId="1076"/>
          <ac:picMkLst>
            <pc:docMk/>
            <pc:sldMk cId="3522742502" sldId="450"/>
            <ac:picMk id="18" creationId="{30A7A73B-A803-801D-B2C4-E0CBED66C197}"/>
          </ac:picMkLst>
        </pc:picChg>
        <pc:picChg chg="mod">
          <ac:chgData name="MR. PRADEEPKUMAR GAJENDRA BHALE" userId="S::pradeepkumar@iitg.ac.in::23e8cbce-e55b-40c0-a5e5-37ea767cf5fa" providerId="AD" clId="Web-{9F2C0BBA-2109-D30A-2C90-BA34A580C620}" dt="2023-07-23T13:34:37.623" v="143" actId="1076"/>
          <ac:picMkLst>
            <pc:docMk/>
            <pc:sldMk cId="3522742502" sldId="450"/>
            <ac:picMk id="20" creationId="{675FD0EA-E167-E5EA-2781-7EA85A1257B9}"/>
          </ac:picMkLst>
        </pc:picChg>
      </pc:sldChg>
      <pc:sldChg chg="del">
        <pc:chgData name="MR. PRADEEPKUMAR GAJENDRA BHALE" userId="S::pradeepkumar@iitg.ac.in::23e8cbce-e55b-40c0-a5e5-37ea767cf5fa" providerId="AD" clId="Web-{9F2C0BBA-2109-D30A-2C90-BA34A580C620}" dt="2023-07-23T13:35:51.188" v="144"/>
        <pc:sldMkLst>
          <pc:docMk/>
          <pc:sldMk cId="36745" sldId="457"/>
        </pc:sldMkLst>
      </pc:sldChg>
      <pc:sldChg chg="modSp ord">
        <pc:chgData name="MR. PRADEEPKUMAR GAJENDRA BHALE" userId="S::pradeepkumar@iitg.ac.in::23e8cbce-e55b-40c0-a5e5-37ea767cf5fa" providerId="AD" clId="Web-{9F2C0BBA-2109-D30A-2C90-BA34A580C620}" dt="2023-07-23T14:28:01.523" v="369"/>
        <pc:sldMkLst>
          <pc:docMk/>
          <pc:sldMk cId="3409427694" sldId="487"/>
        </pc:sldMkLst>
        <pc:spChg chg="mod">
          <ac:chgData name="MR. PRADEEPKUMAR GAJENDRA BHALE" userId="S::pradeepkumar@iitg.ac.in::23e8cbce-e55b-40c0-a5e5-37ea767cf5fa" providerId="AD" clId="Web-{9F2C0BBA-2109-D30A-2C90-BA34A580C620}" dt="2023-07-23T14:19:46.758" v="367" actId="20577"/>
          <ac:spMkLst>
            <pc:docMk/>
            <pc:sldMk cId="3409427694" sldId="487"/>
            <ac:spMk id="4" creationId="{00000000-0000-0000-0000-000000000000}"/>
          </ac:spMkLst>
        </pc:spChg>
      </pc:sldChg>
      <pc:sldChg chg="modSp">
        <pc:chgData name="MR. PRADEEPKUMAR GAJENDRA BHALE" userId="S::pradeepkumar@iitg.ac.in::23e8cbce-e55b-40c0-a5e5-37ea767cf5fa" providerId="AD" clId="Web-{9F2C0BBA-2109-D30A-2C90-BA34A580C620}" dt="2023-07-23T13:31:11.789" v="132" actId="20577"/>
        <pc:sldMkLst>
          <pc:docMk/>
          <pc:sldMk cId="2884651951" sldId="535"/>
        </pc:sldMkLst>
        <pc:spChg chg="mod">
          <ac:chgData name="MR. PRADEEPKUMAR GAJENDRA BHALE" userId="S::pradeepkumar@iitg.ac.in::23e8cbce-e55b-40c0-a5e5-37ea767cf5fa" providerId="AD" clId="Web-{9F2C0BBA-2109-D30A-2C90-BA34A580C620}" dt="2023-07-23T13:31:11.789" v="132" actId="20577"/>
          <ac:spMkLst>
            <pc:docMk/>
            <pc:sldMk cId="2884651951" sldId="535"/>
            <ac:spMk id="7" creationId="{00000000-0000-0000-0000-000000000000}"/>
          </ac:spMkLst>
        </pc:spChg>
      </pc:sldChg>
      <pc:sldChg chg="addSp delSp">
        <pc:chgData name="MR. PRADEEPKUMAR GAJENDRA BHALE" userId="S::pradeepkumar@iitg.ac.in::23e8cbce-e55b-40c0-a5e5-37ea767cf5fa" providerId="AD" clId="Web-{9F2C0BBA-2109-D30A-2C90-BA34A580C620}" dt="2023-07-23T13:32:55.245" v="138"/>
        <pc:sldMkLst>
          <pc:docMk/>
          <pc:sldMk cId="1327610468" sldId="537"/>
        </pc:sldMkLst>
        <pc:spChg chg="add">
          <ac:chgData name="MR. PRADEEPKUMAR GAJENDRA BHALE" userId="S::pradeepkumar@iitg.ac.in::23e8cbce-e55b-40c0-a5e5-37ea767cf5fa" providerId="AD" clId="Web-{9F2C0BBA-2109-D30A-2C90-BA34A580C620}" dt="2023-07-23T13:32:55.214" v="136"/>
          <ac:spMkLst>
            <pc:docMk/>
            <pc:sldMk cId="1327610468" sldId="537"/>
            <ac:spMk id="11" creationId="{95A07BD4-555E-DB1F-C417-4A7FF630723E}"/>
          </ac:spMkLst>
        </pc:spChg>
        <pc:spChg chg="del">
          <ac:chgData name="MR. PRADEEPKUMAR GAJENDRA BHALE" userId="S::pradeepkumar@iitg.ac.in::23e8cbce-e55b-40c0-a5e5-37ea767cf5fa" providerId="AD" clId="Web-{9F2C0BBA-2109-D30A-2C90-BA34A580C620}" dt="2023-07-23T13:32:52.557" v="135"/>
          <ac:spMkLst>
            <pc:docMk/>
            <pc:sldMk cId="1327610468" sldId="537"/>
            <ac:spMk id="14" creationId="{00000000-0000-0000-0000-000000000000}"/>
          </ac:spMkLst>
        </pc:spChg>
        <pc:spChg chg="del">
          <ac:chgData name="MR. PRADEEPKUMAR GAJENDRA BHALE" userId="S::pradeepkumar@iitg.ac.in::23e8cbce-e55b-40c0-a5e5-37ea767cf5fa" providerId="AD" clId="Web-{9F2C0BBA-2109-D30A-2C90-BA34A580C620}" dt="2023-07-23T13:32:52.557" v="134"/>
          <ac:spMkLst>
            <pc:docMk/>
            <pc:sldMk cId="1327610468" sldId="537"/>
            <ac:spMk id="15" creationId="{60C2F196-94A3-894B-42B9-1E4BEEC49E92}"/>
          </ac:spMkLst>
        </pc:spChg>
        <pc:spChg chg="del">
          <ac:chgData name="MR. PRADEEPKUMAR GAJENDRA BHALE" userId="S::pradeepkumar@iitg.ac.in::23e8cbce-e55b-40c0-a5e5-37ea767cf5fa" providerId="AD" clId="Web-{9F2C0BBA-2109-D30A-2C90-BA34A580C620}" dt="2023-07-23T13:32:52.557" v="133"/>
          <ac:spMkLst>
            <pc:docMk/>
            <pc:sldMk cId="1327610468" sldId="537"/>
            <ac:spMk id="16" creationId="{00000000-0000-0000-0000-000000000000}"/>
          </ac:spMkLst>
        </pc:spChg>
        <pc:spChg chg="add">
          <ac:chgData name="MR. PRADEEPKUMAR GAJENDRA BHALE" userId="S::pradeepkumar@iitg.ac.in::23e8cbce-e55b-40c0-a5e5-37ea767cf5fa" providerId="AD" clId="Web-{9F2C0BBA-2109-D30A-2C90-BA34A580C620}" dt="2023-07-23T13:32:55.245" v="137"/>
          <ac:spMkLst>
            <pc:docMk/>
            <pc:sldMk cId="1327610468" sldId="537"/>
            <ac:spMk id="24" creationId="{9FBC47C8-8EE3-0CA6-EA8D-BA4ABB5FD46D}"/>
          </ac:spMkLst>
        </pc:spChg>
        <pc:spChg chg="add">
          <ac:chgData name="MR. PRADEEPKUMAR GAJENDRA BHALE" userId="S::pradeepkumar@iitg.ac.in::23e8cbce-e55b-40c0-a5e5-37ea767cf5fa" providerId="AD" clId="Web-{9F2C0BBA-2109-D30A-2C90-BA34A580C620}" dt="2023-07-23T13:32:55.245" v="138"/>
          <ac:spMkLst>
            <pc:docMk/>
            <pc:sldMk cId="1327610468" sldId="537"/>
            <ac:spMk id="26" creationId="{5C29E35D-79C9-784C-A96D-53FB99DA2EDF}"/>
          </ac:spMkLst>
        </pc:spChg>
      </pc:sldChg>
      <pc:sldChg chg="modSp">
        <pc:chgData name="MR. PRADEEPKUMAR GAJENDRA BHALE" userId="S::pradeepkumar@iitg.ac.in::23e8cbce-e55b-40c0-a5e5-37ea767cf5fa" providerId="AD" clId="Web-{9F2C0BBA-2109-D30A-2C90-BA34A580C620}" dt="2023-07-23T13:36:18.892" v="154" actId="14100"/>
        <pc:sldMkLst>
          <pc:docMk/>
          <pc:sldMk cId="2716258803" sldId="540"/>
        </pc:sldMkLst>
        <pc:spChg chg="mod">
          <ac:chgData name="MR. PRADEEPKUMAR GAJENDRA BHALE" userId="S::pradeepkumar@iitg.ac.in::23e8cbce-e55b-40c0-a5e5-37ea767cf5fa" providerId="AD" clId="Web-{9F2C0BBA-2109-D30A-2C90-BA34A580C620}" dt="2023-07-23T13:36:18.892" v="154" actId="14100"/>
          <ac:spMkLst>
            <pc:docMk/>
            <pc:sldMk cId="2716258803" sldId="540"/>
            <ac:spMk id="3" creationId="{00000000-0000-0000-0000-000000000000}"/>
          </ac:spMkLst>
        </pc:spChg>
      </pc:sldChg>
      <pc:sldChg chg="delSp modSp">
        <pc:chgData name="MR. PRADEEPKUMAR GAJENDRA BHALE" userId="S::pradeepkumar@iitg.ac.in::23e8cbce-e55b-40c0-a5e5-37ea767cf5fa" providerId="AD" clId="Web-{9F2C0BBA-2109-D30A-2C90-BA34A580C620}" dt="2023-07-23T13:39:48.309" v="168" actId="1076"/>
        <pc:sldMkLst>
          <pc:docMk/>
          <pc:sldMk cId="2929505741" sldId="542"/>
        </pc:sldMkLst>
        <pc:spChg chg="mod">
          <ac:chgData name="MR. PRADEEPKUMAR GAJENDRA BHALE" userId="S::pradeepkumar@iitg.ac.in::23e8cbce-e55b-40c0-a5e5-37ea767cf5fa" providerId="AD" clId="Web-{9F2C0BBA-2109-D30A-2C90-BA34A580C620}" dt="2023-07-23T13:38:22.947" v="158" actId="1076"/>
          <ac:spMkLst>
            <pc:docMk/>
            <pc:sldMk cId="2929505741" sldId="542"/>
            <ac:spMk id="7" creationId="{B8383038-A15A-87E5-CA7A-4BBD531BC7EF}"/>
          </ac:spMkLst>
        </pc:spChg>
        <pc:picChg chg="del">
          <ac:chgData name="MR. PRADEEPKUMAR GAJENDRA BHALE" userId="S::pradeepkumar@iitg.ac.in::23e8cbce-e55b-40c0-a5e5-37ea767cf5fa" providerId="AD" clId="Web-{9F2C0BBA-2109-D30A-2C90-BA34A580C620}" dt="2023-07-23T13:38:10.197" v="155"/>
          <ac:picMkLst>
            <pc:docMk/>
            <pc:sldMk cId="2929505741" sldId="542"/>
            <ac:picMk id="2" creationId="{1D15F48E-8132-5297-0769-B0EA8CF48CC0}"/>
          </ac:picMkLst>
        </pc:picChg>
        <pc:picChg chg="mod">
          <ac:chgData name="MR. PRADEEPKUMAR GAJENDRA BHALE" userId="S::pradeepkumar@iitg.ac.in::23e8cbce-e55b-40c0-a5e5-37ea767cf5fa" providerId="AD" clId="Web-{9F2C0BBA-2109-D30A-2C90-BA34A580C620}" dt="2023-07-23T13:39:48.309" v="168" actId="1076"/>
          <ac:picMkLst>
            <pc:docMk/>
            <pc:sldMk cId="2929505741" sldId="542"/>
            <ac:picMk id="9" creationId="{B81B06FC-CF0B-C529-8715-56C3122943E5}"/>
          </ac:picMkLst>
        </pc:picChg>
      </pc:sldChg>
      <pc:sldChg chg="modSp">
        <pc:chgData name="MR. PRADEEPKUMAR GAJENDRA BHALE" userId="S::pradeepkumar@iitg.ac.in::23e8cbce-e55b-40c0-a5e5-37ea767cf5fa" providerId="AD" clId="Web-{9F2C0BBA-2109-D30A-2C90-BA34A580C620}" dt="2023-07-23T13:39:45.497" v="167" actId="20577"/>
        <pc:sldMkLst>
          <pc:docMk/>
          <pc:sldMk cId="3735401641" sldId="543"/>
        </pc:sldMkLst>
        <pc:spChg chg="mod">
          <ac:chgData name="MR. PRADEEPKUMAR GAJENDRA BHALE" userId="S::pradeepkumar@iitg.ac.in::23e8cbce-e55b-40c0-a5e5-37ea767cf5fa" providerId="AD" clId="Web-{9F2C0BBA-2109-D30A-2C90-BA34A580C620}" dt="2023-07-23T13:39:45.497" v="167" actId="20577"/>
          <ac:spMkLst>
            <pc:docMk/>
            <pc:sldMk cId="3735401641" sldId="543"/>
            <ac:spMk id="12" creationId="{2789B144-6BA7-A809-3FA9-DF7AC5455CFC}"/>
          </ac:spMkLst>
        </pc:spChg>
      </pc:sldChg>
      <pc:sldChg chg="modSp">
        <pc:chgData name="MR. PRADEEPKUMAR GAJENDRA BHALE" userId="S::pradeepkumar@iitg.ac.in::23e8cbce-e55b-40c0-a5e5-37ea767cf5fa" providerId="AD" clId="Web-{9F2C0BBA-2109-D30A-2C90-BA34A580C620}" dt="2023-07-23T13:43:15.239" v="175" actId="1076"/>
        <pc:sldMkLst>
          <pc:docMk/>
          <pc:sldMk cId="3949768065" sldId="552"/>
        </pc:sldMkLst>
        <pc:spChg chg="mod">
          <ac:chgData name="MR. PRADEEPKUMAR GAJENDRA BHALE" userId="S::pradeepkumar@iitg.ac.in::23e8cbce-e55b-40c0-a5e5-37ea767cf5fa" providerId="AD" clId="Web-{9F2C0BBA-2109-D30A-2C90-BA34A580C620}" dt="2023-07-23T13:43:12.083" v="174" actId="14100"/>
          <ac:spMkLst>
            <pc:docMk/>
            <pc:sldMk cId="3949768065" sldId="552"/>
            <ac:spMk id="5" creationId="{EAA6B732-B088-A93C-DBB1-A9846711A61B}"/>
          </ac:spMkLst>
        </pc:spChg>
        <pc:picChg chg="mod">
          <ac:chgData name="MR. PRADEEPKUMAR GAJENDRA BHALE" userId="S::pradeepkumar@iitg.ac.in::23e8cbce-e55b-40c0-a5e5-37ea767cf5fa" providerId="AD" clId="Web-{9F2C0BBA-2109-D30A-2C90-BA34A580C620}" dt="2023-07-23T13:43:15.239" v="175" actId="1076"/>
          <ac:picMkLst>
            <pc:docMk/>
            <pc:sldMk cId="3949768065" sldId="552"/>
            <ac:picMk id="8" creationId="{274445F3-CC85-B783-00D4-2E350D705946}"/>
          </ac:picMkLst>
        </pc:picChg>
        <pc:picChg chg="mod">
          <ac:chgData name="MR. PRADEEPKUMAR GAJENDRA BHALE" userId="S::pradeepkumar@iitg.ac.in::23e8cbce-e55b-40c0-a5e5-37ea767cf5fa" providerId="AD" clId="Web-{9F2C0BBA-2109-D30A-2C90-BA34A580C620}" dt="2023-07-23T13:43:08.426" v="173" actId="1076"/>
          <ac:picMkLst>
            <pc:docMk/>
            <pc:sldMk cId="3949768065" sldId="552"/>
            <ac:picMk id="12" creationId="{E7D469A1-837B-E9F9-F11D-9B05A60AC075}"/>
          </ac:picMkLst>
        </pc:picChg>
      </pc:sldChg>
      <pc:sldChg chg="delSp modSp del">
        <pc:chgData name="MR. PRADEEPKUMAR GAJENDRA BHALE" userId="S::pradeepkumar@iitg.ac.in::23e8cbce-e55b-40c0-a5e5-37ea767cf5fa" providerId="AD" clId="Web-{9F2C0BBA-2109-D30A-2C90-BA34A580C620}" dt="2023-07-23T13:44:37.913" v="179"/>
        <pc:sldMkLst>
          <pc:docMk/>
          <pc:sldMk cId="2410001871" sldId="553"/>
        </pc:sldMkLst>
        <pc:spChg chg="del mod">
          <ac:chgData name="MR. PRADEEPKUMAR GAJENDRA BHALE" userId="S::pradeepkumar@iitg.ac.in::23e8cbce-e55b-40c0-a5e5-37ea767cf5fa" providerId="AD" clId="Web-{9F2C0BBA-2109-D30A-2C90-BA34A580C620}" dt="2023-07-23T13:44:03.631" v="178"/>
          <ac:spMkLst>
            <pc:docMk/>
            <pc:sldMk cId="2410001871" sldId="553"/>
            <ac:spMk id="9" creationId="{2789B144-6BA7-A809-3FA9-DF7AC5455CFC}"/>
          </ac:spMkLst>
        </pc:spChg>
      </pc:sldChg>
      <pc:sldChg chg="addSp delSp modSp delAnim">
        <pc:chgData name="MR. PRADEEPKUMAR GAJENDRA BHALE" userId="S::pradeepkumar@iitg.ac.in::23e8cbce-e55b-40c0-a5e5-37ea767cf5fa" providerId="AD" clId="Web-{9F2C0BBA-2109-D30A-2C90-BA34A580C620}" dt="2023-07-23T13:46:16.635" v="201" actId="14100"/>
        <pc:sldMkLst>
          <pc:docMk/>
          <pc:sldMk cId="3997849794" sldId="555"/>
        </pc:sldMkLst>
        <pc:spChg chg="add del">
          <ac:chgData name="MR. PRADEEPKUMAR GAJENDRA BHALE" userId="S::pradeepkumar@iitg.ac.in::23e8cbce-e55b-40c0-a5e5-37ea767cf5fa" providerId="AD" clId="Web-{9F2C0BBA-2109-D30A-2C90-BA34A580C620}" dt="2023-07-23T13:45:45.275" v="182"/>
          <ac:spMkLst>
            <pc:docMk/>
            <pc:sldMk cId="3997849794" sldId="555"/>
            <ac:spMk id="2" creationId="{E273884E-2DAF-98B9-EADB-71911DC40C2A}"/>
          </ac:spMkLst>
        </pc:spChg>
        <pc:spChg chg="del">
          <ac:chgData name="MR. PRADEEPKUMAR GAJENDRA BHALE" userId="S::pradeepkumar@iitg.ac.in::23e8cbce-e55b-40c0-a5e5-37ea767cf5fa" providerId="AD" clId="Web-{9F2C0BBA-2109-D30A-2C90-BA34A580C620}" dt="2023-07-23T13:45:50.869" v="199"/>
          <ac:spMkLst>
            <pc:docMk/>
            <pc:sldMk cId="3997849794" sldId="555"/>
            <ac:spMk id="3" creationId="{4315F336-82F7-0106-E137-EBFE29D5505A}"/>
          </ac:spMkLst>
        </pc:spChg>
        <pc:spChg chg="del">
          <ac:chgData name="MR. PRADEEPKUMAR GAJENDRA BHALE" userId="S::pradeepkumar@iitg.ac.in::23e8cbce-e55b-40c0-a5e5-37ea767cf5fa" providerId="AD" clId="Web-{9F2C0BBA-2109-D30A-2C90-BA34A580C620}" dt="2023-07-23T13:45:50.869" v="198"/>
          <ac:spMkLst>
            <pc:docMk/>
            <pc:sldMk cId="3997849794" sldId="555"/>
            <ac:spMk id="10" creationId="{2FE4AE10-82F0-77C8-2D54-9E9A355E93F7}"/>
          </ac:spMkLst>
        </pc:spChg>
        <pc:spChg chg="del">
          <ac:chgData name="MR. PRADEEPKUMAR GAJENDRA BHALE" userId="S::pradeepkumar@iitg.ac.in::23e8cbce-e55b-40c0-a5e5-37ea767cf5fa" providerId="AD" clId="Web-{9F2C0BBA-2109-D30A-2C90-BA34A580C620}" dt="2023-07-23T13:45:50.869" v="197"/>
          <ac:spMkLst>
            <pc:docMk/>
            <pc:sldMk cId="3997849794" sldId="555"/>
            <ac:spMk id="13" creationId="{B84B95D8-A5B4-0BA0-F1DB-896B8336E4A7}"/>
          </ac:spMkLst>
        </pc:spChg>
        <pc:spChg chg="del">
          <ac:chgData name="MR. PRADEEPKUMAR GAJENDRA BHALE" userId="S::pradeepkumar@iitg.ac.in::23e8cbce-e55b-40c0-a5e5-37ea767cf5fa" providerId="AD" clId="Web-{9F2C0BBA-2109-D30A-2C90-BA34A580C620}" dt="2023-07-23T13:45:50.869" v="196"/>
          <ac:spMkLst>
            <pc:docMk/>
            <pc:sldMk cId="3997849794" sldId="555"/>
            <ac:spMk id="15" creationId="{6F64B26A-FD76-D767-EA14-8A5961A4B67D}"/>
          </ac:spMkLst>
        </pc:spChg>
        <pc:spChg chg="del">
          <ac:chgData name="MR. PRADEEPKUMAR GAJENDRA BHALE" userId="S::pradeepkumar@iitg.ac.in::23e8cbce-e55b-40c0-a5e5-37ea767cf5fa" providerId="AD" clId="Web-{9F2C0BBA-2109-D30A-2C90-BA34A580C620}" dt="2023-07-23T13:45:50.869" v="195"/>
          <ac:spMkLst>
            <pc:docMk/>
            <pc:sldMk cId="3997849794" sldId="555"/>
            <ac:spMk id="17" creationId="{6D17EB89-2CEA-D41E-C5F5-EA1A3DC1B220}"/>
          </ac:spMkLst>
        </pc:spChg>
        <pc:spChg chg="del">
          <ac:chgData name="MR. PRADEEPKUMAR GAJENDRA BHALE" userId="S::pradeepkumar@iitg.ac.in::23e8cbce-e55b-40c0-a5e5-37ea767cf5fa" providerId="AD" clId="Web-{9F2C0BBA-2109-D30A-2C90-BA34A580C620}" dt="2023-07-23T13:45:50.869" v="194"/>
          <ac:spMkLst>
            <pc:docMk/>
            <pc:sldMk cId="3997849794" sldId="555"/>
            <ac:spMk id="19" creationId="{7B6D549B-7375-86DC-1466-5CB65FF78E3C}"/>
          </ac:spMkLst>
        </pc:spChg>
        <pc:spChg chg="del">
          <ac:chgData name="MR. PRADEEPKUMAR GAJENDRA BHALE" userId="S::pradeepkumar@iitg.ac.in::23e8cbce-e55b-40c0-a5e5-37ea767cf5fa" providerId="AD" clId="Web-{9F2C0BBA-2109-D30A-2C90-BA34A580C620}" dt="2023-07-23T13:45:50.869" v="193"/>
          <ac:spMkLst>
            <pc:docMk/>
            <pc:sldMk cId="3997849794" sldId="555"/>
            <ac:spMk id="21" creationId="{6D25CC52-BAB4-387D-7350-4838AFD90A16}"/>
          </ac:spMkLst>
        </pc:spChg>
        <pc:spChg chg="del">
          <ac:chgData name="MR. PRADEEPKUMAR GAJENDRA BHALE" userId="S::pradeepkumar@iitg.ac.in::23e8cbce-e55b-40c0-a5e5-37ea767cf5fa" providerId="AD" clId="Web-{9F2C0BBA-2109-D30A-2C90-BA34A580C620}" dt="2023-07-23T13:45:50.869" v="186"/>
          <ac:spMkLst>
            <pc:docMk/>
            <pc:sldMk cId="3997849794" sldId="555"/>
            <ac:spMk id="36" creationId="{7439297F-3075-8C89-D9E6-4222CC70D6C7}"/>
          </ac:spMkLst>
        </pc:spChg>
        <pc:spChg chg="del">
          <ac:chgData name="MR. PRADEEPKUMAR GAJENDRA BHALE" userId="S::pradeepkumar@iitg.ac.in::23e8cbce-e55b-40c0-a5e5-37ea767cf5fa" providerId="AD" clId="Web-{9F2C0BBA-2109-D30A-2C90-BA34A580C620}" dt="2023-07-23T13:45:41.337" v="181"/>
          <ac:spMkLst>
            <pc:docMk/>
            <pc:sldMk cId="3997849794" sldId="555"/>
            <ac:spMk id="40" creationId="{F84BF59C-3E88-850D-7B25-F2006ACA2678}"/>
          </ac:spMkLst>
        </pc:spChg>
        <pc:spChg chg="del">
          <ac:chgData name="MR. PRADEEPKUMAR GAJENDRA BHALE" userId="S::pradeepkumar@iitg.ac.in::23e8cbce-e55b-40c0-a5e5-37ea767cf5fa" providerId="AD" clId="Web-{9F2C0BBA-2109-D30A-2C90-BA34A580C620}" dt="2023-07-23T13:45:50.869" v="185"/>
          <ac:spMkLst>
            <pc:docMk/>
            <pc:sldMk cId="3997849794" sldId="555"/>
            <ac:spMk id="42" creationId="{1003A1DD-A019-14FE-34B5-27A82BD951C8}"/>
          </ac:spMkLst>
        </pc:spChg>
        <pc:spChg chg="del">
          <ac:chgData name="MR. PRADEEPKUMAR GAJENDRA BHALE" userId="S::pradeepkumar@iitg.ac.in::23e8cbce-e55b-40c0-a5e5-37ea767cf5fa" providerId="AD" clId="Web-{9F2C0BBA-2109-D30A-2C90-BA34A580C620}" dt="2023-07-23T13:45:50.869" v="184"/>
          <ac:spMkLst>
            <pc:docMk/>
            <pc:sldMk cId="3997849794" sldId="555"/>
            <ac:spMk id="44" creationId="{D677B651-A14B-A6B6-08D6-E0168D1D14E8}"/>
          </ac:spMkLst>
        </pc:spChg>
        <pc:spChg chg="del">
          <ac:chgData name="MR. PRADEEPKUMAR GAJENDRA BHALE" userId="S::pradeepkumar@iitg.ac.in::23e8cbce-e55b-40c0-a5e5-37ea767cf5fa" providerId="AD" clId="Web-{9F2C0BBA-2109-D30A-2C90-BA34A580C620}" dt="2023-07-23T13:45:50.853" v="183"/>
          <ac:spMkLst>
            <pc:docMk/>
            <pc:sldMk cId="3997849794" sldId="555"/>
            <ac:spMk id="46" creationId="{704DBD9F-B94A-5A29-B62E-CE323CEFC007}"/>
          </ac:spMkLst>
        </pc:spChg>
        <pc:spChg chg="mod">
          <ac:chgData name="MR. PRADEEPKUMAR GAJENDRA BHALE" userId="S::pradeepkumar@iitg.ac.in::23e8cbce-e55b-40c0-a5e5-37ea767cf5fa" providerId="AD" clId="Web-{9F2C0BBA-2109-D30A-2C90-BA34A580C620}" dt="2023-07-23T13:46:16.635" v="201" actId="14100"/>
          <ac:spMkLst>
            <pc:docMk/>
            <pc:sldMk cId="3997849794" sldId="555"/>
            <ac:spMk id="49" creationId="{0CA6AC7B-C436-F748-3090-C043ED95B876}"/>
          </ac:spMkLst>
        </pc:spChg>
        <pc:cxnChg chg="del">
          <ac:chgData name="MR. PRADEEPKUMAR GAJENDRA BHALE" userId="S::pradeepkumar@iitg.ac.in::23e8cbce-e55b-40c0-a5e5-37ea767cf5fa" providerId="AD" clId="Web-{9F2C0BBA-2109-D30A-2C90-BA34A580C620}" dt="2023-07-23T13:45:50.869" v="192"/>
          <ac:cxnSpMkLst>
            <pc:docMk/>
            <pc:sldMk cId="3997849794" sldId="555"/>
            <ac:cxnSpMk id="23" creationId="{434A53AB-E33E-169B-3C54-9FAB59A93237}"/>
          </ac:cxnSpMkLst>
        </pc:cxnChg>
        <pc:cxnChg chg="del">
          <ac:chgData name="MR. PRADEEPKUMAR GAJENDRA BHALE" userId="S::pradeepkumar@iitg.ac.in::23e8cbce-e55b-40c0-a5e5-37ea767cf5fa" providerId="AD" clId="Web-{9F2C0BBA-2109-D30A-2C90-BA34A580C620}" dt="2023-07-23T13:45:50.869" v="191"/>
          <ac:cxnSpMkLst>
            <pc:docMk/>
            <pc:sldMk cId="3997849794" sldId="555"/>
            <ac:cxnSpMk id="25" creationId="{73BC3D38-87D6-A056-04DC-3112C15C078F}"/>
          </ac:cxnSpMkLst>
        </pc:cxnChg>
        <pc:cxnChg chg="del">
          <ac:chgData name="MR. PRADEEPKUMAR GAJENDRA BHALE" userId="S::pradeepkumar@iitg.ac.in::23e8cbce-e55b-40c0-a5e5-37ea767cf5fa" providerId="AD" clId="Web-{9F2C0BBA-2109-D30A-2C90-BA34A580C620}" dt="2023-07-23T13:45:50.869" v="190"/>
          <ac:cxnSpMkLst>
            <pc:docMk/>
            <pc:sldMk cId="3997849794" sldId="555"/>
            <ac:cxnSpMk id="28" creationId="{11F79266-8BDA-8B47-7013-4890D8312039}"/>
          </ac:cxnSpMkLst>
        </pc:cxnChg>
        <pc:cxnChg chg="del">
          <ac:chgData name="MR. PRADEEPKUMAR GAJENDRA BHALE" userId="S::pradeepkumar@iitg.ac.in::23e8cbce-e55b-40c0-a5e5-37ea767cf5fa" providerId="AD" clId="Web-{9F2C0BBA-2109-D30A-2C90-BA34A580C620}" dt="2023-07-23T13:45:50.869" v="189"/>
          <ac:cxnSpMkLst>
            <pc:docMk/>
            <pc:sldMk cId="3997849794" sldId="555"/>
            <ac:cxnSpMk id="30" creationId="{B3A952BC-AFA4-DB7A-1934-7B071DB9C106}"/>
          </ac:cxnSpMkLst>
        </pc:cxnChg>
        <pc:cxnChg chg="del">
          <ac:chgData name="MR. PRADEEPKUMAR GAJENDRA BHALE" userId="S::pradeepkumar@iitg.ac.in::23e8cbce-e55b-40c0-a5e5-37ea767cf5fa" providerId="AD" clId="Web-{9F2C0BBA-2109-D30A-2C90-BA34A580C620}" dt="2023-07-23T13:45:50.869" v="188"/>
          <ac:cxnSpMkLst>
            <pc:docMk/>
            <pc:sldMk cId="3997849794" sldId="555"/>
            <ac:cxnSpMk id="32" creationId="{34449A48-4450-1504-ED37-E02F2EC5D580}"/>
          </ac:cxnSpMkLst>
        </pc:cxnChg>
        <pc:cxnChg chg="del">
          <ac:chgData name="MR. PRADEEPKUMAR GAJENDRA BHALE" userId="S::pradeepkumar@iitg.ac.in::23e8cbce-e55b-40c0-a5e5-37ea767cf5fa" providerId="AD" clId="Web-{9F2C0BBA-2109-D30A-2C90-BA34A580C620}" dt="2023-07-23T13:45:50.869" v="187"/>
          <ac:cxnSpMkLst>
            <pc:docMk/>
            <pc:sldMk cId="3997849794" sldId="555"/>
            <ac:cxnSpMk id="34" creationId="{EAEC2604-7B3E-48EA-449C-8CCAF51E05AA}"/>
          </ac:cxnSpMkLst>
        </pc:cxnChg>
      </pc:sldChg>
      <pc:sldChg chg="addSp delSp modSp">
        <pc:chgData name="MR. PRADEEPKUMAR GAJENDRA BHALE" userId="S::pradeepkumar@iitg.ac.in::23e8cbce-e55b-40c0-a5e5-37ea767cf5fa" providerId="AD" clId="Web-{9F2C0BBA-2109-D30A-2C90-BA34A580C620}" dt="2023-07-23T14:01:32.928" v="237" actId="20577"/>
        <pc:sldMkLst>
          <pc:docMk/>
          <pc:sldMk cId="590928813" sldId="556"/>
        </pc:sldMkLst>
        <pc:spChg chg="add del">
          <ac:chgData name="MR. PRADEEPKUMAR GAJENDRA BHALE" userId="S::pradeepkumar@iitg.ac.in::23e8cbce-e55b-40c0-a5e5-37ea767cf5fa" providerId="AD" clId="Web-{9F2C0BBA-2109-D30A-2C90-BA34A580C620}" dt="2023-07-23T13:56:51.998" v="205"/>
          <ac:spMkLst>
            <pc:docMk/>
            <pc:sldMk cId="590928813" sldId="556"/>
            <ac:spMk id="3" creationId="{9AA3B472-5075-915A-3519-852B6FF915B1}"/>
          </ac:spMkLst>
        </pc:spChg>
        <pc:spChg chg="add del mod">
          <ac:chgData name="MR. PRADEEPKUMAR GAJENDRA BHALE" userId="S::pradeepkumar@iitg.ac.in::23e8cbce-e55b-40c0-a5e5-37ea767cf5fa" providerId="AD" clId="Web-{9F2C0BBA-2109-D30A-2C90-BA34A580C620}" dt="2023-07-23T14:01:32.928" v="237" actId="20577"/>
          <ac:spMkLst>
            <pc:docMk/>
            <pc:sldMk cId="590928813" sldId="556"/>
            <ac:spMk id="7" creationId="{B0ACA74E-EB10-A5AF-501C-E9DAE415A678}"/>
          </ac:spMkLst>
        </pc:spChg>
        <pc:spChg chg="add mod">
          <ac:chgData name="MR. PRADEEPKUMAR GAJENDRA BHALE" userId="S::pradeepkumar@iitg.ac.in::23e8cbce-e55b-40c0-a5e5-37ea767cf5fa" providerId="AD" clId="Web-{9F2C0BBA-2109-D30A-2C90-BA34A580C620}" dt="2023-07-23T14:00:47.458" v="229" actId="20577"/>
          <ac:spMkLst>
            <pc:docMk/>
            <pc:sldMk cId="590928813" sldId="556"/>
            <ac:spMk id="8" creationId="{C330D42F-D32B-6FEF-CB56-8C0F83CDC1B3}"/>
          </ac:spMkLst>
        </pc:spChg>
        <pc:spChg chg="mod">
          <ac:chgData name="MR. PRADEEPKUMAR GAJENDRA BHALE" userId="S::pradeepkumar@iitg.ac.in::23e8cbce-e55b-40c0-a5e5-37ea767cf5fa" providerId="AD" clId="Web-{9F2C0BBA-2109-D30A-2C90-BA34A580C620}" dt="2023-07-23T13:59:54.613" v="222" actId="14100"/>
          <ac:spMkLst>
            <pc:docMk/>
            <pc:sldMk cId="590928813" sldId="556"/>
            <ac:spMk id="29" creationId="{470FD0F7-0ED7-5F56-F7F9-E2FF387E24E0}"/>
          </ac:spMkLst>
        </pc:spChg>
        <pc:spChg chg="mod">
          <ac:chgData name="MR. PRADEEPKUMAR GAJENDRA BHALE" userId="S::pradeepkumar@iitg.ac.in::23e8cbce-e55b-40c0-a5e5-37ea767cf5fa" providerId="AD" clId="Web-{9F2C0BBA-2109-D30A-2C90-BA34A580C620}" dt="2023-07-23T13:59:27.706" v="215" actId="1076"/>
          <ac:spMkLst>
            <pc:docMk/>
            <pc:sldMk cId="590928813" sldId="556"/>
            <ac:spMk id="37" creationId="{5A9881C8-D54E-D80F-7273-2A80091B23DD}"/>
          </ac:spMkLst>
        </pc:spChg>
        <pc:spChg chg="mod">
          <ac:chgData name="MR. PRADEEPKUMAR GAJENDRA BHALE" userId="S::pradeepkumar@iitg.ac.in::23e8cbce-e55b-40c0-a5e5-37ea767cf5fa" providerId="AD" clId="Web-{9F2C0BBA-2109-D30A-2C90-BA34A580C620}" dt="2023-07-23T13:59:31.190" v="217" actId="1076"/>
          <ac:spMkLst>
            <pc:docMk/>
            <pc:sldMk cId="590928813" sldId="556"/>
            <ac:spMk id="45" creationId="{55C5D315-9756-3CE7-25FB-96F229CD307E}"/>
          </ac:spMkLst>
        </pc:spChg>
        <pc:picChg chg="mod">
          <ac:chgData name="MR. PRADEEPKUMAR GAJENDRA BHALE" userId="S::pradeepkumar@iitg.ac.in::23e8cbce-e55b-40c0-a5e5-37ea767cf5fa" providerId="AD" clId="Web-{9F2C0BBA-2109-D30A-2C90-BA34A580C620}" dt="2023-07-23T13:59:47.831" v="220" actId="1076"/>
          <ac:picMkLst>
            <pc:docMk/>
            <pc:sldMk cId="590928813" sldId="556"/>
            <ac:picMk id="24" creationId="{43A210DB-69EA-D9C3-4FD3-9FA396FAC3A2}"/>
          </ac:picMkLst>
        </pc:picChg>
        <pc:picChg chg="mod">
          <ac:chgData name="MR. PRADEEPKUMAR GAJENDRA BHALE" userId="S::pradeepkumar@iitg.ac.in::23e8cbce-e55b-40c0-a5e5-37ea767cf5fa" providerId="AD" clId="Web-{9F2C0BBA-2109-D30A-2C90-BA34A580C620}" dt="2023-07-23T13:59:27.690" v="214" actId="1076"/>
          <ac:picMkLst>
            <pc:docMk/>
            <pc:sldMk cId="590928813" sldId="556"/>
            <ac:picMk id="33" creationId="{FF81FD18-D38B-70B8-6C47-6E96C9338B6E}"/>
          </ac:picMkLst>
        </pc:picChg>
        <pc:picChg chg="mod">
          <ac:chgData name="MR. PRADEEPKUMAR GAJENDRA BHALE" userId="S::pradeepkumar@iitg.ac.in::23e8cbce-e55b-40c0-a5e5-37ea767cf5fa" providerId="AD" clId="Web-{9F2C0BBA-2109-D30A-2C90-BA34A580C620}" dt="2023-07-23T13:59:27.721" v="216" actId="1076"/>
          <ac:picMkLst>
            <pc:docMk/>
            <pc:sldMk cId="590928813" sldId="556"/>
            <ac:picMk id="41" creationId="{0FB16370-8098-6ECF-55A5-D07182028F98}"/>
          </ac:picMkLst>
        </pc:picChg>
      </pc:sldChg>
      <pc:sldChg chg="delSp ord">
        <pc:chgData name="MR. PRADEEPKUMAR GAJENDRA BHALE" userId="S::pradeepkumar@iitg.ac.in::23e8cbce-e55b-40c0-a5e5-37ea767cf5fa" providerId="AD" clId="Web-{9F2C0BBA-2109-D30A-2C90-BA34A580C620}" dt="2023-07-23T14:28:47.884" v="372"/>
        <pc:sldMkLst>
          <pc:docMk/>
          <pc:sldMk cId="1842978833" sldId="557"/>
        </pc:sldMkLst>
        <pc:picChg chg="del">
          <ac:chgData name="MR. PRADEEPKUMAR GAJENDRA BHALE" userId="S::pradeepkumar@iitg.ac.in::23e8cbce-e55b-40c0-a5e5-37ea767cf5fa" providerId="AD" clId="Web-{9F2C0BBA-2109-D30A-2C90-BA34A580C620}" dt="2023-07-23T13:54:28.462" v="202"/>
          <ac:picMkLst>
            <pc:docMk/>
            <pc:sldMk cId="1842978833" sldId="557"/>
            <ac:picMk id="21" creationId="{EA264F50-9A77-B417-1FF0-ADC10F6AA2F5}"/>
          </ac:picMkLst>
        </pc:picChg>
      </pc:sldChg>
      <pc:sldChg chg="modSp">
        <pc:chgData name="MR. PRADEEPKUMAR GAJENDRA BHALE" userId="S::pradeepkumar@iitg.ac.in::23e8cbce-e55b-40c0-a5e5-37ea767cf5fa" providerId="AD" clId="Web-{9F2C0BBA-2109-D30A-2C90-BA34A580C620}" dt="2023-07-23T14:10:50.836" v="253" actId="1076"/>
        <pc:sldMkLst>
          <pc:docMk/>
          <pc:sldMk cId="3149238665" sldId="567"/>
        </pc:sldMkLst>
        <pc:spChg chg="mod">
          <ac:chgData name="MR. PRADEEPKUMAR GAJENDRA BHALE" userId="S::pradeepkumar@iitg.ac.in::23e8cbce-e55b-40c0-a5e5-37ea767cf5fa" providerId="AD" clId="Web-{9F2C0BBA-2109-D30A-2C90-BA34A580C620}" dt="2023-07-23T14:10:50.836" v="253" actId="1076"/>
          <ac:spMkLst>
            <pc:docMk/>
            <pc:sldMk cId="3149238665" sldId="567"/>
            <ac:spMk id="7" creationId="{43AB7AC8-E014-CECD-DBD0-853D7AA55F54}"/>
          </ac:spMkLst>
        </pc:spChg>
        <pc:spChg chg="mod">
          <ac:chgData name="MR. PRADEEPKUMAR GAJENDRA BHALE" userId="S::pradeepkumar@iitg.ac.in::23e8cbce-e55b-40c0-a5e5-37ea767cf5fa" providerId="AD" clId="Web-{9F2C0BBA-2109-D30A-2C90-BA34A580C620}" dt="2023-07-23T14:10:48.258" v="252" actId="1076"/>
          <ac:spMkLst>
            <pc:docMk/>
            <pc:sldMk cId="3149238665" sldId="567"/>
            <ac:spMk id="18" creationId="{D25DDC7D-BA38-9B42-518E-E9C400C71CE8}"/>
          </ac:spMkLst>
        </pc:spChg>
      </pc:sldChg>
      <pc:sldChg chg="modSp">
        <pc:chgData name="MR. PRADEEPKUMAR GAJENDRA BHALE" userId="S::pradeepkumar@iitg.ac.in::23e8cbce-e55b-40c0-a5e5-37ea767cf5fa" providerId="AD" clId="Web-{9F2C0BBA-2109-D30A-2C90-BA34A580C620}" dt="2023-07-23T14:13:17.512" v="290" actId="1076"/>
        <pc:sldMkLst>
          <pc:docMk/>
          <pc:sldMk cId="1875744825" sldId="569"/>
        </pc:sldMkLst>
        <pc:spChg chg="mod">
          <ac:chgData name="MR. PRADEEPKUMAR GAJENDRA BHALE" userId="S::pradeepkumar@iitg.ac.in::23e8cbce-e55b-40c0-a5e5-37ea767cf5fa" providerId="AD" clId="Web-{9F2C0BBA-2109-D30A-2C90-BA34A580C620}" dt="2023-07-23T14:13:12.184" v="289" actId="14100"/>
          <ac:spMkLst>
            <pc:docMk/>
            <pc:sldMk cId="1875744825" sldId="569"/>
            <ac:spMk id="9" creationId="{68F5778B-2BE2-59E4-2AE9-53DFD740BD8B}"/>
          </ac:spMkLst>
        </pc:spChg>
        <pc:spChg chg="mod">
          <ac:chgData name="MR. PRADEEPKUMAR GAJENDRA BHALE" userId="S::pradeepkumar@iitg.ac.in::23e8cbce-e55b-40c0-a5e5-37ea767cf5fa" providerId="AD" clId="Web-{9F2C0BBA-2109-D30A-2C90-BA34A580C620}" dt="2023-07-23T14:12:03.869" v="274" actId="20577"/>
          <ac:spMkLst>
            <pc:docMk/>
            <pc:sldMk cId="1875744825" sldId="569"/>
            <ac:spMk id="15" creationId="{9C0B9FB0-0FAE-CF46-CB9D-0E75AF538550}"/>
          </ac:spMkLst>
        </pc:spChg>
        <pc:spChg chg="mod">
          <ac:chgData name="MR. PRADEEPKUMAR GAJENDRA BHALE" userId="S::pradeepkumar@iitg.ac.in::23e8cbce-e55b-40c0-a5e5-37ea767cf5fa" providerId="AD" clId="Web-{9F2C0BBA-2109-D30A-2C90-BA34A580C620}" dt="2023-07-23T14:11:45.806" v="271" actId="1076"/>
          <ac:spMkLst>
            <pc:docMk/>
            <pc:sldMk cId="1875744825" sldId="569"/>
            <ac:spMk id="16" creationId="{1F428DD2-6FC1-1D12-04AD-345B6ECC1D61}"/>
          </ac:spMkLst>
        </pc:spChg>
        <pc:picChg chg="mod">
          <ac:chgData name="MR. PRADEEPKUMAR GAJENDRA BHALE" userId="S::pradeepkumar@iitg.ac.in::23e8cbce-e55b-40c0-a5e5-37ea767cf5fa" providerId="AD" clId="Web-{9F2C0BBA-2109-D30A-2C90-BA34A580C620}" dt="2023-07-23T14:13:17.512" v="290" actId="1076"/>
          <ac:picMkLst>
            <pc:docMk/>
            <pc:sldMk cId="1875744825" sldId="569"/>
            <ac:picMk id="2" creationId="{316961BE-A097-D3D5-0E98-226C00EAFA2D}"/>
          </ac:picMkLst>
        </pc:picChg>
        <pc:picChg chg="mod">
          <ac:chgData name="MR. PRADEEPKUMAR GAJENDRA BHALE" userId="S::pradeepkumar@iitg.ac.in::23e8cbce-e55b-40c0-a5e5-37ea767cf5fa" providerId="AD" clId="Web-{9F2C0BBA-2109-D30A-2C90-BA34A580C620}" dt="2023-07-23T14:11:54.541" v="272" actId="1076"/>
          <ac:picMkLst>
            <pc:docMk/>
            <pc:sldMk cId="1875744825" sldId="569"/>
            <ac:picMk id="13" creationId="{50C62D9F-6256-58F0-4DA7-47BE18D4F951}"/>
          </ac:picMkLst>
        </pc:picChg>
      </pc:sldChg>
      <pc:sldChg chg="modSp">
        <pc:chgData name="MR. PRADEEPKUMAR GAJENDRA BHALE" userId="S::pradeepkumar@iitg.ac.in::23e8cbce-e55b-40c0-a5e5-37ea767cf5fa" providerId="AD" clId="Web-{9F2C0BBA-2109-D30A-2C90-BA34A580C620}" dt="2023-07-23T14:14:04.529" v="294" actId="20577"/>
        <pc:sldMkLst>
          <pc:docMk/>
          <pc:sldMk cId="309552733" sldId="571"/>
        </pc:sldMkLst>
        <pc:spChg chg="mod">
          <ac:chgData name="MR. PRADEEPKUMAR GAJENDRA BHALE" userId="S::pradeepkumar@iitg.ac.in::23e8cbce-e55b-40c0-a5e5-37ea767cf5fa" providerId="AD" clId="Web-{9F2C0BBA-2109-D30A-2C90-BA34A580C620}" dt="2023-07-23T14:14:04.529" v="294" actId="20577"/>
          <ac:spMkLst>
            <pc:docMk/>
            <pc:sldMk cId="309552733" sldId="571"/>
            <ac:spMk id="8" creationId="{B1DC8892-11CD-85EF-ADFC-92D0127D51D3}"/>
          </ac:spMkLst>
        </pc:spChg>
      </pc:sldChg>
      <pc:sldChg chg="modSp ord">
        <pc:chgData name="MR. PRADEEPKUMAR GAJENDRA BHALE" userId="S::pradeepkumar@iitg.ac.in::23e8cbce-e55b-40c0-a5e5-37ea767cf5fa" providerId="AD" clId="Web-{9F2C0BBA-2109-D30A-2C90-BA34A580C620}" dt="2023-07-23T14:28:01.523" v="370"/>
        <pc:sldMkLst>
          <pc:docMk/>
          <pc:sldMk cId="3496431712" sldId="572"/>
        </pc:sldMkLst>
        <pc:spChg chg="mod">
          <ac:chgData name="MR. PRADEEPKUMAR GAJENDRA BHALE" userId="S::pradeepkumar@iitg.ac.in::23e8cbce-e55b-40c0-a5e5-37ea767cf5fa" providerId="AD" clId="Web-{9F2C0BBA-2109-D30A-2C90-BA34A580C620}" dt="2023-07-23T14:17:20.082" v="363" actId="14100"/>
          <ac:spMkLst>
            <pc:docMk/>
            <pc:sldMk cId="3496431712" sldId="572"/>
            <ac:spMk id="8" creationId="{B1DC8892-11CD-85EF-ADFC-92D0127D51D3}"/>
          </ac:spMkLst>
        </pc:spChg>
      </pc:sldChg>
      <pc:sldChg chg="modSp">
        <pc:chgData name="MR. PRADEEPKUMAR GAJENDRA BHALE" userId="S::pradeepkumar@iitg.ac.in::23e8cbce-e55b-40c0-a5e5-37ea767cf5fa" providerId="AD" clId="Web-{9F2C0BBA-2109-D30A-2C90-BA34A580C620}" dt="2023-07-23T14:17:01.613" v="362" actId="1076"/>
        <pc:sldMkLst>
          <pc:docMk/>
          <pc:sldMk cId="3255064820" sldId="574"/>
        </pc:sldMkLst>
        <pc:spChg chg="mod">
          <ac:chgData name="MR. PRADEEPKUMAR GAJENDRA BHALE" userId="S::pradeepkumar@iitg.ac.in::23e8cbce-e55b-40c0-a5e5-37ea767cf5fa" providerId="AD" clId="Web-{9F2C0BBA-2109-D30A-2C90-BA34A580C620}" dt="2023-07-23T14:16:33.190" v="331" actId="20577"/>
          <ac:spMkLst>
            <pc:docMk/>
            <pc:sldMk cId="3255064820" sldId="574"/>
            <ac:spMk id="7" creationId="{00000000-0000-0000-0000-000000000000}"/>
          </ac:spMkLst>
        </pc:spChg>
        <pc:spChg chg="mod">
          <ac:chgData name="MR. PRADEEPKUMAR GAJENDRA BHALE" userId="S::pradeepkumar@iitg.ac.in::23e8cbce-e55b-40c0-a5e5-37ea767cf5fa" providerId="AD" clId="Web-{9F2C0BBA-2109-D30A-2C90-BA34A580C620}" dt="2023-07-23T14:16:47.315" v="344" actId="20577"/>
          <ac:spMkLst>
            <pc:docMk/>
            <pc:sldMk cId="3255064820" sldId="574"/>
            <ac:spMk id="13" creationId="{00000000-0000-0000-0000-000000000000}"/>
          </ac:spMkLst>
        </pc:spChg>
        <pc:spChg chg="mod">
          <ac:chgData name="MR. PRADEEPKUMAR GAJENDRA BHALE" userId="S::pradeepkumar@iitg.ac.in::23e8cbce-e55b-40c0-a5e5-37ea767cf5fa" providerId="AD" clId="Web-{9F2C0BBA-2109-D30A-2C90-BA34A580C620}" dt="2023-07-23T14:17:01.613" v="362" actId="1076"/>
          <ac:spMkLst>
            <pc:docMk/>
            <pc:sldMk cId="3255064820" sldId="574"/>
            <ac:spMk id="17" creationId="{00000000-0000-0000-0000-000000000000}"/>
          </ac:spMkLst>
        </pc:spChg>
      </pc:sldChg>
      <pc:sldChg chg="del">
        <pc:chgData name="MR. PRADEEPKUMAR GAJENDRA BHALE" userId="S::pradeepkumar@iitg.ac.in::23e8cbce-e55b-40c0-a5e5-37ea767cf5fa" providerId="AD" clId="Web-{9F2C0BBA-2109-D30A-2C90-BA34A580C620}" dt="2023-07-23T14:23:50.531" v="368"/>
        <pc:sldMkLst>
          <pc:docMk/>
          <pc:sldMk cId="3730673881" sldId="591"/>
        </pc:sldMkLst>
      </pc:sldChg>
      <pc:sldChg chg="delSp">
        <pc:chgData name="MR. PRADEEPKUMAR GAJENDRA BHALE" userId="S::pradeepkumar@iitg.ac.in::23e8cbce-e55b-40c0-a5e5-37ea767cf5fa" providerId="AD" clId="Web-{9F2C0BBA-2109-D30A-2C90-BA34A580C620}" dt="2023-07-23T14:36:18.273" v="397"/>
        <pc:sldMkLst>
          <pc:docMk/>
          <pc:sldMk cId="1274516336" sldId="592"/>
        </pc:sldMkLst>
        <pc:spChg chg="del">
          <ac:chgData name="MR. PRADEEPKUMAR GAJENDRA BHALE" userId="S::pradeepkumar@iitg.ac.in::23e8cbce-e55b-40c0-a5e5-37ea767cf5fa" providerId="AD" clId="Web-{9F2C0BBA-2109-D30A-2C90-BA34A580C620}" dt="2023-07-23T14:36:18.273" v="397"/>
          <ac:spMkLst>
            <pc:docMk/>
            <pc:sldMk cId="1274516336" sldId="592"/>
            <ac:spMk id="10" creationId="{00000000-0000-0000-0000-000000000000}"/>
          </ac:spMkLst>
        </pc:spChg>
      </pc:sldChg>
      <pc:sldChg chg="addSp modSp">
        <pc:chgData name="MR. PRADEEPKUMAR GAJENDRA BHALE" userId="S::pradeepkumar@iitg.ac.in::23e8cbce-e55b-40c0-a5e5-37ea767cf5fa" providerId="AD" clId="Web-{9F2C0BBA-2109-D30A-2C90-BA34A580C620}" dt="2023-07-23T14:32:08.390" v="395" actId="14100"/>
        <pc:sldMkLst>
          <pc:docMk/>
          <pc:sldMk cId="2522952153" sldId="595"/>
        </pc:sldMkLst>
        <pc:spChg chg="add mod">
          <ac:chgData name="MR. PRADEEPKUMAR GAJENDRA BHALE" userId="S::pradeepkumar@iitg.ac.in::23e8cbce-e55b-40c0-a5e5-37ea767cf5fa" providerId="AD" clId="Web-{9F2C0BBA-2109-D30A-2C90-BA34A580C620}" dt="2023-07-23T14:31:21.810" v="394" actId="1076"/>
          <ac:spMkLst>
            <pc:docMk/>
            <pc:sldMk cId="2522952153" sldId="595"/>
            <ac:spMk id="3" creationId="{A488F116-083B-099D-A687-93759E109206}"/>
          </ac:spMkLst>
        </pc:spChg>
        <pc:spChg chg="add mod">
          <ac:chgData name="MR. PRADEEPKUMAR GAJENDRA BHALE" userId="S::pradeepkumar@iitg.ac.in::23e8cbce-e55b-40c0-a5e5-37ea767cf5fa" providerId="AD" clId="Web-{9F2C0BBA-2109-D30A-2C90-BA34A580C620}" dt="2023-07-23T14:31:15.873" v="393" actId="1076"/>
          <ac:spMkLst>
            <pc:docMk/>
            <pc:sldMk cId="2522952153" sldId="595"/>
            <ac:spMk id="7" creationId="{488BABEA-9E2E-50F8-A0DE-EF91F4C894CA}"/>
          </ac:spMkLst>
        </pc:spChg>
        <pc:spChg chg="mod">
          <ac:chgData name="MR. PRADEEPKUMAR GAJENDRA BHALE" userId="S::pradeepkumar@iitg.ac.in::23e8cbce-e55b-40c0-a5e5-37ea767cf5fa" providerId="AD" clId="Web-{9F2C0BBA-2109-D30A-2C90-BA34A580C620}" dt="2023-07-23T14:30:55.294" v="388" actId="1076"/>
          <ac:spMkLst>
            <pc:docMk/>
            <pc:sldMk cId="2522952153" sldId="595"/>
            <ac:spMk id="9" creationId="{6B01EAF1-FA4E-0887-4907-C0113AED1475}"/>
          </ac:spMkLst>
        </pc:spChg>
        <pc:spChg chg="mod">
          <ac:chgData name="MR. PRADEEPKUMAR GAJENDRA BHALE" userId="S::pradeepkumar@iitg.ac.in::23e8cbce-e55b-40c0-a5e5-37ea767cf5fa" providerId="AD" clId="Web-{9F2C0BBA-2109-D30A-2C90-BA34A580C620}" dt="2023-07-23T14:31:00.544" v="389" actId="1076"/>
          <ac:spMkLst>
            <pc:docMk/>
            <pc:sldMk cId="2522952153" sldId="595"/>
            <ac:spMk id="11" creationId="{BFC78D2A-7162-2D3E-ABBC-BD83F1189F80}"/>
          </ac:spMkLst>
        </pc:spChg>
        <pc:spChg chg="mod">
          <ac:chgData name="MR. PRADEEPKUMAR GAJENDRA BHALE" userId="S::pradeepkumar@iitg.ac.in::23e8cbce-e55b-40c0-a5e5-37ea767cf5fa" providerId="AD" clId="Web-{9F2C0BBA-2109-D30A-2C90-BA34A580C620}" dt="2023-07-23T14:32:08.390" v="395" actId="14100"/>
          <ac:spMkLst>
            <pc:docMk/>
            <pc:sldMk cId="2522952153" sldId="595"/>
            <ac:spMk id="13" creationId="{A144C05C-29BE-FDA4-B294-4C03297F3FD0}"/>
          </ac:spMkLst>
        </pc:spChg>
        <pc:spChg chg="add mod">
          <ac:chgData name="MR. PRADEEPKUMAR GAJENDRA BHALE" userId="S::pradeepkumar@iitg.ac.in::23e8cbce-e55b-40c0-a5e5-37ea767cf5fa" providerId="AD" clId="Web-{9F2C0BBA-2109-D30A-2C90-BA34A580C620}" dt="2023-07-23T14:31:06.716" v="391" actId="1076"/>
          <ac:spMkLst>
            <pc:docMk/>
            <pc:sldMk cId="2522952153" sldId="595"/>
            <ac:spMk id="14" creationId="{4392C8C1-63B2-8B06-AB30-BAD18A8AA9AF}"/>
          </ac:spMkLst>
        </pc:spChg>
      </pc:sldChg>
      <pc:sldChg chg="del">
        <pc:chgData name="MR. PRADEEPKUMAR GAJENDRA BHALE" userId="S::pradeepkumar@iitg.ac.in::23e8cbce-e55b-40c0-a5e5-37ea767cf5fa" providerId="AD" clId="Web-{9F2C0BBA-2109-D30A-2C90-BA34A580C620}" dt="2023-07-23T14:32:17.968" v="396"/>
        <pc:sldMkLst>
          <pc:docMk/>
          <pc:sldMk cId="1287942153" sldId="596"/>
        </pc:sldMkLst>
      </pc:sldChg>
      <pc:sldChg chg="modSp">
        <pc:chgData name="MR. PRADEEPKUMAR GAJENDRA BHALE" userId="S::pradeepkumar@iitg.ac.in::23e8cbce-e55b-40c0-a5e5-37ea767cf5fa" providerId="AD" clId="Web-{9F2C0BBA-2109-D30A-2C90-BA34A580C620}" dt="2023-07-23T14:38:30.808" v="402" actId="14100"/>
        <pc:sldMkLst>
          <pc:docMk/>
          <pc:sldMk cId="2577124568" sldId="601"/>
        </pc:sldMkLst>
        <pc:spChg chg="mod">
          <ac:chgData name="MR. PRADEEPKUMAR GAJENDRA BHALE" userId="S::pradeepkumar@iitg.ac.in::23e8cbce-e55b-40c0-a5e5-37ea767cf5fa" providerId="AD" clId="Web-{9F2C0BBA-2109-D30A-2C90-BA34A580C620}" dt="2023-07-23T14:38:30.808" v="402" actId="14100"/>
          <ac:spMkLst>
            <pc:docMk/>
            <pc:sldMk cId="2577124568" sldId="601"/>
            <ac:spMk id="14" creationId="{9AC6AECF-5EA9-96CA-847A-B3818EDFFE05}"/>
          </ac:spMkLst>
        </pc:spChg>
        <pc:spChg chg="mod">
          <ac:chgData name="MR. PRADEEPKUMAR GAJENDRA BHALE" userId="S::pradeepkumar@iitg.ac.in::23e8cbce-e55b-40c0-a5e5-37ea767cf5fa" providerId="AD" clId="Web-{9F2C0BBA-2109-D30A-2C90-BA34A580C620}" dt="2023-07-23T14:38:08.573" v="398" actId="1076"/>
          <ac:spMkLst>
            <pc:docMk/>
            <pc:sldMk cId="2577124568" sldId="601"/>
            <ac:spMk id="16" creationId="{4FE25C1F-A981-D6E5-9CB4-CAA330548E48}"/>
          </ac:spMkLst>
        </pc:spChg>
      </pc:sldChg>
    </pc:docChg>
  </pc:docChgLst>
  <pc:docChgLst>
    <pc:chgData name="MR. PRADEEPKUMAR GAJENDRA BHALE" userId="S::pradeepkumar@iitg.ac.in::23e8cbce-e55b-40c0-a5e5-37ea767cf5fa" providerId="AD" clId="Web-{418742FB-63F4-50C9-E1A3-952EB42D6C2E}"/>
    <pc:docChg chg="modSld">
      <pc:chgData name="MR. PRADEEPKUMAR GAJENDRA BHALE" userId="S::pradeepkumar@iitg.ac.in::23e8cbce-e55b-40c0-a5e5-37ea767cf5fa" providerId="AD" clId="Web-{418742FB-63F4-50C9-E1A3-952EB42D6C2E}" dt="2023-07-23T07:19:35.037" v="150" actId="1076"/>
      <pc:docMkLst>
        <pc:docMk/>
      </pc:docMkLst>
      <pc:sldChg chg="modSp">
        <pc:chgData name="MR. PRADEEPKUMAR GAJENDRA BHALE" userId="S::pradeepkumar@iitg.ac.in::23e8cbce-e55b-40c0-a5e5-37ea767cf5fa" providerId="AD" clId="Web-{418742FB-63F4-50C9-E1A3-952EB42D6C2E}" dt="2023-07-23T06:07:53.496" v="16" actId="14100"/>
        <pc:sldMkLst>
          <pc:docMk/>
          <pc:sldMk cId="380702359" sldId="442"/>
        </pc:sldMkLst>
        <pc:spChg chg="mod">
          <ac:chgData name="MR. PRADEEPKUMAR GAJENDRA BHALE" userId="S::pradeepkumar@iitg.ac.in::23e8cbce-e55b-40c0-a5e5-37ea767cf5fa" providerId="AD" clId="Web-{418742FB-63F4-50C9-E1A3-952EB42D6C2E}" dt="2023-07-23T05:54:36.819" v="13" actId="20577"/>
          <ac:spMkLst>
            <pc:docMk/>
            <pc:sldMk cId="380702359" sldId="442"/>
            <ac:spMk id="3" creationId="{8309A301-6FAC-9831-18E4-E4F2C31BB71B}"/>
          </ac:spMkLst>
        </pc:spChg>
        <pc:spChg chg="mod">
          <ac:chgData name="MR. PRADEEPKUMAR GAJENDRA BHALE" userId="S::pradeepkumar@iitg.ac.in::23e8cbce-e55b-40c0-a5e5-37ea767cf5fa" providerId="AD" clId="Web-{418742FB-63F4-50C9-E1A3-952EB42D6C2E}" dt="2023-07-23T06:07:53.496" v="16" actId="14100"/>
          <ac:spMkLst>
            <pc:docMk/>
            <pc:sldMk cId="380702359" sldId="442"/>
            <ac:spMk id="14" creationId="{9AC6AECF-5EA9-96CA-847A-B3818EDFFE05}"/>
          </ac:spMkLst>
        </pc:spChg>
      </pc:sldChg>
      <pc:sldChg chg="addSp modSp">
        <pc:chgData name="MR. PRADEEPKUMAR GAJENDRA BHALE" userId="S::pradeepkumar@iitg.ac.in::23e8cbce-e55b-40c0-a5e5-37ea767cf5fa" providerId="AD" clId="Web-{418742FB-63F4-50C9-E1A3-952EB42D6C2E}" dt="2023-07-23T06:16:54.696" v="125" actId="1076"/>
        <pc:sldMkLst>
          <pc:docMk/>
          <pc:sldMk cId="3534610526" sldId="449"/>
        </pc:sldMkLst>
        <pc:spChg chg="add mod">
          <ac:chgData name="MR. PRADEEPKUMAR GAJENDRA BHALE" userId="S::pradeepkumar@iitg.ac.in::23e8cbce-e55b-40c0-a5e5-37ea767cf5fa" providerId="AD" clId="Web-{418742FB-63F4-50C9-E1A3-952EB42D6C2E}" dt="2023-07-23T06:16:52.321" v="124" actId="1076"/>
          <ac:spMkLst>
            <pc:docMk/>
            <pc:sldMk cId="3534610526" sldId="449"/>
            <ac:spMk id="2" creationId="{6CAB5281-73A0-194E-4563-F326A6F84C4A}"/>
          </ac:spMkLst>
        </pc:spChg>
        <pc:spChg chg="mod">
          <ac:chgData name="MR. PRADEEPKUMAR GAJENDRA BHALE" userId="S::pradeepkumar@iitg.ac.in::23e8cbce-e55b-40c0-a5e5-37ea767cf5fa" providerId="AD" clId="Web-{418742FB-63F4-50C9-E1A3-952EB42D6C2E}" dt="2023-07-23T06:16:54.696" v="125" actId="1076"/>
          <ac:spMkLst>
            <pc:docMk/>
            <pc:sldMk cId="3534610526" sldId="449"/>
            <ac:spMk id="7" creationId="{0433673C-0F86-9FF2-F6AE-FC0A6E6CE1E9}"/>
          </ac:spMkLst>
        </pc:spChg>
      </pc:sldChg>
      <pc:sldChg chg="delSp modSp">
        <pc:chgData name="MR. PRADEEPKUMAR GAJENDRA BHALE" userId="S::pradeepkumar@iitg.ac.in::23e8cbce-e55b-40c0-a5e5-37ea767cf5fa" providerId="AD" clId="Web-{418742FB-63F4-50C9-E1A3-952EB42D6C2E}" dt="2023-07-23T07:19:35.037" v="150" actId="1076"/>
        <pc:sldMkLst>
          <pc:docMk/>
          <pc:sldMk cId="2884651951" sldId="535"/>
        </pc:sldMkLst>
        <pc:spChg chg="mod">
          <ac:chgData name="MR. PRADEEPKUMAR GAJENDRA BHALE" userId="S::pradeepkumar@iitg.ac.in::23e8cbce-e55b-40c0-a5e5-37ea767cf5fa" providerId="AD" clId="Web-{418742FB-63F4-50C9-E1A3-952EB42D6C2E}" dt="2023-07-23T06:55:51.072" v="146" actId="1076"/>
          <ac:spMkLst>
            <pc:docMk/>
            <pc:sldMk cId="2884651951" sldId="535"/>
            <ac:spMk id="7" creationId="{00000000-0000-0000-0000-000000000000}"/>
          </ac:spMkLst>
        </pc:spChg>
        <pc:spChg chg="del">
          <ac:chgData name="MR. PRADEEPKUMAR GAJENDRA BHALE" userId="S::pradeepkumar@iitg.ac.in::23e8cbce-e55b-40c0-a5e5-37ea767cf5fa" providerId="AD" clId="Web-{418742FB-63F4-50C9-E1A3-952EB42D6C2E}" dt="2023-07-23T06:17:39.150" v="127"/>
          <ac:spMkLst>
            <pc:docMk/>
            <pc:sldMk cId="2884651951" sldId="535"/>
            <ac:spMk id="27" creationId="{00000000-0000-0000-0000-000000000000}"/>
          </ac:spMkLst>
        </pc:spChg>
        <pc:spChg chg="mod">
          <ac:chgData name="MR. PRADEEPKUMAR GAJENDRA BHALE" userId="S::pradeepkumar@iitg.ac.in::23e8cbce-e55b-40c0-a5e5-37ea767cf5fa" providerId="AD" clId="Web-{418742FB-63F4-50C9-E1A3-952EB42D6C2E}" dt="2023-07-23T06:55:56.728" v="147" actId="1076"/>
          <ac:spMkLst>
            <pc:docMk/>
            <pc:sldMk cId="2884651951" sldId="535"/>
            <ac:spMk id="28" creationId="{00000000-0000-0000-0000-000000000000}"/>
          </ac:spMkLst>
        </pc:spChg>
        <pc:picChg chg="del">
          <ac:chgData name="MR. PRADEEPKUMAR GAJENDRA BHALE" userId="S::pradeepkumar@iitg.ac.in::23e8cbce-e55b-40c0-a5e5-37ea767cf5fa" providerId="AD" clId="Web-{418742FB-63F4-50C9-E1A3-952EB42D6C2E}" dt="2023-07-23T06:17:35.197" v="126"/>
          <ac:picMkLst>
            <pc:docMk/>
            <pc:sldMk cId="2884651951" sldId="535"/>
            <ac:picMk id="11" creationId="{00000000-0000-0000-0000-000000000000}"/>
          </ac:picMkLst>
        </pc:picChg>
        <pc:picChg chg="mod">
          <ac:chgData name="MR. PRADEEPKUMAR GAJENDRA BHALE" userId="S::pradeepkumar@iitg.ac.in::23e8cbce-e55b-40c0-a5e5-37ea767cf5fa" providerId="AD" clId="Web-{418742FB-63F4-50C9-E1A3-952EB42D6C2E}" dt="2023-07-23T07:19:35.037" v="150" actId="1076"/>
          <ac:picMkLst>
            <pc:docMk/>
            <pc:sldMk cId="2884651951" sldId="535"/>
            <ac:picMk id="13" creationId="{00000000-0000-0000-0000-000000000000}"/>
          </ac:picMkLst>
        </pc:picChg>
      </pc:sldChg>
      <pc:sldChg chg="modSp">
        <pc:chgData name="MR. PRADEEPKUMAR GAJENDRA BHALE" userId="S::pradeepkumar@iitg.ac.in::23e8cbce-e55b-40c0-a5e5-37ea767cf5fa" providerId="AD" clId="Web-{418742FB-63F4-50C9-E1A3-952EB42D6C2E}" dt="2023-07-23T05:53:14.911" v="12" actId="20577"/>
        <pc:sldMkLst>
          <pc:docMk/>
          <pc:sldMk cId="2577124568" sldId="601"/>
        </pc:sldMkLst>
        <pc:spChg chg="mod">
          <ac:chgData name="MR. PRADEEPKUMAR GAJENDRA BHALE" userId="S::pradeepkumar@iitg.ac.in::23e8cbce-e55b-40c0-a5e5-37ea767cf5fa" providerId="AD" clId="Web-{418742FB-63F4-50C9-E1A3-952EB42D6C2E}" dt="2023-07-23T05:52:02.753" v="7" actId="20577"/>
          <ac:spMkLst>
            <pc:docMk/>
            <pc:sldMk cId="2577124568" sldId="601"/>
            <ac:spMk id="14" creationId="{9AC6AECF-5EA9-96CA-847A-B3818EDFFE05}"/>
          </ac:spMkLst>
        </pc:spChg>
        <pc:spChg chg="mod">
          <ac:chgData name="MR. PRADEEPKUMAR GAJENDRA BHALE" userId="S::pradeepkumar@iitg.ac.in::23e8cbce-e55b-40c0-a5e5-37ea767cf5fa" providerId="AD" clId="Web-{418742FB-63F4-50C9-E1A3-952EB42D6C2E}" dt="2023-07-23T05:53:14.911" v="12" actId="20577"/>
          <ac:spMkLst>
            <pc:docMk/>
            <pc:sldMk cId="2577124568" sldId="601"/>
            <ac:spMk id="16" creationId="{4FE25C1F-A981-D6E5-9CB4-CAA330548E48}"/>
          </ac:spMkLst>
        </pc:spChg>
        <pc:spChg chg="mod">
          <ac:chgData name="MR. PRADEEPKUMAR GAJENDRA BHALE" userId="S::pradeepkumar@iitg.ac.in::23e8cbce-e55b-40c0-a5e5-37ea767cf5fa" providerId="AD" clId="Web-{418742FB-63F4-50C9-E1A3-952EB42D6C2E}" dt="2023-07-23T04:12:24.855" v="2" actId="20577"/>
          <ac:spMkLst>
            <pc:docMk/>
            <pc:sldMk cId="2577124568" sldId="601"/>
            <ac:spMk id="29" creationId="{4261B672-D49A-3AB8-256C-21AB8D471346}"/>
          </ac:spMkLst>
        </pc:spChg>
      </pc:sldChg>
    </pc:docChg>
  </pc:docChgLst>
  <pc:docChgLst>
    <pc:chgData name="MR. PRADEEPKUMAR GAJENDRA BHALE" userId="S::pradeepkumar@iitg.ac.in::23e8cbce-e55b-40c0-a5e5-37ea767cf5fa" providerId="AD" clId="Web-{78AC0242-54E8-4016-53AD-97703FFF7098}"/>
    <pc:docChg chg="delSld sldOrd">
      <pc:chgData name="MR. PRADEEPKUMAR GAJENDRA BHALE" userId="S::pradeepkumar@iitg.ac.in::23e8cbce-e55b-40c0-a5e5-37ea767cf5fa" providerId="AD" clId="Web-{78AC0242-54E8-4016-53AD-97703FFF7098}" dt="2023-07-23T12:48:26.383" v="4"/>
      <pc:docMkLst>
        <pc:docMk/>
      </pc:docMkLst>
      <pc:sldChg chg="del">
        <pc:chgData name="MR. PRADEEPKUMAR GAJENDRA BHALE" userId="S::pradeepkumar@iitg.ac.in::23e8cbce-e55b-40c0-a5e5-37ea767cf5fa" providerId="AD" clId="Web-{78AC0242-54E8-4016-53AD-97703FFF7098}" dt="2023-07-23T11:15:44.142" v="2"/>
        <pc:sldMkLst>
          <pc:docMk/>
          <pc:sldMk cId="2455478887" sldId="451"/>
        </pc:sldMkLst>
      </pc:sldChg>
      <pc:sldChg chg="ord">
        <pc:chgData name="MR. PRADEEPKUMAR GAJENDRA BHALE" userId="S::pradeepkumar@iitg.ac.in::23e8cbce-e55b-40c0-a5e5-37ea767cf5fa" providerId="AD" clId="Web-{78AC0242-54E8-4016-53AD-97703FFF7098}" dt="2023-07-23T11:14:52.687" v="1"/>
        <pc:sldMkLst>
          <pc:docMk/>
          <pc:sldMk cId="98656942" sldId="452"/>
        </pc:sldMkLst>
      </pc:sldChg>
      <pc:sldChg chg="ord">
        <pc:chgData name="MR. PRADEEPKUMAR GAJENDRA BHALE" userId="S::pradeepkumar@iitg.ac.in::23e8cbce-e55b-40c0-a5e5-37ea767cf5fa" providerId="AD" clId="Web-{78AC0242-54E8-4016-53AD-97703FFF7098}" dt="2023-07-23T11:14:47.875" v="0"/>
        <pc:sldMkLst>
          <pc:docMk/>
          <pc:sldMk cId="36745" sldId="457"/>
        </pc:sldMkLst>
      </pc:sldChg>
      <pc:sldChg chg="ord">
        <pc:chgData name="MR. PRADEEPKUMAR GAJENDRA BHALE" userId="S::pradeepkumar@iitg.ac.in::23e8cbce-e55b-40c0-a5e5-37ea767cf5fa" providerId="AD" clId="Web-{78AC0242-54E8-4016-53AD-97703FFF7098}" dt="2023-07-23T11:16:00.283" v="3"/>
        <pc:sldMkLst>
          <pc:docMk/>
          <pc:sldMk cId="2716258803" sldId="540"/>
        </pc:sldMkLst>
      </pc:sldChg>
      <pc:sldChg chg="ord">
        <pc:chgData name="MR. PRADEEPKUMAR GAJENDRA BHALE" userId="S::pradeepkumar@iitg.ac.in::23e8cbce-e55b-40c0-a5e5-37ea767cf5fa" providerId="AD" clId="Web-{78AC0242-54E8-4016-53AD-97703FFF7098}" dt="2023-07-23T12:48:26.383" v="4"/>
        <pc:sldMkLst>
          <pc:docMk/>
          <pc:sldMk cId="1961591789" sldId="589"/>
        </pc:sldMkLst>
      </pc:sldChg>
    </pc:docChg>
  </pc:docChgLst>
  <pc:docChgLst>
    <pc:chgData name="MR. PRADEEPKUMAR GAJENDRA BHALE" userId="S::pradeepkumar@iitg.ac.in::23e8cbce-e55b-40c0-a5e5-37ea767cf5fa" providerId="AD" clId="Web-{E63D861F-8CE4-7427-5822-8ACDF9119261}"/>
    <pc:docChg chg="addSld delSld modSld">
      <pc:chgData name="MR. PRADEEPKUMAR GAJENDRA BHALE" userId="S::pradeepkumar@iitg.ac.in::23e8cbce-e55b-40c0-a5e5-37ea767cf5fa" providerId="AD" clId="Web-{E63D861F-8CE4-7427-5822-8ACDF9119261}" dt="2023-07-23T15:39:20.018" v="394" actId="1076"/>
      <pc:docMkLst>
        <pc:docMk/>
      </pc:docMkLst>
      <pc:sldChg chg="addSp modSp">
        <pc:chgData name="MR. PRADEEPKUMAR GAJENDRA BHALE" userId="S::pradeepkumar@iitg.ac.in::23e8cbce-e55b-40c0-a5e5-37ea767cf5fa" providerId="AD" clId="Web-{E63D861F-8CE4-7427-5822-8ACDF9119261}" dt="2023-07-23T15:03:09.045" v="5" actId="1076"/>
        <pc:sldMkLst>
          <pc:docMk/>
          <pc:sldMk cId="4160981172" sldId="594"/>
        </pc:sldMkLst>
        <pc:picChg chg="add mod">
          <ac:chgData name="MR. PRADEEPKUMAR GAJENDRA BHALE" userId="S::pradeepkumar@iitg.ac.in::23e8cbce-e55b-40c0-a5e5-37ea767cf5fa" providerId="AD" clId="Web-{E63D861F-8CE4-7427-5822-8ACDF9119261}" dt="2023-07-23T15:03:09.045" v="5" actId="1076"/>
          <ac:picMkLst>
            <pc:docMk/>
            <pc:sldMk cId="4160981172" sldId="594"/>
            <ac:picMk id="2" creationId="{546A03E1-56E9-8770-2814-577AA5EB94A1}"/>
          </ac:picMkLst>
        </pc:picChg>
      </pc:sldChg>
      <pc:sldChg chg="modSp">
        <pc:chgData name="MR. PRADEEPKUMAR GAJENDRA BHALE" userId="S::pradeepkumar@iitg.ac.in::23e8cbce-e55b-40c0-a5e5-37ea767cf5fa" providerId="AD" clId="Web-{E63D861F-8CE4-7427-5822-8ACDF9119261}" dt="2023-07-23T15:06:03.317" v="7" actId="20577"/>
        <pc:sldMkLst>
          <pc:docMk/>
          <pc:sldMk cId="2522952153" sldId="595"/>
        </pc:sldMkLst>
        <pc:spChg chg="mod">
          <ac:chgData name="MR. PRADEEPKUMAR GAJENDRA BHALE" userId="S::pradeepkumar@iitg.ac.in::23e8cbce-e55b-40c0-a5e5-37ea767cf5fa" providerId="AD" clId="Web-{E63D861F-8CE4-7427-5822-8ACDF9119261}" dt="2023-07-23T15:06:03.317" v="7" actId="20577"/>
          <ac:spMkLst>
            <pc:docMk/>
            <pc:sldMk cId="2522952153" sldId="595"/>
            <ac:spMk id="11" creationId="{BFC78D2A-7162-2D3E-ABBC-BD83F1189F80}"/>
          </ac:spMkLst>
        </pc:spChg>
      </pc:sldChg>
      <pc:sldChg chg="modSp">
        <pc:chgData name="MR. PRADEEPKUMAR GAJENDRA BHALE" userId="S::pradeepkumar@iitg.ac.in::23e8cbce-e55b-40c0-a5e5-37ea767cf5fa" providerId="AD" clId="Web-{E63D861F-8CE4-7427-5822-8ACDF9119261}" dt="2023-07-23T15:14:40.554" v="128" actId="20577"/>
        <pc:sldMkLst>
          <pc:docMk/>
          <pc:sldMk cId="3826210326" sldId="597"/>
        </pc:sldMkLst>
        <pc:spChg chg="mod">
          <ac:chgData name="MR. PRADEEPKUMAR GAJENDRA BHALE" userId="S::pradeepkumar@iitg.ac.in::23e8cbce-e55b-40c0-a5e5-37ea767cf5fa" providerId="AD" clId="Web-{E63D861F-8CE4-7427-5822-8ACDF9119261}" dt="2023-07-23T15:14:40.554" v="128" actId="20577"/>
          <ac:spMkLst>
            <pc:docMk/>
            <pc:sldMk cId="3826210326" sldId="597"/>
            <ac:spMk id="2" creationId="{00000000-0000-0000-0000-000000000000}"/>
          </ac:spMkLst>
        </pc:spChg>
        <pc:spChg chg="mod">
          <ac:chgData name="MR. PRADEEPKUMAR GAJENDRA BHALE" userId="S::pradeepkumar@iitg.ac.in::23e8cbce-e55b-40c0-a5e5-37ea767cf5fa" providerId="AD" clId="Web-{E63D861F-8CE4-7427-5822-8ACDF9119261}" dt="2023-07-23T15:06:32.833" v="9" actId="14100"/>
          <ac:spMkLst>
            <pc:docMk/>
            <pc:sldMk cId="3826210326" sldId="597"/>
            <ac:spMk id="10" creationId="{F65E327E-D61F-1187-F14C-73166FF6B606}"/>
          </ac:spMkLst>
        </pc:spChg>
      </pc:sldChg>
      <pc:sldChg chg="del">
        <pc:chgData name="MR. PRADEEPKUMAR GAJENDRA BHALE" userId="S::pradeepkumar@iitg.ac.in::23e8cbce-e55b-40c0-a5e5-37ea767cf5fa" providerId="AD" clId="Web-{E63D861F-8CE4-7427-5822-8ACDF9119261}" dt="2023-07-23T15:28:46.194" v="254"/>
        <pc:sldMkLst>
          <pc:docMk/>
          <pc:sldMk cId="4065622521" sldId="598"/>
        </pc:sldMkLst>
      </pc:sldChg>
      <pc:sldChg chg="addSp delSp modSp add replId">
        <pc:chgData name="MR. PRADEEPKUMAR GAJENDRA BHALE" userId="S::pradeepkumar@iitg.ac.in::23e8cbce-e55b-40c0-a5e5-37ea767cf5fa" providerId="AD" clId="Web-{E63D861F-8CE4-7427-5822-8ACDF9119261}" dt="2023-07-23T15:28:11.771" v="253" actId="1076"/>
        <pc:sldMkLst>
          <pc:docMk/>
          <pc:sldMk cId="1695684433" sldId="602"/>
        </pc:sldMkLst>
        <pc:spChg chg="mod">
          <ac:chgData name="MR. PRADEEPKUMAR GAJENDRA BHALE" userId="S::pradeepkumar@iitg.ac.in::23e8cbce-e55b-40c0-a5e5-37ea767cf5fa" providerId="AD" clId="Web-{E63D861F-8CE4-7427-5822-8ACDF9119261}" dt="2023-07-23T15:28:11.771" v="253" actId="1076"/>
          <ac:spMkLst>
            <pc:docMk/>
            <pc:sldMk cId="1695684433" sldId="602"/>
            <ac:spMk id="2" creationId="{00000000-0000-0000-0000-000000000000}"/>
          </ac:spMkLst>
        </pc:spChg>
        <pc:spChg chg="add del mod">
          <ac:chgData name="MR. PRADEEPKUMAR GAJENDRA BHALE" userId="S::pradeepkumar@iitg.ac.in::23e8cbce-e55b-40c0-a5e5-37ea767cf5fa" providerId="AD" clId="Web-{E63D861F-8CE4-7427-5822-8ACDF9119261}" dt="2023-07-23T15:17:38.467" v="150"/>
          <ac:spMkLst>
            <pc:docMk/>
            <pc:sldMk cId="1695684433" sldId="602"/>
            <ac:spMk id="3" creationId="{DE9A6721-425D-E667-4AA9-4F7288C5E0A1}"/>
          </ac:spMkLst>
        </pc:spChg>
        <pc:spChg chg="add mod">
          <ac:chgData name="MR. PRADEEPKUMAR GAJENDRA BHALE" userId="S::pradeepkumar@iitg.ac.in::23e8cbce-e55b-40c0-a5e5-37ea767cf5fa" providerId="AD" clId="Web-{E63D861F-8CE4-7427-5822-8ACDF9119261}" dt="2023-07-23T15:27:28.363" v="234" actId="1076"/>
          <ac:spMkLst>
            <pc:docMk/>
            <pc:sldMk cId="1695684433" sldId="602"/>
            <ac:spMk id="8" creationId="{606ADBE9-F373-A1C7-7A80-7FD7BFC5F95E}"/>
          </ac:spMkLst>
        </pc:spChg>
        <pc:spChg chg="add mod">
          <ac:chgData name="MR. PRADEEPKUMAR GAJENDRA BHALE" userId="S::pradeepkumar@iitg.ac.in::23e8cbce-e55b-40c0-a5e5-37ea767cf5fa" providerId="AD" clId="Web-{E63D861F-8CE4-7427-5822-8ACDF9119261}" dt="2023-07-23T15:28:03.005" v="251" actId="1076"/>
          <ac:spMkLst>
            <pc:docMk/>
            <pc:sldMk cId="1695684433" sldId="602"/>
            <ac:spMk id="9" creationId="{5DCC3086-9389-15DF-E32D-5B0F171316EC}"/>
          </ac:spMkLst>
        </pc:spChg>
        <pc:spChg chg="mod">
          <ac:chgData name="MR. PRADEEPKUMAR GAJENDRA BHALE" userId="S::pradeepkumar@iitg.ac.in::23e8cbce-e55b-40c0-a5e5-37ea767cf5fa" providerId="AD" clId="Web-{E63D861F-8CE4-7427-5822-8ACDF9119261}" dt="2023-07-23T15:28:09.396" v="252" actId="1076"/>
          <ac:spMkLst>
            <pc:docMk/>
            <pc:sldMk cId="1695684433" sldId="602"/>
            <ac:spMk id="10" creationId="{F65E327E-D61F-1187-F14C-73166FF6B606}"/>
          </ac:spMkLst>
        </pc:spChg>
      </pc:sldChg>
      <pc:sldChg chg="addSp delSp modSp add replId">
        <pc:chgData name="MR. PRADEEPKUMAR GAJENDRA BHALE" userId="S::pradeepkumar@iitg.ac.in::23e8cbce-e55b-40c0-a5e5-37ea767cf5fa" providerId="AD" clId="Web-{E63D861F-8CE4-7427-5822-8ACDF9119261}" dt="2023-07-23T15:35:28.166" v="321" actId="20577"/>
        <pc:sldMkLst>
          <pc:docMk/>
          <pc:sldMk cId="2464116512" sldId="603"/>
        </pc:sldMkLst>
        <pc:spChg chg="add mod">
          <ac:chgData name="MR. PRADEEPKUMAR GAJENDRA BHALE" userId="S::pradeepkumar@iitg.ac.in::23e8cbce-e55b-40c0-a5e5-37ea767cf5fa" providerId="AD" clId="Web-{E63D861F-8CE4-7427-5822-8ACDF9119261}" dt="2023-07-23T15:35:28.166" v="321" actId="20577"/>
          <ac:spMkLst>
            <pc:docMk/>
            <pc:sldMk cId="2464116512" sldId="603"/>
            <ac:spMk id="2" creationId="{CEF80C2F-BBB9-7492-254D-ED12FCC7121C}"/>
          </ac:spMkLst>
        </pc:spChg>
        <pc:spChg chg="del">
          <ac:chgData name="MR. PRADEEPKUMAR GAJENDRA BHALE" userId="S::pradeepkumar@iitg.ac.in::23e8cbce-e55b-40c0-a5e5-37ea767cf5fa" providerId="AD" clId="Web-{E63D861F-8CE4-7427-5822-8ACDF9119261}" dt="2023-07-23T15:32:05.486" v="262"/>
          <ac:spMkLst>
            <pc:docMk/>
            <pc:sldMk cId="2464116512" sldId="603"/>
            <ac:spMk id="8" creationId="{68334C43-96EA-807C-00B1-F7CD0BDB1227}"/>
          </ac:spMkLst>
        </pc:spChg>
        <pc:spChg chg="del">
          <ac:chgData name="MR. PRADEEPKUMAR GAJENDRA BHALE" userId="S::pradeepkumar@iitg.ac.in::23e8cbce-e55b-40c0-a5e5-37ea767cf5fa" providerId="AD" clId="Web-{E63D861F-8CE4-7427-5822-8ACDF9119261}" dt="2023-07-23T15:32:05.471" v="261"/>
          <ac:spMkLst>
            <pc:docMk/>
            <pc:sldMk cId="2464116512" sldId="603"/>
            <ac:spMk id="9" creationId="{70B3E7D4-C1B9-3A81-2984-0098585E92F7}"/>
          </ac:spMkLst>
        </pc:spChg>
        <pc:spChg chg="del">
          <ac:chgData name="MR. PRADEEPKUMAR GAJENDRA BHALE" userId="S::pradeepkumar@iitg.ac.in::23e8cbce-e55b-40c0-a5e5-37ea767cf5fa" providerId="AD" clId="Web-{E63D861F-8CE4-7427-5822-8ACDF9119261}" dt="2023-07-23T15:32:05.471" v="260"/>
          <ac:spMkLst>
            <pc:docMk/>
            <pc:sldMk cId="2464116512" sldId="603"/>
            <ac:spMk id="11" creationId="{307F9311-8983-3FFB-7475-0AA4BF611876}"/>
          </ac:spMkLst>
        </pc:spChg>
        <pc:spChg chg="del">
          <ac:chgData name="MR. PRADEEPKUMAR GAJENDRA BHALE" userId="S::pradeepkumar@iitg.ac.in::23e8cbce-e55b-40c0-a5e5-37ea767cf5fa" providerId="AD" clId="Web-{E63D861F-8CE4-7427-5822-8ACDF9119261}" dt="2023-07-23T15:32:05.471" v="259"/>
          <ac:spMkLst>
            <pc:docMk/>
            <pc:sldMk cId="2464116512" sldId="603"/>
            <ac:spMk id="17" creationId="{6F76A98F-315A-CB6C-35B4-250BF1D5E3C2}"/>
          </ac:spMkLst>
        </pc:spChg>
        <pc:spChg chg="del">
          <ac:chgData name="MR. PRADEEPKUMAR GAJENDRA BHALE" userId="S::pradeepkumar@iitg.ac.in::23e8cbce-e55b-40c0-a5e5-37ea767cf5fa" providerId="AD" clId="Web-{E63D861F-8CE4-7427-5822-8ACDF9119261}" dt="2023-07-23T15:32:05.471" v="258"/>
          <ac:spMkLst>
            <pc:docMk/>
            <pc:sldMk cId="2464116512" sldId="603"/>
            <ac:spMk id="18" creationId="{C0F36EBF-586C-157E-9809-ABCBF4A70F2B}"/>
          </ac:spMkLst>
        </pc:spChg>
        <pc:spChg chg="del">
          <ac:chgData name="MR. PRADEEPKUMAR GAJENDRA BHALE" userId="S::pradeepkumar@iitg.ac.in::23e8cbce-e55b-40c0-a5e5-37ea767cf5fa" providerId="AD" clId="Web-{E63D861F-8CE4-7427-5822-8ACDF9119261}" dt="2023-07-23T15:32:05.471" v="257"/>
          <ac:spMkLst>
            <pc:docMk/>
            <pc:sldMk cId="2464116512" sldId="603"/>
            <ac:spMk id="19" creationId="{7A7C4236-FD55-048C-CC34-4DEF4F15C7E1}"/>
          </ac:spMkLst>
        </pc:spChg>
        <pc:spChg chg="del">
          <ac:chgData name="MR. PRADEEPKUMAR GAJENDRA BHALE" userId="S::pradeepkumar@iitg.ac.in::23e8cbce-e55b-40c0-a5e5-37ea767cf5fa" providerId="AD" clId="Web-{E63D861F-8CE4-7427-5822-8ACDF9119261}" dt="2023-07-23T15:32:05.471" v="256"/>
          <ac:spMkLst>
            <pc:docMk/>
            <pc:sldMk cId="2464116512" sldId="603"/>
            <ac:spMk id="20" creationId="{AC6A2171-3222-CBDF-BDB4-C6A803610175}"/>
          </ac:spMkLst>
        </pc:spChg>
      </pc:sldChg>
      <pc:sldChg chg="modSp add replId">
        <pc:chgData name="MR. PRADEEPKUMAR GAJENDRA BHALE" userId="S::pradeepkumar@iitg.ac.in::23e8cbce-e55b-40c0-a5e5-37ea767cf5fa" providerId="AD" clId="Web-{E63D861F-8CE4-7427-5822-8ACDF9119261}" dt="2023-07-23T15:39:20.018" v="394" actId="1076"/>
        <pc:sldMkLst>
          <pc:docMk/>
          <pc:sldMk cId="2705745952" sldId="604"/>
        </pc:sldMkLst>
        <pc:spChg chg="mod">
          <ac:chgData name="MR. PRADEEPKUMAR GAJENDRA BHALE" userId="S::pradeepkumar@iitg.ac.in::23e8cbce-e55b-40c0-a5e5-37ea767cf5fa" providerId="AD" clId="Web-{E63D861F-8CE4-7427-5822-8ACDF9119261}" dt="2023-07-23T15:39:20.018" v="394" actId="1076"/>
          <ac:spMkLst>
            <pc:docMk/>
            <pc:sldMk cId="2705745952" sldId="604"/>
            <ac:spMk id="2" creationId="{CEF80C2F-BBB9-7492-254D-ED12FCC7121C}"/>
          </ac:spMkLst>
        </pc:spChg>
      </pc:sldChg>
    </pc:docChg>
  </pc:docChgLst>
  <pc:docChgLst>
    <pc:chgData name="MR. PRADEEPKUMAR GAJENDRA BHALE" userId="S::pradeepkumar@iitg.ac.in::23e8cbce-e55b-40c0-a5e5-37ea767cf5fa" providerId="AD" clId="Web-{28AE61F8-74C9-A53E-5A04-EBBBC81F1DBD}"/>
    <pc:docChg chg="modSld">
      <pc:chgData name="MR. PRADEEPKUMAR GAJENDRA BHALE" userId="S::pradeepkumar@iitg.ac.in::23e8cbce-e55b-40c0-a5e5-37ea767cf5fa" providerId="AD" clId="Web-{28AE61F8-74C9-A53E-5A04-EBBBC81F1DBD}" dt="2023-07-23T08:46:13.821" v="10" actId="1076"/>
      <pc:docMkLst>
        <pc:docMk/>
      </pc:docMkLst>
      <pc:sldChg chg="modSp">
        <pc:chgData name="MR. PRADEEPKUMAR GAJENDRA BHALE" userId="S::pradeepkumar@iitg.ac.in::23e8cbce-e55b-40c0-a5e5-37ea767cf5fa" providerId="AD" clId="Web-{28AE61F8-74C9-A53E-5A04-EBBBC81F1DBD}" dt="2023-07-23T08:30:34.377" v="8" actId="1076"/>
        <pc:sldMkLst>
          <pc:docMk/>
          <pc:sldMk cId="3522742502" sldId="450"/>
        </pc:sldMkLst>
        <pc:spChg chg="mod">
          <ac:chgData name="MR. PRADEEPKUMAR GAJENDRA BHALE" userId="S::pradeepkumar@iitg.ac.in::23e8cbce-e55b-40c0-a5e5-37ea767cf5fa" providerId="AD" clId="Web-{28AE61F8-74C9-A53E-5A04-EBBBC81F1DBD}" dt="2023-07-23T08:30:34.377" v="8" actId="1076"/>
          <ac:spMkLst>
            <pc:docMk/>
            <pc:sldMk cId="3522742502" sldId="450"/>
            <ac:spMk id="5" creationId="{F8B2A055-36B3-1C0C-9866-6B9E72F0B31C}"/>
          </ac:spMkLst>
        </pc:spChg>
      </pc:sldChg>
      <pc:sldChg chg="modSp">
        <pc:chgData name="MR. PRADEEPKUMAR GAJENDRA BHALE" userId="S::pradeepkumar@iitg.ac.in::23e8cbce-e55b-40c0-a5e5-37ea767cf5fa" providerId="AD" clId="Web-{28AE61F8-74C9-A53E-5A04-EBBBC81F1DBD}" dt="2023-07-23T08:46:13.821" v="10" actId="1076"/>
        <pc:sldMkLst>
          <pc:docMk/>
          <pc:sldMk cId="1327610468" sldId="537"/>
        </pc:sldMkLst>
        <pc:spChg chg="mod">
          <ac:chgData name="MR. PRADEEPKUMAR GAJENDRA BHALE" userId="S::pradeepkumar@iitg.ac.in::23e8cbce-e55b-40c0-a5e5-37ea767cf5fa" providerId="AD" clId="Web-{28AE61F8-74C9-A53E-5A04-EBBBC81F1DBD}" dt="2023-07-23T08:46:02.617" v="9" actId="14100"/>
          <ac:spMkLst>
            <pc:docMk/>
            <pc:sldMk cId="1327610468" sldId="537"/>
            <ac:spMk id="18" creationId="{60C2F196-94A3-894B-42B9-1E4BEEC49E92}"/>
          </ac:spMkLst>
        </pc:spChg>
        <pc:spChg chg="mod">
          <ac:chgData name="MR. PRADEEPKUMAR GAJENDRA BHALE" userId="S::pradeepkumar@iitg.ac.in::23e8cbce-e55b-40c0-a5e5-37ea767cf5fa" providerId="AD" clId="Web-{28AE61F8-74C9-A53E-5A04-EBBBC81F1DBD}" dt="2023-07-23T08:46:13.821" v="10" actId="1076"/>
          <ac:spMkLst>
            <pc:docMk/>
            <pc:sldMk cId="1327610468" sldId="537"/>
            <ac:spMk id="20" creationId="{00000000-0000-0000-0000-000000000000}"/>
          </ac:spMkLst>
        </pc:spChg>
      </pc:sldChg>
    </pc:docChg>
  </pc:docChgLst>
  <pc:docChgLst>
    <pc:chgData name="MR. PRADEEPKUMAR GAJENDRA BHALE" userId="S::pradeepkumar@iitg.ac.in::23e8cbce-e55b-40c0-a5e5-37ea767cf5fa" providerId="AD" clId="Web-{FA16075C-D845-FCAE-BC79-3CE0F021D1AD}"/>
    <pc:docChg chg="modSld">
      <pc:chgData name="MR. PRADEEPKUMAR GAJENDRA BHALE" userId="S::pradeepkumar@iitg.ac.in::23e8cbce-e55b-40c0-a5e5-37ea767cf5fa" providerId="AD" clId="Web-{FA16075C-D845-FCAE-BC79-3CE0F021D1AD}" dt="2023-07-22T13:42:12.371" v="74" actId="1076"/>
      <pc:docMkLst>
        <pc:docMk/>
      </pc:docMkLst>
      <pc:sldChg chg="modSp">
        <pc:chgData name="MR. PRADEEPKUMAR GAJENDRA BHALE" userId="S::pradeepkumar@iitg.ac.in::23e8cbce-e55b-40c0-a5e5-37ea767cf5fa" providerId="AD" clId="Web-{FA16075C-D845-FCAE-BC79-3CE0F021D1AD}" dt="2023-07-22T11:55:24.084" v="11" actId="20577"/>
        <pc:sldMkLst>
          <pc:docMk/>
          <pc:sldMk cId="721863152" sldId="387"/>
        </pc:sldMkLst>
        <pc:spChg chg="mod">
          <ac:chgData name="MR. PRADEEPKUMAR GAJENDRA BHALE" userId="S::pradeepkumar@iitg.ac.in::23e8cbce-e55b-40c0-a5e5-37ea767cf5fa" providerId="AD" clId="Web-{FA16075C-D845-FCAE-BC79-3CE0F021D1AD}" dt="2023-07-22T11:55:24.084" v="11" actId="20577"/>
          <ac:spMkLst>
            <pc:docMk/>
            <pc:sldMk cId="721863152" sldId="387"/>
            <ac:spMk id="24" creationId="{787EAA52-AEB9-D19E-FBBD-C5751F40037B}"/>
          </ac:spMkLst>
        </pc:spChg>
      </pc:sldChg>
      <pc:sldChg chg="modSp">
        <pc:chgData name="MR. PRADEEPKUMAR GAJENDRA BHALE" userId="S::pradeepkumar@iitg.ac.in::23e8cbce-e55b-40c0-a5e5-37ea767cf5fa" providerId="AD" clId="Web-{FA16075C-D845-FCAE-BC79-3CE0F021D1AD}" dt="2023-07-22T11:53:37.174" v="2" actId="14100"/>
        <pc:sldMkLst>
          <pc:docMk/>
          <pc:sldMk cId="3720213244" sldId="445"/>
        </pc:sldMkLst>
        <pc:spChg chg="mod">
          <ac:chgData name="MR. PRADEEPKUMAR GAJENDRA BHALE" userId="S::pradeepkumar@iitg.ac.in::23e8cbce-e55b-40c0-a5e5-37ea767cf5fa" providerId="AD" clId="Web-{FA16075C-D845-FCAE-BC79-3CE0F021D1AD}" dt="2023-07-22T11:53:37.174" v="2" actId="14100"/>
          <ac:spMkLst>
            <pc:docMk/>
            <pc:sldMk cId="3720213244" sldId="445"/>
            <ac:spMk id="18" creationId="{60C2F196-94A3-894B-42B9-1E4BEEC49E92}"/>
          </ac:spMkLst>
        </pc:spChg>
        <pc:spChg chg="mod">
          <ac:chgData name="MR. PRADEEPKUMAR GAJENDRA BHALE" userId="S::pradeepkumar@iitg.ac.in::23e8cbce-e55b-40c0-a5e5-37ea767cf5fa" providerId="AD" clId="Web-{FA16075C-D845-FCAE-BC79-3CE0F021D1AD}" dt="2023-07-22T11:53:33.970" v="1" actId="14100"/>
          <ac:spMkLst>
            <pc:docMk/>
            <pc:sldMk cId="3720213244" sldId="445"/>
            <ac:spMk id="19" creationId="{00000000-0000-0000-0000-000000000000}"/>
          </ac:spMkLst>
        </pc:spChg>
      </pc:sldChg>
      <pc:sldChg chg="modSp">
        <pc:chgData name="MR. PRADEEPKUMAR GAJENDRA BHALE" userId="S::pradeepkumar@iitg.ac.in::23e8cbce-e55b-40c0-a5e5-37ea767cf5fa" providerId="AD" clId="Web-{FA16075C-D845-FCAE-BC79-3CE0F021D1AD}" dt="2023-07-22T11:54:31.691" v="8" actId="20577"/>
        <pc:sldMkLst>
          <pc:docMk/>
          <pc:sldMk cId="1961591789" sldId="589"/>
        </pc:sldMkLst>
        <pc:spChg chg="mod">
          <ac:chgData name="MR. PRADEEPKUMAR GAJENDRA BHALE" userId="S::pradeepkumar@iitg.ac.in::23e8cbce-e55b-40c0-a5e5-37ea767cf5fa" providerId="AD" clId="Web-{FA16075C-D845-FCAE-BC79-3CE0F021D1AD}" dt="2023-07-22T11:54:31.691" v="8" actId="20577"/>
          <ac:spMkLst>
            <pc:docMk/>
            <pc:sldMk cId="1961591789" sldId="589"/>
            <ac:spMk id="16" creationId="{51157B91-5A11-2A84-B30D-A1034AF46C9C}"/>
          </ac:spMkLst>
        </pc:spChg>
      </pc:sldChg>
      <pc:sldChg chg="modSp">
        <pc:chgData name="MR. PRADEEPKUMAR GAJENDRA BHALE" userId="S::pradeepkumar@iitg.ac.in::23e8cbce-e55b-40c0-a5e5-37ea767cf5fa" providerId="AD" clId="Web-{FA16075C-D845-FCAE-BC79-3CE0F021D1AD}" dt="2023-07-22T13:42:12.371" v="74" actId="1076"/>
        <pc:sldMkLst>
          <pc:docMk/>
          <pc:sldMk cId="1486803258" sldId="593"/>
        </pc:sldMkLst>
        <pc:spChg chg="mod">
          <ac:chgData name="MR. PRADEEPKUMAR GAJENDRA BHALE" userId="S::pradeepkumar@iitg.ac.in::23e8cbce-e55b-40c0-a5e5-37ea767cf5fa" providerId="AD" clId="Web-{FA16075C-D845-FCAE-BC79-3CE0F021D1AD}" dt="2023-07-22T13:42:12.371" v="74" actId="1076"/>
          <ac:spMkLst>
            <pc:docMk/>
            <pc:sldMk cId="1486803258" sldId="593"/>
            <ac:spMk id="14" creationId="{D8FAC7AC-BB35-D264-B2EC-39D9FC8D7B2F}"/>
          </ac:spMkLst>
        </pc:spChg>
        <pc:picChg chg="mod">
          <ac:chgData name="MR. PRADEEPKUMAR GAJENDRA BHALE" userId="S::pradeepkumar@iitg.ac.in::23e8cbce-e55b-40c0-a5e5-37ea767cf5fa" providerId="AD" clId="Web-{FA16075C-D845-FCAE-BC79-3CE0F021D1AD}" dt="2023-07-22T13:42:05.996" v="72" actId="1076"/>
          <ac:picMkLst>
            <pc:docMk/>
            <pc:sldMk cId="1486803258" sldId="593"/>
            <ac:picMk id="26" creationId="{4D9AA185-DDAE-DED5-8BF2-F6F6ABF4B51D}"/>
          </ac:picMkLst>
        </pc:picChg>
      </pc:sldChg>
      <pc:sldChg chg="modSp">
        <pc:chgData name="MR. PRADEEPKUMAR GAJENDRA BHALE" userId="S::pradeepkumar@iitg.ac.in::23e8cbce-e55b-40c0-a5e5-37ea767cf5fa" providerId="AD" clId="Web-{FA16075C-D845-FCAE-BC79-3CE0F021D1AD}" dt="2023-07-22T13:41:32.838" v="68" actId="1076"/>
        <pc:sldMkLst>
          <pc:docMk/>
          <pc:sldMk cId="4160981172" sldId="594"/>
        </pc:sldMkLst>
        <pc:spChg chg="mod">
          <ac:chgData name="MR. PRADEEPKUMAR GAJENDRA BHALE" userId="S::pradeepkumar@iitg.ac.in::23e8cbce-e55b-40c0-a5e5-37ea767cf5fa" providerId="AD" clId="Web-{FA16075C-D845-FCAE-BC79-3CE0F021D1AD}" dt="2023-07-22T13:41:16.228" v="66" actId="14100"/>
          <ac:spMkLst>
            <pc:docMk/>
            <pc:sldMk cId="4160981172" sldId="594"/>
            <ac:spMk id="10" creationId="{87F85E96-EA8F-71A4-BD5E-C6EAC388F54C}"/>
          </ac:spMkLst>
        </pc:spChg>
        <pc:spChg chg="mod">
          <ac:chgData name="MR. PRADEEPKUMAR GAJENDRA BHALE" userId="S::pradeepkumar@iitg.ac.in::23e8cbce-e55b-40c0-a5e5-37ea767cf5fa" providerId="AD" clId="Web-{FA16075C-D845-FCAE-BC79-3CE0F021D1AD}" dt="2023-07-22T13:41:25.025" v="67" actId="1076"/>
          <ac:spMkLst>
            <pc:docMk/>
            <pc:sldMk cId="4160981172" sldId="594"/>
            <ac:spMk id="12" creationId="{0DD49778-4833-8E33-1AE4-AD67F8415D25}"/>
          </ac:spMkLst>
        </pc:spChg>
        <pc:picChg chg="mod">
          <ac:chgData name="MR. PRADEEPKUMAR GAJENDRA BHALE" userId="S::pradeepkumar@iitg.ac.in::23e8cbce-e55b-40c0-a5e5-37ea767cf5fa" providerId="AD" clId="Web-{FA16075C-D845-FCAE-BC79-3CE0F021D1AD}" dt="2023-07-22T13:41:32.838" v="68" actId="1076"/>
          <ac:picMkLst>
            <pc:docMk/>
            <pc:sldMk cId="4160981172" sldId="594"/>
            <ac:picMk id="15" creationId="{125E96E3-4878-C689-BD51-151FC34473B3}"/>
          </ac:picMkLst>
        </pc:picChg>
      </pc:sldChg>
      <pc:sldChg chg="modSp">
        <pc:chgData name="MR. PRADEEPKUMAR GAJENDRA BHALE" userId="S::pradeepkumar@iitg.ac.in::23e8cbce-e55b-40c0-a5e5-37ea767cf5fa" providerId="AD" clId="Web-{FA16075C-D845-FCAE-BC79-3CE0F021D1AD}" dt="2023-07-22T13:40:26.710" v="63" actId="1076"/>
        <pc:sldMkLst>
          <pc:docMk/>
          <pc:sldMk cId="2522952153" sldId="595"/>
        </pc:sldMkLst>
        <pc:spChg chg="mod">
          <ac:chgData name="MR. PRADEEPKUMAR GAJENDRA BHALE" userId="S::pradeepkumar@iitg.ac.in::23e8cbce-e55b-40c0-a5e5-37ea767cf5fa" providerId="AD" clId="Web-{FA16075C-D845-FCAE-BC79-3CE0F021D1AD}" dt="2023-07-22T13:40:18.304" v="62" actId="1076"/>
          <ac:spMkLst>
            <pc:docMk/>
            <pc:sldMk cId="2522952153" sldId="595"/>
            <ac:spMk id="8" creationId="{87F85E96-EA8F-71A4-BD5E-C6EAC388F54C}"/>
          </ac:spMkLst>
        </pc:spChg>
        <pc:spChg chg="mod">
          <ac:chgData name="MR. PRADEEPKUMAR GAJENDRA BHALE" userId="S::pradeepkumar@iitg.ac.in::23e8cbce-e55b-40c0-a5e5-37ea767cf5fa" providerId="AD" clId="Web-{FA16075C-D845-FCAE-BC79-3CE0F021D1AD}" dt="2023-07-22T13:36:58.060" v="41" actId="20577"/>
          <ac:spMkLst>
            <pc:docMk/>
            <pc:sldMk cId="2522952153" sldId="595"/>
            <ac:spMk id="9" creationId="{6B01EAF1-FA4E-0887-4907-C0113AED1475}"/>
          </ac:spMkLst>
        </pc:spChg>
        <pc:spChg chg="mod">
          <ac:chgData name="MR. PRADEEPKUMAR GAJENDRA BHALE" userId="S::pradeepkumar@iitg.ac.in::23e8cbce-e55b-40c0-a5e5-37ea767cf5fa" providerId="AD" clId="Web-{FA16075C-D845-FCAE-BC79-3CE0F021D1AD}" dt="2023-07-22T13:38:26.424" v="51" actId="20577"/>
          <ac:spMkLst>
            <pc:docMk/>
            <pc:sldMk cId="2522952153" sldId="595"/>
            <ac:spMk id="11" creationId="{BFC78D2A-7162-2D3E-ABBC-BD83F1189F80}"/>
          </ac:spMkLst>
        </pc:spChg>
        <pc:spChg chg="mod">
          <ac:chgData name="MR. PRADEEPKUMAR GAJENDRA BHALE" userId="S::pradeepkumar@iitg.ac.in::23e8cbce-e55b-40c0-a5e5-37ea767cf5fa" providerId="AD" clId="Web-{FA16075C-D845-FCAE-BC79-3CE0F021D1AD}" dt="2023-07-22T13:40:26.710" v="63" actId="1076"/>
          <ac:spMkLst>
            <pc:docMk/>
            <pc:sldMk cId="2522952153" sldId="595"/>
            <ac:spMk id="12" creationId="{0DD49778-4833-8E33-1AE4-AD67F8415D25}"/>
          </ac:spMkLst>
        </pc:spChg>
        <pc:spChg chg="mod">
          <ac:chgData name="MR. PRADEEPKUMAR GAJENDRA BHALE" userId="S::pradeepkumar@iitg.ac.in::23e8cbce-e55b-40c0-a5e5-37ea767cf5fa" providerId="AD" clId="Web-{FA16075C-D845-FCAE-BC79-3CE0F021D1AD}" dt="2023-07-22T13:39:37.677" v="57" actId="20577"/>
          <ac:spMkLst>
            <pc:docMk/>
            <pc:sldMk cId="2522952153" sldId="595"/>
            <ac:spMk id="13" creationId="{A144C05C-29BE-FDA4-B294-4C03297F3FD0}"/>
          </ac:spMkLst>
        </pc:spChg>
      </pc:sldChg>
      <pc:sldChg chg="modSp">
        <pc:chgData name="MR. PRADEEPKUMAR GAJENDRA BHALE" userId="S::pradeepkumar@iitg.ac.in::23e8cbce-e55b-40c0-a5e5-37ea767cf5fa" providerId="AD" clId="Web-{FA16075C-D845-FCAE-BC79-3CE0F021D1AD}" dt="2023-07-22T13:34:14.147" v="22" actId="1076"/>
        <pc:sldMkLst>
          <pc:docMk/>
          <pc:sldMk cId="1287942153" sldId="596"/>
        </pc:sldMkLst>
        <pc:spChg chg="mod">
          <ac:chgData name="MR. PRADEEPKUMAR GAJENDRA BHALE" userId="S::pradeepkumar@iitg.ac.in::23e8cbce-e55b-40c0-a5e5-37ea767cf5fa" providerId="AD" clId="Web-{FA16075C-D845-FCAE-BC79-3CE0F021D1AD}" dt="2023-07-22T13:33:55.537" v="21" actId="20577"/>
          <ac:spMkLst>
            <pc:docMk/>
            <pc:sldMk cId="1287942153" sldId="596"/>
            <ac:spMk id="10" creationId="{B385139D-BD9D-70B7-0E90-78045384A976}"/>
          </ac:spMkLst>
        </pc:spChg>
        <pc:spChg chg="mod">
          <ac:chgData name="MR. PRADEEPKUMAR GAJENDRA BHALE" userId="S::pradeepkumar@iitg.ac.in::23e8cbce-e55b-40c0-a5e5-37ea767cf5fa" providerId="AD" clId="Web-{FA16075C-D845-FCAE-BC79-3CE0F021D1AD}" dt="2023-07-22T13:34:14.147" v="22" actId="1076"/>
          <ac:spMkLst>
            <pc:docMk/>
            <pc:sldMk cId="1287942153" sldId="596"/>
            <ac:spMk id="14" creationId="{84807764-8733-6D2C-882A-B2782F1B3D8F}"/>
          </ac:spMkLst>
        </pc:spChg>
        <pc:spChg chg="mod">
          <ac:chgData name="MR. PRADEEPKUMAR GAJENDRA BHALE" userId="S::pradeepkumar@iitg.ac.in::23e8cbce-e55b-40c0-a5e5-37ea767cf5fa" providerId="AD" clId="Web-{FA16075C-D845-FCAE-BC79-3CE0F021D1AD}" dt="2023-07-22T13:33:06.300" v="13" actId="20577"/>
          <ac:spMkLst>
            <pc:docMk/>
            <pc:sldMk cId="1287942153" sldId="596"/>
            <ac:spMk id="15" creationId="{66585BBF-3A33-FDC3-3DCF-7562BF34DB06}"/>
          </ac:spMkLst>
        </pc:spChg>
      </pc:sldChg>
    </pc:docChg>
  </pc:docChgLst>
  <pc:docChgLst>
    <pc:chgData name="MR. PRADEEPKUMAR GAJENDRA BHALE" userId="S::pradeepkumar@iitg.ac.in::23e8cbce-e55b-40c0-a5e5-37ea767cf5fa" providerId="AD" clId="Web-{CBA63068-A734-C9E4-D5CB-F5AF1C3266C1}"/>
    <pc:docChg chg="modSld">
      <pc:chgData name="MR. PRADEEPKUMAR GAJENDRA BHALE" userId="S::pradeepkumar@iitg.ac.in::23e8cbce-e55b-40c0-a5e5-37ea767cf5fa" providerId="AD" clId="Web-{CBA63068-A734-C9E4-D5CB-F5AF1C3266C1}" dt="2023-07-22T04:13:42.081" v="1" actId="1076"/>
      <pc:docMkLst>
        <pc:docMk/>
      </pc:docMkLst>
      <pc:sldChg chg="modSp">
        <pc:chgData name="MR. PRADEEPKUMAR GAJENDRA BHALE" userId="S::pradeepkumar@iitg.ac.in::23e8cbce-e55b-40c0-a5e5-37ea767cf5fa" providerId="AD" clId="Web-{CBA63068-A734-C9E4-D5CB-F5AF1C3266C1}" dt="2023-07-22T04:13:42.081" v="1" actId="1076"/>
        <pc:sldMkLst>
          <pc:docMk/>
          <pc:sldMk cId="0" sldId="256"/>
        </pc:sldMkLst>
        <pc:spChg chg="mod">
          <ac:chgData name="MR. PRADEEPKUMAR GAJENDRA BHALE" userId="S::pradeepkumar@iitg.ac.in::23e8cbce-e55b-40c0-a5e5-37ea767cf5fa" providerId="AD" clId="Web-{CBA63068-A734-C9E4-D5CB-F5AF1C3266C1}" dt="2023-07-22T04:13:42.081" v="1" actId="1076"/>
          <ac:spMkLst>
            <pc:docMk/>
            <pc:sldMk cId="0" sldId="256"/>
            <ac:spMk id="78" creationId="{00000000-0000-0000-0000-000000000000}"/>
          </ac:spMkLst>
        </pc:spChg>
        <pc:spChg chg="mod">
          <ac:chgData name="MR. PRADEEPKUMAR GAJENDRA BHALE" userId="S::pradeepkumar@iitg.ac.in::23e8cbce-e55b-40c0-a5e5-37ea767cf5fa" providerId="AD" clId="Web-{CBA63068-A734-C9E4-D5CB-F5AF1C3266C1}" dt="2023-07-22T04:13:34.644" v="0" actId="1076"/>
          <ac:spMkLst>
            <pc:docMk/>
            <pc:sldMk cId="0" sldId="256"/>
            <ac:spMk id="82" creationId="{00000000-0000-0000-0000-000000000000}"/>
          </ac:spMkLst>
        </pc:spChg>
      </pc:sldChg>
    </pc:docChg>
  </pc:docChgLst>
  <pc:docChgLst>
    <pc:chgData name="MR. PRADEEPKUMAR GAJENDRA BHALE" userId="S::pradeepkumar@iitg.ac.in::23e8cbce-e55b-40c0-a5e5-37ea767cf5fa" providerId="AD" clId="Web-{7E77138A-D87D-334A-2537-A6BD0FC26E9F}"/>
    <pc:docChg chg="modSld">
      <pc:chgData name="MR. PRADEEPKUMAR GAJENDRA BHALE" userId="S::pradeepkumar@iitg.ac.in::23e8cbce-e55b-40c0-a5e5-37ea767cf5fa" providerId="AD" clId="Web-{7E77138A-D87D-334A-2537-A6BD0FC26E9F}" dt="2023-07-23T15:01:30.145" v="0"/>
      <pc:docMkLst>
        <pc:docMk/>
      </pc:docMkLst>
      <pc:sldChg chg="delSp">
        <pc:chgData name="MR. PRADEEPKUMAR GAJENDRA BHALE" userId="S::pradeepkumar@iitg.ac.in::23e8cbce-e55b-40c0-a5e5-37ea767cf5fa" providerId="AD" clId="Web-{7E77138A-D87D-334A-2537-A6BD0FC26E9F}" dt="2023-07-23T15:01:30.145" v="0"/>
        <pc:sldMkLst>
          <pc:docMk/>
          <pc:sldMk cId="4160981172" sldId="594"/>
        </pc:sldMkLst>
        <pc:picChg chg="del">
          <ac:chgData name="MR. PRADEEPKUMAR GAJENDRA BHALE" userId="S::pradeepkumar@iitg.ac.in::23e8cbce-e55b-40c0-a5e5-37ea767cf5fa" providerId="AD" clId="Web-{7E77138A-D87D-334A-2537-A6BD0FC26E9F}" dt="2023-07-23T15:01:30.145" v="0"/>
          <ac:picMkLst>
            <pc:docMk/>
            <pc:sldMk cId="4160981172" sldId="594"/>
            <ac:picMk id="15" creationId="{125E96E3-4878-C689-BD51-151FC34473B3}"/>
          </ac:picMkLst>
        </pc:picChg>
      </pc:sldChg>
    </pc:docChg>
  </pc:docChgLst>
  <pc:docChgLst>
    <pc:chgData name="MR. PRADEEPKUMAR GAJENDRA BHALE" userId="S::pradeepkumar@iitg.ac.in::23e8cbce-e55b-40c0-a5e5-37ea767cf5fa" providerId="AD" clId="Web-{AFDD9D86-438B-FC96-1857-7BF0B78D33C2}"/>
    <pc:docChg chg="delSld modSld">
      <pc:chgData name="MR. PRADEEPKUMAR GAJENDRA BHALE" userId="S::pradeepkumar@iitg.ac.in::23e8cbce-e55b-40c0-a5e5-37ea767cf5fa" providerId="AD" clId="Web-{AFDD9D86-438B-FC96-1857-7BF0B78D33C2}" dt="2023-07-24T01:06:42.112" v="68" actId="20577"/>
      <pc:docMkLst>
        <pc:docMk/>
      </pc:docMkLst>
      <pc:sldChg chg="addSp delSp modSp">
        <pc:chgData name="MR. PRADEEPKUMAR GAJENDRA BHALE" userId="S::pradeepkumar@iitg.ac.in::23e8cbce-e55b-40c0-a5e5-37ea767cf5fa" providerId="AD" clId="Web-{AFDD9D86-438B-FC96-1857-7BF0B78D33C2}" dt="2023-07-24T00:37:16.520" v="42" actId="1076"/>
        <pc:sldMkLst>
          <pc:docMk/>
          <pc:sldMk cId="2077309353" sldId="545"/>
        </pc:sldMkLst>
        <pc:spChg chg="add mod">
          <ac:chgData name="MR. PRADEEPKUMAR GAJENDRA BHALE" userId="S::pradeepkumar@iitg.ac.in::23e8cbce-e55b-40c0-a5e5-37ea767cf5fa" providerId="AD" clId="Web-{AFDD9D86-438B-FC96-1857-7BF0B78D33C2}" dt="2023-07-24T00:37:04.082" v="35" actId="1076"/>
          <ac:spMkLst>
            <pc:docMk/>
            <pc:sldMk cId="2077309353" sldId="545"/>
            <ac:spMk id="2" creationId="{9C26FC7E-A822-0169-2017-A0121C830D63}"/>
          </ac:spMkLst>
        </pc:spChg>
        <pc:spChg chg="add mod">
          <ac:chgData name="MR. PRADEEPKUMAR GAJENDRA BHALE" userId="S::pradeepkumar@iitg.ac.in::23e8cbce-e55b-40c0-a5e5-37ea767cf5fa" providerId="AD" clId="Web-{AFDD9D86-438B-FC96-1857-7BF0B78D33C2}" dt="2023-07-24T00:37:04.098" v="36" actId="1076"/>
          <ac:spMkLst>
            <pc:docMk/>
            <pc:sldMk cId="2077309353" sldId="545"/>
            <ac:spMk id="3" creationId="{F3CE5216-E8A4-7379-19B1-AEAE81EE29F6}"/>
          </ac:spMkLst>
        </pc:spChg>
        <pc:spChg chg="mod">
          <ac:chgData name="MR. PRADEEPKUMAR GAJENDRA BHALE" userId="S::pradeepkumar@iitg.ac.in::23e8cbce-e55b-40c0-a5e5-37ea767cf5fa" providerId="AD" clId="Web-{AFDD9D86-438B-FC96-1857-7BF0B78D33C2}" dt="2023-07-24T00:35:49.486" v="26" actId="14100"/>
          <ac:spMkLst>
            <pc:docMk/>
            <pc:sldMk cId="2077309353" sldId="545"/>
            <ac:spMk id="8" creationId="{1FFFCB4F-F359-F335-57A6-90433714CADD}"/>
          </ac:spMkLst>
        </pc:spChg>
        <pc:spChg chg="add mod">
          <ac:chgData name="MR. PRADEEPKUMAR GAJENDRA BHALE" userId="S::pradeepkumar@iitg.ac.in::23e8cbce-e55b-40c0-a5e5-37ea767cf5fa" providerId="AD" clId="Web-{AFDD9D86-438B-FC96-1857-7BF0B78D33C2}" dt="2023-07-24T00:37:04.129" v="37" actId="1076"/>
          <ac:spMkLst>
            <pc:docMk/>
            <pc:sldMk cId="2077309353" sldId="545"/>
            <ac:spMk id="9" creationId="{064BA0EE-7894-718F-CFAD-E4C1EA36D7FF}"/>
          </ac:spMkLst>
        </pc:spChg>
        <pc:spChg chg="add mod">
          <ac:chgData name="MR. PRADEEPKUMAR GAJENDRA BHALE" userId="S::pradeepkumar@iitg.ac.in::23e8cbce-e55b-40c0-a5e5-37ea767cf5fa" providerId="AD" clId="Web-{AFDD9D86-438B-FC96-1857-7BF0B78D33C2}" dt="2023-07-24T00:37:04.145" v="38" actId="1076"/>
          <ac:spMkLst>
            <pc:docMk/>
            <pc:sldMk cId="2077309353" sldId="545"/>
            <ac:spMk id="11" creationId="{615E1089-B278-2063-7A8B-0374B924E01F}"/>
          </ac:spMkLst>
        </pc:spChg>
        <pc:spChg chg="del">
          <ac:chgData name="MR. PRADEEPKUMAR GAJENDRA BHALE" userId="S::pradeepkumar@iitg.ac.in::23e8cbce-e55b-40c0-a5e5-37ea767cf5fa" providerId="AD" clId="Web-{AFDD9D86-438B-FC96-1857-7BF0B78D33C2}" dt="2023-07-24T00:33:30.701" v="1"/>
          <ac:spMkLst>
            <pc:docMk/>
            <pc:sldMk cId="2077309353" sldId="545"/>
            <ac:spMk id="12" creationId="{755C542E-D84C-9238-CDAB-7C83780E0D15}"/>
          </ac:spMkLst>
        </pc:spChg>
        <pc:spChg chg="add mod">
          <ac:chgData name="MR. PRADEEPKUMAR GAJENDRA BHALE" userId="S::pradeepkumar@iitg.ac.in::23e8cbce-e55b-40c0-a5e5-37ea767cf5fa" providerId="AD" clId="Web-{AFDD9D86-438B-FC96-1857-7BF0B78D33C2}" dt="2023-07-24T00:37:04.161" v="39" actId="1076"/>
          <ac:spMkLst>
            <pc:docMk/>
            <pc:sldMk cId="2077309353" sldId="545"/>
            <ac:spMk id="13" creationId="{FBAF2748-6CA0-5F7D-EB3B-37F602DADE23}"/>
          </ac:spMkLst>
        </pc:spChg>
        <pc:spChg chg="add mod">
          <ac:chgData name="MR. PRADEEPKUMAR GAJENDRA BHALE" userId="S::pradeepkumar@iitg.ac.in::23e8cbce-e55b-40c0-a5e5-37ea767cf5fa" providerId="AD" clId="Web-{AFDD9D86-438B-FC96-1857-7BF0B78D33C2}" dt="2023-07-24T00:37:04.192" v="40" actId="1076"/>
          <ac:spMkLst>
            <pc:docMk/>
            <pc:sldMk cId="2077309353" sldId="545"/>
            <ac:spMk id="14" creationId="{1493F323-621C-DB44-52C3-8A2692D21D74}"/>
          </ac:spMkLst>
        </pc:spChg>
        <pc:spChg chg="add mod">
          <ac:chgData name="MR. PRADEEPKUMAR GAJENDRA BHALE" userId="S::pradeepkumar@iitg.ac.in::23e8cbce-e55b-40c0-a5e5-37ea767cf5fa" providerId="AD" clId="Web-{AFDD9D86-438B-FC96-1857-7BF0B78D33C2}" dt="2023-07-24T00:37:16.520" v="42" actId="1076"/>
          <ac:spMkLst>
            <pc:docMk/>
            <pc:sldMk cId="2077309353" sldId="545"/>
            <ac:spMk id="15" creationId="{033DE01C-8DC9-6375-770C-408F3AE7D0D1}"/>
          </ac:spMkLst>
        </pc:spChg>
        <pc:spChg chg="add mod">
          <ac:chgData name="MR. PRADEEPKUMAR GAJENDRA BHALE" userId="S::pradeepkumar@iitg.ac.in::23e8cbce-e55b-40c0-a5e5-37ea767cf5fa" providerId="AD" clId="Web-{AFDD9D86-438B-FC96-1857-7BF0B78D33C2}" dt="2023-07-24T00:37:04.207" v="41" actId="1076"/>
          <ac:spMkLst>
            <pc:docMk/>
            <pc:sldMk cId="2077309353" sldId="545"/>
            <ac:spMk id="18" creationId="{8616B587-9385-28A0-ED58-AB72E4627024}"/>
          </ac:spMkLst>
        </pc:spChg>
        <pc:spChg chg="del">
          <ac:chgData name="MR. PRADEEPKUMAR GAJENDRA BHALE" userId="S::pradeepkumar@iitg.ac.in::23e8cbce-e55b-40c0-a5e5-37ea767cf5fa" providerId="AD" clId="Web-{AFDD9D86-438B-FC96-1857-7BF0B78D33C2}" dt="2023-07-24T00:33:34.029" v="2"/>
          <ac:spMkLst>
            <pc:docMk/>
            <pc:sldMk cId="2077309353" sldId="545"/>
            <ac:spMk id="22" creationId="{2E1284C0-2777-CD70-186B-25C81C08753A}"/>
          </ac:spMkLst>
        </pc:spChg>
        <pc:spChg chg="del">
          <ac:chgData name="MR. PRADEEPKUMAR GAJENDRA BHALE" userId="S::pradeepkumar@iitg.ac.in::23e8cbce-e55b-40c0-a5e5-37ea767cf5fa" providerId="AD" clId="Web-{AFDD9D86-438B-FC96-1857-7BF0B78D33C2}" dt="2023-07-24T00:33:37.060" v="3"/>
          <ac:spMkLst>
            <pc:docMk/>
            <pc:sldMk cId="2077309353" sldId="545"/>
            <ac:spMk id="24" creationId="{DAB966F1-E57C-896A-0D81-E68FDEE5492E}"/>
          </ac:spMkLst>
        </pc:spChg>
        <pc:spChg chg="del">
          <ac:chgData name="MR. PRADEEPKUMAR GAJENDRA BHALE" userId="S::pradeepkumar@iitg.ac.in::23e8cbce-e55b-40c0-a5e5-37ea767cf5fa" providerId="AD" clId="Web-{AFDD9D86-438B-FC96-1857-7BF0B78D33C2}" dt="2023-07-24T00:33:38.967" v="4"/>
          <ac:spMkLst>
            <pc:docMk/>
            <pc:sldMk cId="2077309353" sldId="545"/>
            <ac:spMk id="29" creationId="{00BE540A-7888-62AE-E373-91E09D85CF48}"/>
          </ac:spMkLst>
        </pc:spChg>
        <pc:picChg chg="del">
          <ac:chgData name="MR. PRADEEPKUMAR GAJENDRA BHALE" userId="S::pradeepkumar@iitg.ac.in::23e8cbce-e55b-40c0-a5e5-37ea767cf5fa" providerId="AD" clId="Web-{AFDD9D86-438B-FC96-1857-7BF0B78D33C2}" dt="2023-07-24T00:33:25.060" v="0"/>
          <ac:picMkLst>
            <pc:docMk/>
            <pc:sldMk cId="2077309353" sldId="545"/>
            <ac:picMk id="10" creationId="{D436317C-1B96-92B7-58C4-C3ECF1246345}"/>
          </ac:picMkLst>
        </pc:picChg>
        <pc:picChg chg="mod">
          <ac:chgData name="MR. PRADEEPKUMAR GAJENDRA BHALE" userId="S::pradeepkumar@iitg.ac.in::23e8cbce-e55b-40c0-a5e5-37ea767cf5fa" providerId="AD" clId="Web-{AFDD9D86-438B-FC96-1857-7BF0B78D33C2}" dt="2023-07-24T00:35:52.033" v="27" actId="1076"/>
          <ac:picMkLst>
            <pc:docMk/>
            <pc:sldMk cId="2077309353" sldId="545"/>
            <ac:picMk id="26" creationId="{4D9AA185-DDAE-DED5-8BF2-F6F6ABF4B51D}"/>
          </ac:picMkLst>
        </pc:picChg>
      </pc:sldChg>
      <pc:sldChg chg="delSp modSp del">
        <pc:chgData name="MR. PRADEEPKUMAR GAJENDRA BHALE" userId="S::pradeepkumar@iitg.ac.in::23e8cbce-e55b-40c0-a5e5-37ea767cf5fa" providerId="AD" clId="Web-{AFDD9D86-438B-FC96-1857-7BF0B78D33C2}" dt="2023-07-24T00:37:30.318" v="43"/>
        <pc:sldMkLst>
          <pc:docMk/>
          <pc:sldMk cId="2171610708" sldId="546"/>
        </pc:sldMkLst>
        <pc:spChg chg="del">
          <ac:chgData name="MR. PRADEEPKUMAR GAJENDRA BHALE" userId="S::pradeepkumar@iitg.ac.in::23e8cbce-e55b-40c0-a5e5-37ea767cf5fa" providerId="AD" clId="Web-{AFDD9D86-438B-FC96-1857-7BF0B78D33C2}" dt="2023-07-24T00:35:21.939" v="11"/>
          <ac:spMkLst>
            <pc:docMk/>
            <pc:sldMk cId="2171610708" sldId="546"/>
            <ac:spMk id="3" creationId="{43F685B7-64E2-5A10-232F-C3816183F036}"/>
          </ac:spMkLst>
        </pc:spChg>
        <pc:spChg chg="del">
          <ac:chgData name="MR. PRADEEPKUMAR GAJENDRA BHALE" userId="S::pradeepkumar@iitg.ac.in::23e8cbce-e55b-40c0-a5e5-37ea767cf5fa" providerId="AD" clId="Web-{AFDD9D86-438B-FC96-1857-7BF0B78D33C2}" dt="2023-07-24T00:35:21.939" v="17"/>
          <ac:spMkLst>
            <pc:docMk/>
            <pc:sldMk cId="2171610708" sldId="546"/>
            <ac:spMk id="7" creationId="{1BD98FFC-01ED-455A-A8DF-CDB26A8989DA}"/>
          </ac:spMkLst>
        </pc:spChg>
        <pc:spChg chg="mod">
          <ac:chgData name="MR. PRADEEPKUMAR GAJENDRA BHALE" userId="S::pradeepkumar@iitg.ac.in::23e8cbce-e55b-40c0-a5e5-37ea767cf5fa" providerId="AD" clId="Web-{AFDD9D86-438B-FC96-1857-7BF0B78D33C2}" dt="2023-07-24T00:35:03.219" v="10" actId="14100"/>
          <ac:spMkLst>
            <pc:docMk/>
            <pc:sldMk cId="2171610708" sldId="546"/>
            <ac:spMk id="8" creationId="{13FB8D6A-BD5C-16C6-AB7F-2CCD0E8B5832}"/>
          </ac:spMkLst>
        </pc:spChg>
        <pc:spChg chg="del">
          <ac:chgData name="MR. PRADEEPKUMAR GAJENDRA BHALE" userId="S::pradeepkumar@iitg.ac.in::23e8cbce-e55b-40c0-a5e5-37ea767cf5fa" providerId="AD" clId="Web-{AFDD9D86-438B-FC96-1857-7BF0B78D33C2}" dt="2023-07-24T00:35:21.939" v="16"/>
          <ac:spMkLst>
            <pc:docMk/>
            <pc:sldMk cId="2171610708" sldId="546"/>
            <ac:spMk id="10" creationId="{5AEA56D7-EDA3-3932-0373-C7FC03C57B17}"/>
          </ac:spMkLst>
        </pc:spChg>
        <pc:spChg chg="del">
          <ac:chgData name="MR. PRADEEPKUMAR GAJENDRA BHALE" userId="S::pradeepkumar@iitg.ac.in::23e8cbce-e55b-40c0-a5e5-37ea767cf5fa" providerId="AD" clId="Web-{AFDD9D86-438B-FC96-1857-7BF0B78D33C2}" dt="2023-07-24T00:34:54.672" v="9"/>
          <ac:spMkLst>
            <pc:docMk/>
            <pc:sldMk cId="2171610708" sldId="546"/>
            <ac:spMk id="13" creationId="{C7544F56-1BAF-2FA0-7F63-7203819A2929}"/>
          </ac:spMkLst>
        </pc:spChg>
        <pc:spChg chg="del">
          <ac:chgData name="MR. PRADEEPKUMAR GAJENDRA BHALE" userId="S::pradeepkumar@iitg.ac.in::23e8cbce-e55b-40c0-a5e5-37ea767cf5fa" providerId="AD" clId="Web-{AFDD9D86-438B-FC96-1857-7BF0B78D33C2}" dt="2023-07-24T00:35:21.939" v="15"/>
          <ac:spMkLst>
            <pc:docMk/>
            <pc:sldMk cId="2171610708" sldId="546"/>
            <ac:spMk id="15" creationId="{17F4702A-F67F-015B-74C8-2E0E371645D6}"/>
          </ac:spMkLst>
        </pc:spChg>
        <pc:spChg chg="del">
          <ac:chgData name="MR. PRADEEPKUMAR GAJENDRA BHALE" userId="S::pradeepkumar@iitg.ac.in::23e8cbce-e55b-40c0-a5e5-37ea767cf5fa" providerId="AD" clId="Web-{AFDD9D86-438B-FC96-1857-7BF0B78D33C2}" dt="2023-07-24T00:35:21.939" v="14"/>
          <ac:spMkLst>
            <pc:docMk/>
            <pc:sldMk cId="2171610708" sldId="546"/>
            <ac:spMk id="18" creationId="{D7BB8EA2-17FD-503D-AB00-C2C49858F03D}"/>
          </ac:spMkLst>
        </pc:spChg>
        <pc:spChg chg="del">
          <ac:chgData name="MR. PRADEEPKUMAR GAJENDRA BHALE" userId="S::pradeepkumar@iitg.ac.in::23e8cbce-e55b-40c0-a5e5-37ea767cf5fa" providerId="AD" clId="Web-{AFDD9D86-438B-FC96-1857-7BF0B78D33C2}" dt="2023-07-24T00:35:21.939" v="13"/>
          <ac:spMkLst>
            <pc:docMk/>
            <pc:sldMk cId="2171610708" sldId="546"/>
            <ac:spMk id="22" creationId="{C735B111-5186-3D9B-F6FE-96EBB0E8806B}"/>
          </ac:spMkLst>
        </pc:spChg>
        <pc:spChg chg="del">
          <ac:chgData name="MR. PRADEEPKUMAR GAJENDRA BHALE" userId="S::pradeepkumar@iitg.ac.in::23e8cbce-e55b-40c0-a5e5-37ea767cf5fa" providerId="AD" clId="Web-{AFDD9D86-438B-FC96-1857-7BF0B78D33C2}" dt="2023-07-24T00:34:48.969" v="7"/>
          <ac:spMkLst>
            <pc:docMk/>
            <pc:sldMk cId="2171610708" sldId="546"/>
            <ac:spMk id="25" creationId="{39B4EC89-7764-B0BE-06AA-6BA27D173EE0}"/>
          </ac:spMkLst>
        </pc:spChg>
        <pc:spChg chg="del">
          <ac:chgData name="MR. PRADEEPKUMAR GAJENDRA BHALE" userId="S::pradeepkumar@iitg.ac.in::23e8cbce-e55b-40c0-a5e5-37ea767cf5fa" providerId="AD" clId="Web-{AFDD9D86-438B-FC96-1857-7BF0B78D33C2}" dt="2023-07-24T00:35:21.939" v="12"/>
          <ac:spMkLst>
            <pc:docMk/>
            <pc:sldMk cId="2171610708" sldId="546"/>
            <ac:spMk id="29" creationId="{C9B1124B-776B-B329-C732-D996EE3CE3DB}"/>
          </ac:spMkLst>
        </pc:spChg>
        <pc:picChg chg="del">
          <ac:chgData name="MR. PRADEEPKUMAR GAJENDRA BHALE" userId="S::pradeepkumar@iitg.ac.in::23e8cbce-e55b-40c0-a5e5-37ea767cf5fa" providerId="AD" clId="Web-{AFDD9D86-438B-FC96-1857-7BF0B78D33C2}" dt="2023-07-24T00:34:28.406" v="5"/>
          <ac:picMkLst>
            <pc:docMk/>
            <pc:sldMk cId="2171610708" sldId="546"/>
            <ac:picMk id="9" creationId="{FAE45DC7-B5D9-ED32-F98B-BB3F3B9BAF00}"/>
          </ac:picMkLst>
        </pc:picChg>
        <pc:picChg chg="del">
          <ac:chgData name="MR. PRADEEPKUMAR GAJENDRA BHALE" userId="S::pradeepkumar@iitg.ac.in::23e8cbce-e55b-40c0-a5e5-37ea767cf5fa" providerId="AD" clId="Web-{AFDD9D86-438B-FC96-1857-7BF0B78D33C2}" dt="2023-07-24T00:34:51.860" v="8"/>
          <ac:picMkLst>
            <pc:docMk/>
            <pc:sldMk cId="2171610708" sldId="546"/>
            <ac:picMk id="19" creationId="{BF741E0F-DC4B-FB0F-32F3-3F693FFC96EC}"/>
          </ac:picMkLst>
        </pc:picChg>
        <pc:picChg chg="del">
          <ac:chgData name="MR. PRADEEPKUMAR GAJENDRA BHALE" userId="S::pradeepkumar@iitg.ac.in::23e8cbce-e55b-40c0-a5e5-37ea767cf5fa" providerId="AD" clId="Web-{AFDD9D86-438B-FC96-1857-7BF0B78D33C2}" dt="2023-07-24T00:34:46.844" v="6"/>
          <ac:picMkLst>
            <pc:docMk/>
            <pc:sldMk cId="2171610708" sldId="546"/>
            <ac:picMk id="32" creationId="{9F069312-77D2-471C-6516-774C5405C2AE}"/>
          </ac:picMkLst>
        </pc:picChg>
      </pc:sldChg>
      <pc:sldChg chg="modSp">
        <pc:chgData name="MR. PRADEEPKUMAR GAJENDRA BHALE" userId="S::pradeepkumar@iitg.ac.in::23e8cbce-e55b-40c0-a5e5-37ea767cf5fa" providerId="AD" clId="Web-{AFDD9D86-438B-FC96-1857-7BF0B78D33C2}" dt="2023-07-24T00:37:49.412" v="48" actId="1076"/>
        <pc:sldMkLst>
          <pc:docMk/>
          <pc:sldMk cId="4238071603" sldId="547"/>
        </pc:sldMkLst>
        <pc:spChg chg="mod">
          <ac:chgData name="MR. PRADEEPKUMAR GAJENDRA BHALE" userId="S::pradeepkumar@iitg.ac.in::23e8cbce-e55b-40c0-a5e5-37ea767cf5fa" providerId="AD" clId="Web-{AFDD9D86-438B-FC96-1857-7BF0B78D33C2}" dt="2023-07-24T00:37:49.396" v="46" actId="1076"/>
          <ac:spMkLst>
            <pc:docMk/>
            <pc:sldMk cId="4238071603" sldId="547"/>
            <ac:spMk id="2" creationId="{81A8C0C0-63F8-E5E9-F78D-3A31258FC335}"/>
          </ac:spMkLst>
        </pc:spChg>
        <pc:spChg chg="mod">
          <ac:chgData name="MR. PRADEEPKUMAR GAJENDRA BHALE" userId="S::pradeepkumar@iitg.ac.in::23e8cbce-e55b-40c0-a5e5-37ea767cf5fa" providerId="AD" clId="Web-{AFDD9D86-438B-FC96-1857-7BF0B78D33C2}" dt="2023-07-24T00:37:49.381" v="45" actId="1076"/>
          <ac:spMkLst>
            <pc:docMk/>
            <pc:sldMk cId="4238071603" sldId="547"/>
            <ac:spMk id="5" creationId="{B9AEF17B-4112-9833-8899-91F4C20B459D}"/>
          </ac:spMkLst>
        </pc:spChg>
        <pc:spChg chg="mod">
          <ac:chgData name="MR. PRADEEPKUMAR GAJENDRA BHALE" userId="S::pradeepkumar@iitg.ac.in::23e8cbce-e55b-40c0-a5e5-37ea767cf5fa" providerId="AD" clId="Web-{AFDD9D86-438B-FC96-1857-7BF0B78D33C2}" dt="2023-07-24T00:37:49.396" v="47" actId="1076"/>
          <ac:spMkLst>
            <pc:docMk/>
            <pc:sldMk cId="4238071603" sldId="547"/>
            <ac:spMk id="9" creationId="{3844F13E-67E8-F35D-B562-F3048670BDC0}"/>
          </ac:spMkLst>
        </pc:spChg>
        <pc:spChg chg="mod">
          <ac:chgData name="MR. PRADEEPKUMAR GAJENDRA BHALE" userId="S::pradeepkumar@iitg.ac.in::23e8cbce-e55b-40c0-a5e5-37ea767cf5fa" providerId="AD" clId="Web-{AFDD9D86-438B-FC96-1857-7BF0B78D33C2}" dt="2023-07-24T00:37:38.896" v="44" actId="14100"/>
          <ac:spMkLst>
            <pc:docMk/>
            <pc:sldMk cId="4238071603" sldId="547"/>
            <ac:spMk id="11" creationId="{567E3766-5601-CB5C-8436-0FCD790D58F1}"/>
          </ac:spMkLst>
        </pc:spChg>
        <pc:spChg chg="mod">
          <ac:chgData name="MR. PRADEEPKUMAR GAJENDRA BHALE" userId="S::pradeepkumar@iitg.ac.in::23e8cbce-e55b-40c0-a5e5-37ea767cf5fa" providerId="AD" clId="Web-{AFDD9D86-438B-FC96-1857-7BF0B78D33C2}" dt="2023-07-24T00:37:49.412" v="48" actId="1076"/>
          <ac:spMkLst>
            <pc:docMk/>
            <pc:sldMk cId="4238071603" sldId="547"/>
            <ac:spMk id="15" creationId="{2066CDEA-D015-F00A-5F4E-2DBA77F6DEF4}"/>
          </ac:spMkLst>
        </pc:spChg>
      </pc:sldChg>
      <pc:sldChg chg="modSp">
        <pc:chgData name="MR. PRADEEPKUMAR GAJENDRA BHALE" userId="S::pradeepkumar@iitg.ac.in::23e8cbce-e55b-40c0-a5e5-37ea767cf5fa" providerId="AD" clId="Web-{AFDD9D86-438B-FC96-1857-7BF0B78D33C2}" dt="2023-07-24T00:39:19.274" v="51" actId="1076"/>
        <pc:sldMkLst>
          <pc:docMk/>
          <pc:sldMk cId="719602791" sldId="548"/>
        </pc:sldMkLst>
        <pc:spChg chg="mod">
          <ac:chgData name="MR. PRADEEPKUMAR GAJENDRA BHALE" userId="S::pradeepkumar@iitg.ac.in::23e8cbce-e55b-40c0-a5e5-37ea767cf5fa" providerId="AD" clId="Web-{AFDD9D86-438B-FC96-1857-7BF0B78D33C2}" dt="2023-07-24T00:37:56.287" v="49" actId="14100"/>
          <ac:spMkLst>
            <pc:docMk/>
            <pc:sldMk cId="719602791" sldId="548"/>
            <ac:spMk id="8" creationId="{D614657E-141C-25A5-412B-934450F4EB04}"/>
          </ac:spMkLst>
        </pc:spChg>
        <pc:spChg chg="mod">
          <ac:chgData name="MR. PRADEEPKUMAR GAJENDRA BHALE" userId="S::pradeepkumar@iitg.ac.in::23e8cbce-e55b-40c0-a5e5-37ea767cf5fa" providerId="AD" clId="Web-{AFDD9D86-438B-FC96-1857-7BF0B78D33C2}" dt="2023-07-24T00:39:19.274" v="51" actId="1076"/>
          <ac:spMkLst>
            <pc:docMk/>
            <pc:sldMk cId="719602791" sldId="548"/>
            <ac:spMk id="17" creationId="{01DDAB09-71FE-A091-C9D6-1484C6F73449}"/>
          </ac:spMkLst>
        </pc:spChg>
        <pc:picChg chg="mod">
          <ac:chgData name="MR. PRADEEPKUMAR GAJENDRA BHALE" userId="S::pradeepkumar@iitg.ac.in::23e8cbce-e55b-40c0-a5e5-37ea767cf5fa" providerId="AD" clId="Web-{AFDD9D86-438B-FC96-1857-7BF0B78D33C2}" dt="2023-07-24T00:38:04.428" v="50" actId="1076"/>
          <ac:picMkLst>
            <pc:docMk/>
            <pc:sldMk cId="719602791" sldId="548"/>
            <ac:picMk id="26" creationId="{4D9AA185-DDAE-DED5-8BF2-F6F6ABF4B51D}"/>
          </ac:picMkLst>
        </pc:picChg>
      </pc:sldChg>
      <pc:sldChg chg="modSp">
        <pc:chgData name="MR. PRADEEPKUMAR GAJENDRA BHALE" userId="S::pradeepkumar@iitg.ac.in::23e8cbce-e55b-40c0-a5e5-37ea767cf5fa" providerId="AD" clId="Web-{AFDD9D86-438B-FC96-1857-7BF0B78D33C2}" dt="2023-07-24T00:39:32.743" v="52" actId="14100"/>
        <pc:sldMkLst>
          <pc:docMk/>
          <pc:sldMk cId="165444623" sldId="549"/>
        </pc:sldMkLst>
        <pc:spChg chg="mod">
          <ac:chgData name="MR. PRADEEPKUMAR GAJENDRA BHALE" userId="S::pradeepkumar@iitg.ac.in::23e8cbce-e55b-40c0-a5e5-37ea767cf5fa" providerId="AD" clId="Web-{AFDD9D86-438B-FC96-1857-7BF0B78D33C2}" dt="2023-07-24T00:39:32.743" v="52" actId="14100"/>
          <ac:spMkLst>
            <pc:docMk/>
            <pc:sldMk cId="165444623" sldId="549"/>
            <ac:spMk id="6" creationId="{7979B1F4-C803-F318-8039-D1303F5F737B}"/>
          </ac:spMkLst>
        </pc:spChg>
      </pc:sldChg>
      <pc:sldChg chg="modSp">
        <pc:chgData name="MR. PRADEEPKUMAR GAJENDRA BHALE" userId="S::pradeepkumar@iitg.ac.in::23e8cbce-e55b-40c0-a5e5-37ea767cf5fa" providerId="AD" clId="Web-{AFDD9D86-438B-FC96-1857-7BF0B78D33C2}" dt="2023-07-24T00:40:47.089" v="60" actId="20577"/>
        <pc:sldMkLst>
          <pc:docMk/>
          <pc:sldMk cId="1388330191" sldId="550"/>
        </pc:sldMkLst>
        <pc:spChg chg="mod">
          <ac:chgData name="MR. PRADEEPKUMAR GAJENDRA BHALE" userId="S::pradeepkumar@iitg.ac.in::23e8cbce-e55b-40c0-a5e5-37ea767cf5fa" providerId="AD" clId="Web-{AFDD9D86-438B-FC96-1857-7BF0B78D33C2}" dt="2023-07-24T00:40:47.089" v="60" actId="20577"/>
          <ac:spMkLst>
            <pc:docMk/>
            <pc:sldMk cId="1388330191" sldId="550"/>
            <ac:spMk id="3" creationId="{1FA37BA9-C354-706E-9C81-DBE69C6C58E6}"/>
          </ac:spMkLst>
        </pc:spChg>
        <pc:spChg chg="mod">
          <ac:chgData name="MR. PRADEEPKUMAR GAJENDRA BHALE" userId="S::pradeepkumar@iitg.ac.in::23e8cbce-e55b-40c0-a5e5-37ea767cf5fa" providerId="AD" clId="Web-{AFDD9D86-438B-FC96-1857-7BF0B78D33C2}" dt="2023-07-24T00:39:47.541" v="53" actId="14100"/>
          <ac:spMkLst>
            <pc:docMk/>
            <pc:sldMk cId="1388330191" sldId="550"/>
            <ac:spMk id="8" creationId="{4949D365-146E-2B0C-0BC7-9ED8BA646573}"/>
          </ac:spMkLst>
        </pc:spChg>
        <pc:picChg chg="mod">
          <ac:chgData name="MR. PRADEEPKUMAR GAJENDRA BHALE" userId="S::pradeepkumar@iitg.ac.in::23e8cbce-e55b-40c0-a5e5-37ea767cf5fa" providerId="AD" clId="Web-{AFDD9D86-438B-FC96-1857-7BF0B78D33C2}" dt="2023-07-24T00:39:51.978" v="54" actId="1076"/>
          <ac:picMkLst>
            <pc:docMk/>
            <pc:sldMk cId="1388330191" sldId="550"/>
            <ac:picMk id="26" creationId="{4D9AA185-DDAE-DED5-8BF2-F6F6ABF4B51D}"/>
          </ac:picMkLst>
        </pc:picChg>
      </pc:sldChg>
      <pc:sldChg chg="modSp">
        <pc:chgData name="MR. PRADEEPKUMAR GAJENDRA BHALE" userId="S::pradeepkumar@iitg.ac.in::23e8cbce-e55b-40c0-a5e5-37ea767cf5fa" providerId="AD" clId="Web-{AFDD9D86-438B-FC96-1857-7BF0B78D33C2}" dt="2023-07-24T01:00:54.320" v="61" actId="20577"/>
        <pc:sldMkLst>
          <pc:docMk/>
          <pc:sldMk cId="2263083657" sldId="563"/>
        </pc:sldMkLst>
        <pc:spChg chg="mod">
          <ac:chgData name="MR. PRADEEPKUMAR GAJENDRA BHALE" userId="S::pradeepkumar@iitg.ac.in::23e8cbce-e55b-40c0-a5e5-37ea767cf5fa" providerId="AD" clId="Web-{AFDD9D86-438B-FC96-1857-7BF0B78D33C2}" dt="2023-07-24T01:00:54.320" v="61" actId="20577"/>
          <ac:spMkLst>
            <pc:docMk/>
            <pc:sldMk cId="2263083657" sldId="563"/>
            <ac:spMk id="13" creationId="{376F4645-46E1-2C01-55C1-267ACE5E8CE1}"/>
          </ac:spMkLst>
        </pc:spChg>
      </pc:sldChg>
      <pc:sldChg chg="addSp delSp modSp">
        <pc:chgData name="MR. PRADEEPKUMAR GAJENDRA BHALE" userId="S::pradeepkumar@iitg.ac.in::23e8cbce-e55b-40c0-a5e5-37ea767cf5fa" providerId="AD" clId="Web-{AFDD9D86-438B-FC96-1857-7BF0B78D33C2}" dt="2023-07-24T01:06:42.112" v="68" actId="20577"/>
        <pc:sldMkLst>
          <pc:docMk/>
          <pc:sldMk cId="1533215320" sldId="570"/>
        </pc:sldMkLst>
        <pc:spChg chg="del">
          <ac:chgData name="MR. PRADEEPKUMAR GAJENDRA BHALE" userId="S::pradeepkumar@iitg.ac.in::23e8cbce-e55b-40c0-a5e5-37ea767cf5fa" providerId="AD" clId="Web-{AFDD9D86-438B-FC96-1857-7BF0B78D33C2}" dt="2023-07-24T01:04:54.687" v="65"/>
          <ac:spMkLst>
            <pc:docMk/>
            <pc:sldMk cId="1533215320" sldId="570"/>
            <ac:spMk id="6" creationId="{BC0073BA-7119-901A-FE7F-4BB7B683658E}"/>
          </ac:spMkLst>
        </pc:spChg>
        <pc:spChg chg="add mod">
          <ac:chgData name="MR. PRADEEPKUMAR GAJENDRA BHALE" userId="S::pradeepkumar@iitg.ac.in::23e8cbce-e55b-40c0-a5e5-37ea767cf5fa" providerId="AD" clId="Web-{AFDD9D86-438B-FC96-1857-7BF0B78D33C2}" dt="2023-07-24T01:06:42.112" v="68" actId="20577"/>
          <ac:spMkLst>
            <pc:docMk/>
            <pc:sldMk cId="1533215320" sldId="570"/>
            <ac:spMk id="7" creationId="{51FF4B3D-D0F9-9E43-EF1F-108C1C27C71F}"/>
          </ac:spMkLst>
        </pc:spChg>
      </pc:sldChg>
      <pc:sldChg chg="del">
        <pc:chgData name="MR. PRADEEPKUMAR GAJENDRA BHALE" userId="S::pradeepkumar@iitg.ac.in::23e8cbce-e55b-40c0-a5e5-37ea767cf5fa" providerId="AD" clId="Web-{AFDD9D86-438B-FC96-1857-7BF0B78D33C2}" dt="2023-07-24T01:03:22.090" v="62"/>
        <pc:sldMkLst>
          <pc:docMk/>
          <pc:sldMk cId="2543571585" sldId="605"/>
        </pc:sldMkLst>
      </pc:sldChg>
    </pc:docChg>
  </pc:docChgLst>
  <pc:docChgLst>
    <pc:chgData name="MR. PRADEEPKUMAR GAJENDRA BHALE" userId="S::pradeepkumar@iitg.ac.in::23e8cbce-e55b-40c0-a5e5-37ea767cf5fa" providerId="AD" clId="Web-{F37791D7-18CE-B83C-E44E-094DFA3E7DC9}"/>
    <pc:docChg chg="modSld">
      <pc:chgData name="MR. PRADEEPKUMAR GAJENDRA BHALE" userId="S::pradeepkumar@iitg.ac.in::23e8cbce-e55b-40c0-a5e5-37ea767cf5fa" providerId="AD" clId="Web-{F37791D7-18CE-B83C-E44E-094DFA3E7DC9}" dt="2023-07-22T04:25:16.899" v="107" actId="20577"/>
      <pc:docMkLst>
        <pc:docMk/>
      </pc:docMkLst>
      <pc:sldChg chg="modSp">
        <pc:chgData name="MR. PRADEEPKUMAR GAJENDRA BHALE" userId="S::pradeepkumar@iitg.ac.in::23e8cbce-e55b-40c0-a5e5-37ea767cf5fa" providerId="AD" clId="Web-{F37791D7-18CE-B83C-E44E-094DFA3E7DC9}" dt="2023-07-22T04:23:58.959" v="89" actId="20577"/>
        <pc:sldMkLst>
          <pc:docMk/>
          <pc:sldMk cId="87434725" sldId="394"/>
        </pc:sldMkLst>
        <pc:spChg chg="mod">
          <ac:chgData name="MR. PRADEEPKUMAR GAJENDRA BHALE" userId="S::pradeepkumar@iitg.ac.in::23e8cbce-e55b-40c0-a5e5-37ea767cf5fa" providerId="AD" clId="Web-{F37791D7-18CE-B83C-E44E-094DFA3E7DC9}" dt="2023-07-22T04:23:58.959" v="89" actId="20577"/>
          <ac:spMkLst>
            <pc:docMk/>
            <pc:sldMk cId="87434725" sldId="394"/>
            <ac:spMk id="8" creationId="{9EED0F5D-F604-7D49-C8B5-163138865C7A}"/>
          </ac:spMkLst>
        </pc:spChg>
        <pc:picChg chg="mod">
          <ac:chgData name="MR. PRADEEPKUMAR GAJENDRA BHALE" userId="S::pradeepkumar@iitg.ac.in::23e8cbce-e55b-40c0-a5e5-37ea767cf5fa" providerId="AD" clId="Web-{F37791D7-18CE-B83C-E44E-094DFA3E7DC9}" dt="2023-07-22T04:23:56.178" v="87" actId="1076"/>
          <ac:picMkLst>
            <pc:docMk/>
            <pc:sldMk cId="87434725" sldId="394"/>
            <ac:picMk id="5" creationId="{F950C716-DF63-B282-C970-B93E79102112}"/>
          </ac:picMkLst>
        </pc:picChg>
      </pc:sldChg>
      <pc:sldChg chg="modSp">
        <pc:chgData name="MR. PRADEEPKUMAR GAJENDRA BHALE" userId="S::pradeepkumar@iitg.ac.in::23e8cbce-e55b-40c0-a5e5-37ea767cf5fa" providerId="AD" clId="Web-{F37791D7-18CE-B83C-E44E-094DFA3E7DC9}" dt="2023-07-22T04:24:52.305" v="95" actId="20577"/>
        <pc:sldMkLst>
          <pc:docMk/>
          <pc:sldMk cId="3738373041" sldId="398"/>
        </pc:sldMkLst>
        <pc:spChg chg="mod">
          <ac:chgData name="MR. PRADEEPKUMAR GAJENDRA BHALE" userId="S::pradeepkumar@iitg.ac.in::23e8cbce-e55b-40c0-a5e5-37ea767cf5fa" providerId="AD" clId="Web-{F37791D7-18CE-B83C-E44E-094DFA3E7DC9}" dt="2023-07-22T04:24:52.305" v="95" actId="20577"/>
          <ac:spMkLst>
            <pc:docMk/>
            <pc:sldMk cId="3738373041" sldId="398"/>
            <ac:spMk id="6" creationId="{00000000-0000-0000-0000-000000000000}"/>
          </ac:spMkLst>
        </pc:spChg>
      </pc:sldChg>
      <pc:sldChg chg="modSp">
        <pc:chgData name="MR. PRADEEPKUMAR GAJENDRA BHALE" userId="S::pradeepkumar@iitg.ac.in::23e8cbce-e55b-40c0-a5e5-37ea767cf5fa" providerId="AD" clId="Web-{F37791D7-18CE-B83C-E44E-094DFA3E7DC9}" dt="2023-07-22T04:25:16.899" v="107" actId="20577"/>
        <pc:sldMkLst>
          <pc:docMk/>
          <pc:sldMk cId="2303153803" sldId="401"/>
        </pc:sldMkLst>
        <pc:spChg chg="mod">
          <ac:chgData name="MR. PRADEEPKUMAR GAJENDRA BHALE" userId="S::pradeepkumar@iitg.ac.in::23e8cbce-e55b-40c0-a5e5-37ea767cf5fa" providerId="AD" clId="Web-{F37791D7-18CE-B83C-E44E-094DFA3E7DC9}" dt="2023-07-22T04:25:16.899" v="107" actId="20577"/>
          <ac:spMkLst>
            <pc:docMk/>
            <pc:sldMk cId="2303153803" sldId="401"/>
            <ac:spMk id="2" creationId="{00000000-0000-0000-0000-000000000000}"/>
          </ac:spMkLst>
        </pc:spChg>
        <pc:spChg chg="mod">
          <ac:chgData name="MR. PRADEEPKUMAR GAJENDRA BHALE" userId="S::pradeepkumar@iitg.ac.in::23e8cbce-e55b-40c0-a5e5-37ea767cf5fa" providerId="AD" clId="Web-{F37791D7-18CE-B83C-E44E-094DFA3E7DC9}" dt="2023-07-22T04:25:11.180" v="101" actId="20577"/>
          <ac:spMkLst>
            <pc:docMk/>
            <pc:sldMk cId="2303153803" sldId="401"/>
            <ac:spMk id="6" creationId="{BC0073BA-7119-901A-FE7F-4BB7B683658E}"/>
          </ac:spMkLst>
        </pc:spChg>
      </pc:sldChg>
      <pc:sldChg chg="modSp">
        <pc:chgData name="MR. PRADEEPKUMAR GAJENDRA BHALE" userId="S::pradeepkumar@iitg.ac.in::23e8cbce-e55b-40c0-a5e5-37ea767cf5fa" providerId="AD" clId="Web-{F37791D7-18CE-B83C-E44E-094DFA3E7DC9}" dt="2023-07-22T04:22:42.301" v="81" actId="20577"/>
        <pc:sldMkLst>
          <pc:docMk/>
          <pc:sldMk cId="700052851" sldId="441"/>
        </pc:sldMkLst>
        <pc:spChg chg="mod">
          <ac:chgData name="MR. PRADEEPKUMAR GAJENDRA BHALE" userId="S::pradeepkumar@iitg.ac.in::23e8cbce-e55b-40c0-a5e5-37ea767cf5fa" providerId="AD" clId="Web-{F37791D7-18CE-B83C-E44E-094DFA3E7DC9}" dt="2023-07-22T04:22:42.301" v="81" actId="20577"/>
          <ac:spMkLst>
            <pc:docMk/>
            <pc:sldMk cId="700052851" sldId="441"/>
            <ac:spMk id="2" creationId="{EF0305B0-CCEE-784A-7D74-4424276FCF84}"/>
          </ac:spMkLst>
        </pc:spChg>
        <pc:spChg chg="mod">
          <ac:chgData name="MR. PRADEEPKUMAR GAJENDRA BHALE" userId="S::pradeepkumar@iitg.ac.in::23e8cbce-e55b-40c0-a5e5-37ea767cf5fa" providerId="AD" clId="Web-{F37791D7-18CE-B83C-E44E-094DFA3E7DC9}" dt="2023-07-22T04:19:17.155" v="18" actId="20577"/>
          <ac:spMkLst>
            <pc:docMk/>
            <pc:sldMk cId="700052851" sldId="441"/>
            <ac:spMk id="14" creationId="{9AC6AECF-5EA9-96CA-847A-B3818EDFFE05}"/>
          </ac:spMkLst>
        </pc:spChg>
      </pc:sldChg>
      <pc:sldChg chg="modSp">
        <pc:chgData name="MR. PRADEEPKUMAR GAJENDRA BHALE" userId="S::pradeepkumar@iitg.ac.in::23e8cbce-e55b-40c0-a5e5-37ea767cf5fa" providerId="AD" clId="Web-{F37791D7-18CE-B83C-E44E-094DFA3E7DC9}" dt="2023-07-22T04:19:32.234" v="20" actId="20577"/>
        <pc:sldMkLst>
          <pc:docMk/>
          <pc:sldMk cId="380702359" sldId="442"/>
        </pc:sldMkLst>
        <pc:spChg chg="mod">
          <ac:chgData name="MR. PRADEEPKUMAR GAJENDRA BHALE" userId="S::pradeepkumar@iitg.ac.in::23e8cbce-e55b-40c0-a5e5-37ea767cf5fa" providerId="AD" clId="Web-{F37791D7-18CE-B83C-E44E-094DFA3E7DC9}" dt="2023-07-22T04:14:54.539" v="2" actId="20577"/>
          <ac:spMkLst>
            <pc:docMk/>
            <pc:sldMk cId="380702359" sldId="442"/>
            <ac:spMk id="9" creationId="{3E5EC5DC-A9EB-53F0-5B7A-DFD4E06085A7}"/>
          </ac:spMkLst>
        </pc:spChg>
        <pc:spChg chg="mod">
          <ac:chgData name="MR. PRADEEPKUMAR GAJENDRA BHALE" userId="S::pradeepkumar@iitg.ac.in::23e8cbce-e55b-40c0-a5e5-37ea767cf5fa" providerId="AD" clId="Web-{F37791D7-18CE-B83C-E44E-094DFA3E7DC9}" dt="2023-07-22T04:14:54.289" v="1" actId="20577"/>
          <ac:spMkLst>
            <pc:docMk/>
            <pc:sldMk cId="380702359" sldId="442"/>
            <ac:spMk id="11" creationId="{F39D9535-23C8-9BF5-A26A-90444ADA52C6}"/>
          </ac:spMkLst>
        </pc:spChg>
        <pc:spChg chg="mod">
          <ac:chgData name="MR. PRADEEPKUMAR GAJENDRA BHALE" userId="S::pradeepkumar@iitg.ac.in::23e8cbce-e55b-40c0-a5e5-37ea767cf5fa" providerId="AD" clId="Web-{F37791D7-18CE-B83C-E44E-094DFA3E7DC9}" dt="2023-07-22T04:19:32.234" v="20" actId="20577"/>
          <ac:spMkLst>
            <pc:docMk/>
            <pc:sldMk cId="380702359" sldId="442"/>
            <ac:spMk id="14" creationId="{9AC6AECF-5EA9-96CA-847A-B3818EDFFE05}"/>
          </ac:spMkLst>
        </pc:spChg>
      </pc:sldChg>
      <pc:sldChg chg="modSp">
        <pc:chgData name="MR. PRADEEPKUMAR GAJENDRA BHALE" userId="S::pradeepkumar@iitg.ac.in::23e8cbce-e55b-40c0-a5e5-37ea767cf5fa" providerId="AD" clId="Web-{F37791D7-18CE-B83C-E44E-094DFA3E7DC9}" dt="2023-07-22T04:19:51.094" v="24" actId="20577"/>
        <pc:sldMkLst>
          <pc:docMk/>
          <pc:sldMk cId="23956924" sldId="443"/>
        </pc:sldMkLst>
        <pc:spChg chg="mod">
          <ac:chgData name="MR. PRADEEPKUMAR GAJENDRA BHALE" userId="S::pradeepkumar@iitg.ac.in::23e8cbce-e55b-40c0-a5e5-37ea767cf5fa" providerId="AD" clId="Web-{F37791D7-18CE-B83C-E44E-094DFA3E7DC9}" dt="2023-07-22T04:16:51.651" v="12" actId="14100"/>
          <ac:spMkLst>
            <pc:docMk/>
            <pc:sldMk cId="23956924" sldId="443"/>
            <ac:spMk id="3" creationId="{8309A301-6FAC-9831-18E4-E4F2C31BB71B}"/>
          </ac:spMkLst>
        </pc:spChg>
        <pc:spChg chg="mod">
          <ac:chgData name="MR. PRADEEPKUMAR GAJENDRA BHALE" userId="S::pradeepkumar@iitg.ac.in::23e8cbce-e55b-40c0-a5e5-37ea767cf5fa" providerId="AD" clId="Web-{F37791D7-18CE-B83C-E44E-094DFA3E7DC9}" dt="2023-07-22T04:19:51.094" v="24" actId="20577"/>
          <ac:spMkLst>
            <pc:docMk/>
            <pc:sldMk cId="23956924" sldId="443"/>
            <ac:spMk id="14" creationId="{9AC6AECF-5EA9-96CA-847A-B3818EDFFE05}"/>
          </ac:spMkLst>
        </pc:spChg>
      </pc:sldChg>
      <pc:sldChg chg="modSp">
        <pc:chgData name="MR. PRADEEPKUMAR GAJENDRA BHALE" userId="S::pradeepkumar@iitg.ac.in::23e8cbce-e55b-40c0-a5e5-37ea767cf5fa" providerId="AD" clId="Web-{F37791D7-18CE-B83C-E44E-094DFA3E7DC9}" dt="2023-07-22T04:19:41.078" v="22" actId="20577"/>
        <pc:sldMkLst>
          <pc:docMk/>
          <pc:sldMk cId="2426290872" sldId="513"/>
        </pc:sldMkLst>
        <pc:spChg chg="mod">
          <ac:chgData name="MR. PRADEEPKUMAR GAJENDRA BHALE" userId="S::pradeepkumar@iitg.ac.in::23e8cbce-e55b-40c0-a5e5-37ea767cf5fa" providerId="AD" clId="Web-{F37791D7-18CE-B83C-E44E-094DFA3E7DC9}" dt="2023-07-22T04:15:45.181" v="5" actId="1076"/>
          <ac:spMkLst>
            <pc:docMk/>
            <pc:sldMk cId="2426290872" sldId="513"/>
            <ac:spMk id="3" creationId="{8309A301-6FAC-9831-18E4-E4F2C31BB71B}"/>
          </ac:spMkLst>
        </pc:spChg>
        <pc:spChg chg="mod">
          <ac:chgData name="MR. PRADEEPKUMAR GAJENDRA BHALE" userId="S::pradeepkumar@iitg.ac.in::23e8cbce-e55b-40c0-a5e5-37ea767cf5fa" providerId="AD" clId="Web-{F37791D7-18CE-B83C-E44E-094DFA3E7DC9}" dt="2023-07-22T04:19:41.078" v="22" actId="20577"/>
          <ac:spMkLst>
            <pc:docMk/>
            <pc:sldMk cId="2426290872" sldId="513"/>
            <ac:spMk id="14" creationId="{9AC6AECF-5EA9-96CA-847A-B3818EDFFE05}"/>
          </ac:spMkLst>
        </pc:spChg>
      </pc:sldChg>
    </pc:docChg>
  </pc:docChgLst>
  <pc:docChgLst>
    <pc:chgData name="MR. PRADEEPKUMAR GAJENDRA BHALE" userId="S::pradeepkumar@iitg.ac.in::23e8cbce-e55b-40c0-a5e5-37ea767cf5fa" providerId="AD" clId="Web-{BB0FE33F-1F03-D430-0E89-6495D9A9202B}"/>
    <pc:docChg chg="addSld delSld modSld">
      <pc:chgData name="MR. PRADEEPKUMAR GAJENDRA BHALE" userId="S::pradeepkumar@iitg.ac.in::23e8cbce-e55b-40c0-a5e5-37ea767cf5fa" providerId="AD" clId="Web-{BB0FE33F-1F03-D430-0E89-6495D9A9202B}" dt="2023-07-22T10:15:49.194" v="443" actId="20577"/>
      <pc:docMkLst>
        <pc:docMk/>
      </pc:docMkLst>
      <pc:sldChg chg="modSp">
        <pc:chgData name="MR. PRADEEPKUMAR GAJENDRA BHALE" userId="S::pradeepkumar@iitg.ac.in::23e8cbce-e55b-40c0-a5e5-37ea767cf5fa" providerId="AD" clId="Web-{BB0FE33F-1F03-D430-0E89-6495D9A9202B}" dt="2023-07-22T10:15:49.194" v="443" actId="20577"/>
        <pc:sldMkLst>
          <pc:docMk/>
          <pc:sldMk cId="0" sldId="256"/>
        </pc:sldMkLst>
        <pc:spChg chg="mod">
          <ac:chgData name="MR. PRADEEPKUMAR GAJENDRA BHALE" userId="S::pradeepkumar@iitg.ac.in::23e8cbce-e55b-40c0-a5e5-37ea767cf5fa" providerId="AD" clId="Web-{BB0FE33F-1F03-D430-0E89-6495D9A9202B}" dt="2023-07-22T10:15:49.194" v="443" actId="20577"/>
          <ac:spMkLst>
            <pc:docMk/>
            <pc:sldMk cId="0" sldId="256"/>
            <ac:spMk id="80" creationId="{00000000-0000-0000-0000-000000000000}"/>
          </ac:spMkLst>
        </pc:spChg>
      </pc:sldChg>
      <pc:sldChg chg="modSp">
        <pc:chgData name="MR. PRADEEPKUMAR GAJENDRA BHALE" userId="S::pradeepkumar@iitg.ac.in::23e8cbce-e55b-40c0-a5e5-37ea767cf5fa" providerId="AD" clId="Web-{BB0FE33F-1F03-D430-0E89-6495D9A9202B}" dt="2023-07-22T05:11:02.229" v="4" actId="1076"/>
        <pc:sldMkLst>
          <pc:docMk/>
          <pc:sldMk cId="3738373041" sldId="398"/>
        </pc:sldMkLst>
        <pc:spChg chg="mod">
          <ac:chgData name="MR. PRADEEPKUMAR GAJENDRA BHALE" userId="S::pradeepkumar@iitg.ac.in::23e8cbce-e55b-40c0-a5e5-37ea767cf5fa" providerId="AD" clId="Web-{BB0FE33F-1F03-D430-0E89-6495D9A9202B}" dt="2023-07-22T05:11:02.229" v="4" actId="1076"/>
          <ac:spMkLst>
            <pc:docMk/>
            <pc:sldMk cId="3738373041" sldId="398"/>
            <ac:spMk id="3" creationId="{34705D33-081D-CD5B-726A-B485FBFD5FC0}"/>
          </ac:spMkLst>
        </pc:spChg>
      </pc:sldChg>
      <pc:sldChg chg="addSp delSp">
        <pc:chgData name="MR. PRADEEPKUMAR GAJENDRA BHALE" userId="S::pradeepkumar@iitg.ac.in::23e8cbce-e55b-40c0-a5e5-37ea767cf5fa" providerId="AD" clId="Web-{BB0FE33F-1F03-D430-0E89-6495D9A9202B}" dt="2023-07-22T05:10:52.854" v="3"/>
        <pc:sldMkLst>
          <pc:docMk/>
          <pc:sldMk cId="2303153803" sldId="401"/>
        </pc:sldMkLst>
        <pc:spChg chg="add del">
          <ac:chgData name="MR. PRADEEPKUMAR GAJENDRA BHALE" userId="S::pradeepkumar@iitg.ac.in::23e8cbce-e55b-40c0-a5e5-37ea767cf5fa" providerId="AD" clId="Web-{BB0FE33F-1F03-D430-0E89-6495D9A9202B}" dt="2023-07-22T05:10:52.854" v="3"/>
          <ac:spMkLst>
            <pc:docMk/>
            <pc:sldMk cId="2303153803" sldId="401"/>
            <ac:spMk id="8" creationId="{03B4B612-0A54-7E80-BAFD-1A247720021A}"/>
          </ac:spMkLst>
        </pc:spChg>
      </pc:sldChg>
      <pc:sldChg chg="modSp">
        <pc:chgData name="MR. PRADEEPKUMAR GAJENDRA BHALE" userId="S::pradeepkumar@iitg.ac.in::23e8cbce-e55b-40c0-a5e5-37ea767cf5fa" providerId="AD" clId="Web-{BB0FE33F-1F03-D430-0E89-6495D9A9202B}" dt="2023-07-22T06:33:43.012" v="6" actId="14100"/>
        <pc:sldMkLst>
          <pc:docMk/>
          <pc:sldMk cId="3522742502" sldId="450"/>
        </pc:sldMkLst>
        <pc:spChg chg="mod">
          <ac:chgData name="MR. PRADEEPKUMAR GAJENDRA BHALE" userId="S::pradeepkumar@iitg.ac.in::23e8cbce-e55b-40c0-a5e5-37ea767cf5fa" providerId="AD" clId="Web-{BB0FE33F-1F03-D430-0E89-6495D9A9202B}" dt="2023-07-22T06:33:43.012" v="6" actId="14100"/>
          <ac:spMkLst>
            <pc:docMk/>
            <pc:sldMk cId="3522742502" sldId="450"/>
            <ac:spMk id="5" creationId="{F8B2A055-36B3-1C0C-9866-6B9E72F0B31C}"/>
          </ac:spMkLst>
        </pc:spChg>
      </pc:sldChg>
      <pc:sldChg chg="del">
        <pc:chgData name="MR. PRADEEPKUMAR GAJENDRA BHALE" userId="S::pradeepkumar@iitg.ac.in::23e8cbce-e55b-40c0-a5e5-37ea767cf5fa" providerId="AD" clId="Web-{BB0FE33F-1F03-D430-0E89-6495D9A9202B}" dt="2023-07-22T07:09:36.855" v="190"/>
        <pc:sldMkLst>
          <pc:docMk/>
          <pc:sldMk cId="1295441474" sldId="455"/>
        </pc:sldMkLst>
      </pc:sldChg>
      <pc:sldChg chg="del">
        <pc:chgData name="MR. PRADEEPKUMAR GAJENDRA BHALE" userId="S::pradeepkumar@iitg.ac.in::23e8cbce-e55b-40c0-a5e5-37ea767cf5fa" providerId="AD" clId="Web-{BB0FE33F-1F03-D430-0E89-6495D9A9202B}" dt="2023-07-22T07:09:05.526" v="189"/>
        <pc:sldMkLst>
          <pc:docMk/>
          <pc:sldMk cId="972435405" sldId="467"/>
        </pc:sldMkLst>
      </pc:sldChg>
      <pc:sldChg chg="modSp">
        <pc:chgData name="MR. PRADEEPKUMAR GAJENDRA BHALE" userId="S::pradeepkumar@iitg.ac.in::23e8cbce-e55b-40c0-a5e5-37ea767cf5fa" providerId="AD" clId="Web-{BB0FE33F-1F03-D430-0E89-6495D9A9202B}" dt="2023-07-22T05:14:33.532" v="5" actId="1076"/>
        <pc:sldMkLst>
          <pc:docMk/>
          <pc:sldMk cId="2650153983" sldId="515"/>
        </pc:sldMkLst>
        <pc:spChg chg="mod">
          <ac:chgData name="MR. PRADEEPKUMAR GAJENDRA BHALE" userId="S::pradeepkumar@iitg.ac.in::23e8cbce-e55b-40c0-a5e5-37ea767cf5fa" providerId="AD" clId="Web-{BB0FE33F-1F03-D430-0E89-6495D9A9202B}" dt="2023-07-22T05:14:33.532" v="5" actId="1076"/>
          <ac:spMkLst>
            <pc:docMk/>
            <pc:sldMk cId="2650153983" sldId="515"/>
            <ac:spMk id="12" creationId="{2789B144-6BA7-A809-3FA9-DF7AC5455CFC}"/>
          </ac:spMkLst>
        </pc:spChg>
      </pc:sldChg>
      <pc:sldChg chg="modSp">
        <pc:chgData name="MR. PRADEEPKUMAR GAJENDRA BHALE" userId="S::pradeepkumar@iitg.ac.in::23e8cbce-e55b-40c0-a5e5-37ea767cf5fa" providerId="AD" clId="Web-{BB0FE33F-1F03-D430-0E89-6495D9A9202B}" dt="2023-07-22T06:36:10.329" v="11" actId="20577"/>
        <pc:sldMkLst>
          <pc:docMk/>
          <pc:sldMk cId="2929505741" sldId="542"/>
        </pc:sldMkLst>
        <pc:spChg chg="mod">
          <ac:chgData name="MR. PRADEEPKUMAR GAJENDRA BHALE" userId="S::pradeepkumar@iitg.ac.in::23e8cbce-e55b-40c0-a5e5-37ea767cf5fa" providerId="AD" clId="Web-{BB0FE33F-1F03-D430-0E89-6495D9A9202B}" dt="2023-07-22T06:36:10.329" v="11" actId="20577"/>
          <ac:spMkLst>
            <pc:docMk/>
            <pc:sldMk cId="2929505741" sldId="542"/>
            <ac:spMk id="3" creationId="{B3171D7D-BA47-CA49-72CF-1B2FA83101F3}"/>
          </ac:spMkLst>
        </pc:spChg>
        <pc:spChg chg="mod">
          <ac:chgData name="MR. PRADEEPKUMAR GAJENDRA BHALE" userId="S::pradeepkumar@iitg.ac.in::23e8cbce-e55b-40c0-a5e5-37ea767cf5fa" providerId="AD" clId="Web-{BB0FE33F-1F03-D430-0E89-6495D9A9202B}" dt="2023-07-22T06:35:49.954" v="8" actId="20577"/>
          <ac:spMkLst>
            <pc:docMk/>
            <pc:sldMk cId="2929505741" sldId="542"/>
            <ac:spMk id="8" creationId="{713EBB61-4461-893E-0840-2CC5E2496C8B}"/>
          </ac:spMkLst>
        </pc:spChg>
      </pc:sldChg>
      <pc:sldChg chg="addSp modSp">
        <pc:chgData name="MR. PRADEEPKUMAR GAJENDRA BHALE" userId="S::pradeepkumar@iitg.ac.in::23e8cbce-e55b-40c0-a5e5-37ea767cf5fa" providerId="AD" clId="Web-{BB0FE33F-1F03-D430-0E89-6495D9A9202B}" dt="2023-07-22T06:38:30.678" v="30" actId="1076"/>
        <pc:sldMkLst>
          <pc:docMk/>
          <pc:sldMk cId="3735401641" sldId="543"/>
        </pc:sldMkLst>
        <pc:spChg chg="add">
          <ac:chgData name="MR. PRADEEPKUMAR GAJENDRA BHALE" userId="S::pradeepkumar@iitg.ac.in::23e8cbce-e55b-40c0-a5e5-37ea767cf5fa" providerId="AD" clId="Web-{BB0FE33F-1F03-D430-0E89-6495D9A9202B}" dt="2023-07-22T06:36:51.878" v="13"/>
          <ac:spMkLst>
            <pc:docMk/>
            <pc:sldMk cId="3735401641" sldId="543"/>
            <ac:spMk id="5" creationId="{CD90189F-36F5-4DAD-33B3-1C289BFB9B86}"/>
          </ac:spMkLst>
        </pc:spChg>
        <pc:spChg chg="mod">
          <ac:chgData name="MR. PRADEEPKUMAR GAJENDRA BHALE" userId="S::pradeepkumar@iitg.ac.in::23e8cbce-e55b-40c0-a5e5-37ea767cf5fa" providerId="AD" clId="Web-{BB0FE33F-1F03-D430-0E89-6495D9A9202B}" dt="2023-07-22T06:38:30.678" v="30" actId="1076"/>
          <ac:spMkLst>
            <pc:docMk/>
            <pc:sldMk cId="3735401641" sldId="543"/>
            <ac:spMk id="10" creationId="{8743A9BD-48EE-0C93-FA3B-B5DA310361EA}"/>
          </ac:spMkLst>
        </pc:spChg>
        <pc:spChg chg="mod">
          <ac:chgData name="MR. PRADEEPKUMAR GAJENDRA BHALE" userId="S::pradeepkumar@iitg.ac.in::23e8cbce-e55b-40c0-a5e5-37ea767cf5fa" providerId="AD" clId="Web-{BB0FE33F-1F03-D430-0E89-6495D9A9202B}" dt="2023-07-22T06:38:10.724" v="27" actId="1076"/>
          <ac:spMkLst>
            <pc:docMk/>
            <pc:sldMk cId="3735401641" sldId="543"/>
            <ac:spMk id="12" creationId="{2789B144-6BA7-A809-3FA9-DF7AC5455CFC}"/>
          </ac:spMkLst>
        </pc:spChg>
        <pc:spChg chg="mod">
          <ac:chgData name="MR. PRADEEPKUMAR GAJENDRA BHALE" userId="S::pradeepkumar@iitg.ac.in::23e8cbce-e55b-40c0-a5e5-37ea767cf5fa" providerId="AD" clId="Web-{BB0FE33F-1F03-D430-0E89-6495D9A9202B}" dt="2023-07-22T06:36:55.003" v="14" actId="1076"/>
          <ac:spMkLst>
            <pc:docMk/>
            <pc:sldMk cId="3735401641" sldId="543"/>
            <ac:spMk id="16" creationId="{51157B91-5A11-2A84-B30D-A1034AF46C9C}"/>
          </ac:spMkLst>
        </pc:spChg>
        <pc:picChg chg="mod">
          <ac:chgData name="MR. PRADEEPKUMAR GAJENDRA BHALE" userId="S::pradeepkumar@iitg.ac.in::23e8cbce-e55b-40c0-a5e5-37ea767cf5fa" providerId="AD" clId="Web-{BB0FE33F-1F03-D430-0E89-6495D9A9202B}" dt="2023-07-22T06:36:59.034" v="15" actId="1076"/>
          <ac:picMkLst>
            <pc:docMk/>
            <pc:sldMk cId="3735401641" sldId="543"/>
            <ac:picMk id="14" creationId="{10EB74ED-D21A-4468-A67D-B2C68A4720C5}"/>
          </ac:picMkLst>
        </pc:picChg>
      </pc:sldChg>
      <pc:sldChg chg="addSp modSp">
        <pc:chgData name="MR. PRADEEPKUMAR GAJENDRA BHALE" userId="S::pradeepkumar@iitg.ac.in::23e8cbce-e55b-40c0-a5e5-37ea767cf5fa" providerId="AD" clId="Web-{BB0FE33F-1F03-D430-0E89-6495D9A9202B}" dt="2023-07-22T06:41:21.591" v="65" actId="20577"/>
        <pc:sldMkLst>
          <pc:docMk/>
          <pc:sldMk cId="684180698" sldId="544"/>
        </pc:sldMkLst>
        <pc:spChg chg="mod">
          <ac:chgData name="MR. PRADEEPKUMAR GAJENDRA BHALE" userId="S::pradeepkumar@iitg.ac.in::23e8cbce-e55b-40c0-a5e5-37ea767cf5fa" providerId="AD" clId="Web-{BB0FE33F-1F03-D430-0E89-6495D9A9202B}" dt="2023-07-22T06:41:10.746" v="63" actId="20577"/>
          <ac:spMkLst>
            <pc:docMk/>
            <pc:sldMk cId="684180698" sldId="544"/>
            <ac:spMk id="3" creationId="{33239886-4B53-BB75-BA87-9C5FBBF33225}"/>
          </ac:spMkLst>
        </pc:spChg>
        <pc:spChg chg="mod">
          <ac:chgData name="MR. PRADEEPKUMAR GAJENDRA BHALE" userId="S::pradeepkumar@iitg.ac.in::23e8cbce-e55b-40c0-a5e5-37ea767cf5fa" providerId="AD" clId="Web-{BB0FE33F-1F03-D430-0E89-6495D9A9202B}" dt="2023-07-22T06:41:21.591" v="65" actId="20577"/>
          <ac:spMkLst>
            <pc:docMk/>
            <pc:sldMk cId="684180698" sldId="544"/>
            <ac:spMk id="7" creationId="{DECB3E65-7BBF-276B-AE88-4876B584DBE0}"/>
          </ac:spMkLst>
        </pc:spChg>
        <pc:spChg chg="add">
          <ac:chgData name="MR. PRADEEPKUMAR GAJENDRA BHALE" userId="S::pradeepkumar@iitg.ac.in::23e8cbce-e55b-40c0-a5e5-37ea767cf5fa" providerId="AD" clId="Web-{BB0FE33F-1F03-D430-0E89-6495D9A9202B}" dt="2023-07-22T06:38:50.023" v="32"/>
          <ac:spMkLst>
            <pc:docMk/>
            <pc:sldMk cId="684180698" sldId="544"/>
            <ac:spMk id="8" creationId="{12ACDF84-6086-1377-0437-175D219DBC8C}"/>
          </ac:spMkLst>
        </pc:spChg>
        <pc:spChg chg="mod">
          <ac:chgData name="MR. PRADEEPKUMAR GAJENDRA BHALE" userId="S::pradeepkumar@iitg.ac.in::23e8cbce-e55b-40c0-a5e5-37ea767cf5fa" providerId="AD" clId="Web-{BB0FE33F-1F03-D430-0E89-6495D9A9202B}" dt="2023-07-22T06:40:59.105" v="62" actId="20577"/>
          <ac:spMkLst>
            <pc:docMk/>
            <pc:sldMk cId="684180698" sldId="544"/>
            <ac:spMk id="13" creationId="{0ADDE369-95F6-7A33-09AE-716FC70DCD7C}"/>
          </ac:spMkLst>
        </pc:spChg>
      </pc:sldChg>
      <pc:sldChg chg="addSp delSp modSp">
        <pc:chgData name="MR. PRADEEPKUMAR GAJENDRA BHALE" userId="S::pradeepkumar@iitg.ac.in::23e8cbce-e55b-40c0-a5e5-37ea767cf5fa" providerId="AD" clId="Web-{BB0FE33F-1F03-D430-0E89-6495D9A9202B}" dt="2023-07-22T06:42:37.796" v="84" actId="20577"/>
        <pc:sldMkLst>
          <pc:docMk/>
          <pc:sldMk cId="2077309353" sldId="545"/>
        </pc:sldMkLst>
        <pc:spChg chg="del">
          <ac:chgData name="MR. PRADEEPKUMAR GAJENDRA BHALE" userId="S::pradeepkumar@iitg.ac.in::23e8cbce-e55b-40c0-a5e5-37ea767cf5fa" providerId="AD" clId="Web-{BB0FE33F-1F03-D430-0E89-6495D9A9202B}" dt="2023-07-22T06:41:51.060" v="66"/>
          <ac:spMkLst>
            <pc:docMk/>
            <pc:sldMk cId="2077309353" sldId="545"/>
            <ac:spMk id="3" creationId="{33239886-4B53-BB75-BA87-9C5FBBF33225}"/>
          </ac:spMkLst>
        </pc:spChg>
        <pc:spChg chg="mod">
          <ac:chgData name="MR. PRADEEPKUMAR GAJENDRA BHALE" userId="S::pradeepkumar@iitg.ac.in::23e8cbce-e55b-40c0-a5e5-37ea767cf5fa" providerId="AD" clId="Web-{BB0FE33F-1F03-D430-0E89-6495D9A9202B}" dt="2023-07-22T06:42:37.796" v="84" actId="20577"/>
          <ac:spMkLst>
            <pc:docMk/>
            <pc:sldMk cId="2077309353" sldId="545"/>
            <ac:spMk id="5" creationId="{BF2CFDC0-3114-F38C-4DF2-9C36EDA29F78}"/>
          </ac:spMkLst>
        </pc:spChg>
        <pc:spChg chg="add">
          <ac:chgData name="MR. PRADEEPKUMAR GAJENDRA BHALE" userId="S::pradeepkumar@iitg.ac.in::23e8cbce-e55b-40c0-a5e5-37ea767cf5fa" providerId="AD" clId="Web-{BB0FE33F-1F03-D430-0E89-6495D9A9202B}" dt="2023-07-22T06:41:52.717" v="67"/>
          <ac:spMkLst>
            <pc:docMk/>
            <pc:sldMk cId="2077309353" sldId="545"/>
            <ac:spMk id="8" creationId="{1FFFCB4F-F359-F335-57A6-90433714CADD}"/>
          </ac:spMkLst>
        </pc:spChg>
        <pc:spChg chg="mod">
          <ac:chgData name="MR. PRADEEPKUMAR GAJENDRA BHALE" userId="S::pradeepkumar@iitg.ac.in::23e8cbce-e55b-40c0-a5e5-37ea767cf5fa" providerId="AD" clId="Web-{BB0FE33F-1F03-D430-0E89-6495D9A9202B}" dt="2023-07-22T06:42:26.233" v="76" actId="1076"/>
          <ac:spMkLst>
            <pc:docMk/>
            <pc:sldMk cId="2077309353" sldId="545"/>
            <ac:spMk id="17" creationId="{A2A42316-55E2-6428-2B8A-5388C951C45D}"/>
          </ac:spMkLst>
        </pc:spChg>
        <pc:spChg chg="mod">
          <ac:chgData name="MR. PRADEEPKUMAR GAJENDRA BHALE" userId="S::pradeepkumar@iitg.ac.in::23e8cbce-e55b-40c0-a5e5-37ea767cf5fa" providerId="AD" clId="Web-{BB0FE33F-1F03-D430-0E89-6495D9A9202B}" dt="2023-07-22T06:42:26.249" v="77" actId="1076"/>
          <ac:spMkLst>
            <pc:docMk/>
            <pc:sldMk cId="2077309353" sldId="545"/>
            <ac:spMk id="19" creationId="{415A1436-AB3E-2911-49DF-C603D91BB45D}"/>
          </ac:spMkLst>
        </pc:spChg>
        <pc:spChg chg="mod">
          <ac:chgData name="MR. PRADEEPKUMAR GAJENDRA BHALE" userId="S::pradeepkumar@iitg.ac.in::23e8cbce-e55b-40c0-a5e5-37ea767cf5fa" providerId="AD" clId="Web-{BB0FE33F-1F03-D430-0E89-6495D9A9202B}" dt="2023-07-22T06:42:26.265" v="78" actId="1076"/>
          <ac:spMkLst>
            <pc:docMk/>
            <pc:sldMk cId="2077309353" sldId="545"/>
            <ac:spMk id="21" creationId="{BA8C8125-4077-F6E3-2C0B-D662BBD665F0}"/>
          </ac:spMkLst>
        </pc:spChg>
        <pc:spChg chg="mod">
          <ac:chgData name="MR. PRADEEPKUMAR GAJENDRA BHALE" userId="S::pradeepkumar@iitg.ac.in::23e8cbce-e55b-40c0-a5e5-37ea767cf5fa" providerId="AD" clId="Web-{BB0FE33F-1F03-D430-0E89-6495D9A9202B}" dt="2023-07-22T06:42:26.280" v="79" actId="1076"/>
          <ac:spMkLst>
            <pc:docMk/>
            <pc:sldMk cId="2077309353" sldId="545"/>
            <ac:spMk id="25" creationId="{103E4BE7-FD62-A9C2-1F2C-7E9FFB39BBC2}"/>
          </ac:spMkLst>
        </pc:spChg>
        <pc:spChg chg="mod">
          <ac:chgData name="MR. PRADEEPKUMAR GAJENDRA BHALE" userId="S::pradeepkumar@iitg.ac.in::23e8cbce-e55b-40c0-a5e5-37ea767cf5fa" providerId="AD" clId="Web-{BB0FE33F-1F03-D430-0E89-6495D9A9202B}" dt="2023-07-22T06:42:26.296" v="80" actId="1076"/>
          <ac:spMkLst>
            <pc:docMk/>
            <pc:sldMk cId="2077309353" sldId="545"/>
            <ac:spMk id="28" creationId="{D401BE6C-D45E-818E-2E44-49560B250A5A}"/>
          </ac:spMkLst>
        </pc:spChg>
        <pc:spChg chg="mod">
          <ac:chgData name="MR. PRADEEPKUMAR GAJENDRA BHALE" userId="S::pradeepkumar@iitg.ac.in::23e8cbce-e55b-40c0-a5e5-37ea767cf5fa" providerId="AD" clId="Web-{BB0FE33F-1F03-D430-0E89-6495D9A9202B}" dt="2023-07-22T06:42:26.312" v="81" actId="1076"/>
          <ac:spMkLst>
            <pc:docMk/>
            <pc:sldMk cId="2077309353" sldId="545"/>
            <ac:spMk id="31" creationId="{13E31EEE-AAE9-9CDB-541A-F5CDEC1263D3}"/>
          </ac:spMkLst>
        </pc:spChg>
      </pc:sldChg>
      <pc:sldChg chg="addSp delSp modSp">
        <pc:chgData name="MR. PRADEEPKUMAR GAJENDRA BHALE" userId="S::pradeepkumar@iitg.ac.in::23e8cbce-e55b-40c0-a5e5-37ea767cf5fa" providerId="AD" clId="Web-{BB0FE33F-1F03-D430-0E89-6495D9A9202B}" dt="2023-07-22T06:43:37.768" v="97" actId="20577"/>
        <pc:sldMkLst>
          <pc:docMk/>
          <pc:sldMk cId="2171610708" sldId="546"/>
        </pc:sldMkLst>
        <pc:spChg chg="del">
          <ac:chgData name="MR. PRADEEPKUMAR GAJENDRA BHALE" userId="S::pradeepkumar@iitg.ac.in::23e8cbce-e55b-40c0-a5e5-37ea767cf5fa" providerId="AD" clId="Web-{BB0FE33F-1F03-D430-0E89-6495D9A9202B}" dt="2023-07-22T06:42:49.750" v="85"/>
          <ac:spMkLst>
            <pc:docMk/>
            <pc:sldMk cId="2171610708" sldId="546"/>
            <ac:spMk id="3" creationId="{33239886-4B53-BB75-BA87-9C5FBBF33225}"/>
          </ac:spMkLst>
        </pc:spChg>
        <pc:spChg chg="mod">
          <ac:chgData name="MR. PRADEEPKUMAR GAJENDRA BHALE" userId="S::pradeepkumar@iitg.ac.in::23e8cbce-e55b-40c0-a5e5-37ea767cf5fa" providerId="AD" clId="Web-{BB0FE33F-1F03-D430-0E89-6495D9A9202B}" dt="2023-07-22T06:43:37.768" v="97" actId="20577"/>
          <ac:spMkLst>
            <pc:docMk/>
            <pc:sldMk cId="2171610708" sldId="546"/>
            <ac:spMk id="7" creationId="{1BD98FFC-01ED-455A-A8DF-CDB26A8989DA}"/>
          </ac:spMkLst>
        </pc:spChg>
        <pc:spChg chg="add">
          <ac:chgData name="MR. PRADEEPKUMAR GAJENDRA BHALE" userId="S::pradeepkumar@iitg.ac.in::23e8cbce-e55b-40c0-a5e5-37ea767cf5fa" providerId="AD" clId="Web-{BB0FE33F-1F03-D430-0E89-6495D9A9202B}" dt="2023-07-22T06:42:53.734" v="86"/>
          <ac:spMkLst>
            <pc:docMk/>
            <pc:sldMk cId="2171610708" sldId="546"/>
            <ac:spMk id="8" creationId="{13FB8D6A-BD5C-16C6-AB7F-2CCD0E8B5832}"/>
          </ac:spMkLst>
        </pc:spChg>
      </pc:sldChg>
      <pc:sldChg chg="addSp delSp modSp">
        <pc:chgData name="MR. PRADEEPKUMAR GAJENDRA BHALE" userId="S::pradeepkumar@iitg.ac.in::23e8cbce-e55b-40c0-a5e5-37ea767cf5fa" providerId="AD" clId="Web-{BB0FE33F-1F03-D430-0E89-6495D9A9202B}" dt="2023-07-22T06:44:08.379" v="103" actId="20577"/>
        <pc:sldMkLst>
          <pc:docMk/>
          <pc:sldMk cId="4238071603" sldId="547"/>
        </pc:sldMkLst>
        <pc:spChg chg="del mod">
          <ac:chgData name="MR. PRADEEPKUMAR GAJENDRA BHALE" userId="S::pradeepkumar@iitg.ac.in::23e8cbce-e55b-40c0-a5e5-37ea767cf5fa" providerId="AD" clId="Web-{BB0FE33F-1F03-D430-0E89-6495D9A9202B}" dt="2023-07-22T06:44:00.878" v="99"/>
          <ac:spMkLst>
            <pc:docMk/>
            <pc:sldMk cId="4238071603" sldId="547"/>
            <ac:spMk id="3" creationId="{33239886-4B53-BB75-BA87-9C5FBBF33225}"/>
          </ac:spMkLst>
        </pc:spChg>
        <pc:spChg chg="mod">
          <ac:chgData name="MR. PRADEEPKUMAR GAJENDRA BHALE" userId="S::pradeepkumar@iitg.ac.in::23e8cbce-e55b-40c0-a5e5-37ea767cf5fa" providerId="AD" clId="Web-{BB0FE33F-1F03-D430-0E89-6495D9A9202B}" dt="2023-07-22T06:44:08.379" v="103" actId="20577"/>
          <ac:spMkLst>
            <pc:docMk/>
            <pc:sldMk cId="4238071603" sldId="547"/>
            <ac:spMk id="5" creationId="{B9AEF17B-4112-9833-8899-91F4C20B459D}"/>
          </ac:spMkLst>
        </pc:spChg>
        <pc:spChg chg="add">
          <ac:chgData name="MR. PRADEEPKUMAR GAJENDRA BHALE" userId="S::pradeepkumar@iitg.ac.in::23e8cbce-e55b-40c0-a5e5-37ea767cf5fa" providerId="AD" clId="Web-{BB0FE33F-1F03-D430-0E89-6495D9A9202B}" dt="2023-07-22T06:44:03.941" v="100"/>
          <ac:spMkLst>
            <pc:docMk/>
            <pc:sldMk cId="4238071603" sldId="547"/>
            <ac:spMk id="11" creationId="{567E3766-5601-CB5C-8436-0FCD790D58F1}"/>
          </ac:spMkLst>
        </pc:spChg>
      </pc:sldChg>
      <pc:sldChg chg="addSp delSp modSp">
        <pc:chgData name="MR. PRADEEPKUMAR GAJENDRA BHALE" userId="S::pradeepkumar@iitg.ac.in::23e8cbce-e55b-40c0-a5e5-37ea767cf5fa" providerId="AD" clId="Web-{BB0FE33F-1F03-D430-0E89-6495D9A9202B}" dt="2023-07-22T06:44:44.599" v="106"/>
        <pc:sldMkLst>
          <pc:docMk/>
          <pc:sldMk cId="719602791" sldId="548"/>
        </pc:sldMkLst>
        <pc:spChg chg="del mod">
          <ac:chgData name="MR. PRADEEPKUMAR GAJENDRA BHALE" userId="S::pradeepkumar@iitg.ac.in::23e8cbce-e55b-40c0-a5e5-37ea767cf5fa" providerId="AD" clId="Web-{BB0FE33F-1F03-D430-0E89-6495D9A9202B}" dt="2023-07-22T06:44:43.208" v="105"/>
          <ac:spMkLst>
            <pc:docMk/>
            <pc:sldMk cId="719602791" sldId="548"/>
            <ac:spMk id="7" creationId="{CB12B059-1222-C0CC-E577-10A0DD91311D}"/>
          </ac:spMkLst>
        </pc:spChg>
        <pc:spChg chg="add">
          <ac:chgData name="MR. PRADEEPKUMAR GAJENDRA BHALE" userId="S::pradeepkumar@iitg.ac.in::23e8cbce-e55b-40c0-a5e5-37ea767cf5fa" providerId="AD" clId="Web-{BB0FE33F-1F03-D430-0E89-6495D9A9202B}" dt="2023-07-22T06:44:44.599" v="106"/>
          <ac:spMkLst>
            <pc:docMk/>
            <pc:sldMk cId="719602791" sldId="548"/>
            <ac:spMk id="8" creationId="{D614657E-141C-25A5-412B-934450F4EB04}"/>
          </ac:spMkLst>
        </pc:spChg>
      </pc:sldChg>
      <pc:sldChg chg="addSp delSp">
        <pc:chgData name="MR. PRADEEPKUMAR GAJENDRA BHALE" userId="S::pradeepkumar@iitg.ac.in::23e8cbce-e55b-40c0-a5e5-37ea767cf5fa" providerId="AD" clId="Web-{BB0FE33F-1F03-D430-0E89-6495D9A9202B}" dt="2023-07-22T06:45:02.927" v="108"/>
        <pc:sldMkLst>
          <pc:docMk/>
          <pc:sldMk cId="165444623" sldId="549"/>
        </pc:sldMkLst>
        <pc:spChg chg="add">
          <ac:chgData name="MR. PRADEEPKUMAR GAJENDRA BHALE" userId="S::pradeepkumar@iitg.ac.in::23e8cbce-e55b-40c0-a5e5-37ea767cf5fa" providerId="AD" clId="Web-{BB0FE33F-1F03-D430-0E89-6495D9A9202B}" dt="2023-07-22T06:45:02.927" v="108"/>
          <ac:spMkLst>
            <pc:docMk/>
            <pc:sldMk cId="165444623" sldId="549"/>
            <ac:spMk id="6" creationId="{7979B1F4-C803-F318-8039-D1303F5F737B}"/>
          </ac:spMkLst>
        </pc:spChg>
        <pc:spChg chg="del">
          <ac:chgData name="MR. PRADEEPKUMAR GAJENDRA BHALE" userId="S::pradeepkumar@iitg.ac.in::23e8cbce-e55b-40c0-a5e5-37ea767cf5fa" providerId="AD" clId="Web-{BB0FE33F-1F03-D430-0E89-6495D9A9202B}" dt="2023-07-22T06:44:59.662" v="107"/>
          <ac:spMkLst>
            <pc:docMk/>
            <pc:sldMk cId="165444623" sldId="549"/>
            <ac:spMk id="7" creationId="{7731C081-F070-6AE3-D897-1B77A4A44618}"/>
          </ac:spMkLst>
        </pc:spChg>
      </pc:sldChg>
      <pc:sldChg chg="addSp delSp">
        <pc:chgData name="MR. PRADEEPKUMAR GAJENDRA BHALE" userId="S::pradeepkumar@iitg.ac.in::23e8cbce-e55b-40c0-a5e5-37ea767cf5fa" providerId="AD" clId="Web-{BB0FE33F-1F03-D430-0E89-6495D9A9202B}" dt="2023-07-22T06:45:23.444" v="110"/>
        <pc:sldMkLst>
          <pc:docMk/>
          <pc:sldMk cId="1388330191" sldId="550"/>
        </pc:sldMkLst>
        <pc:spChg chg="del">
          <ac:chgData name="MR. PRADEEPKUMAR GAJENDRA BHALE" userId="S::pradeepkumar@iitg.ac.in::23e8cbce-e55b-40c0-a5e5-37ea767cf5fa" providerId="AD" clId="Web-{BB0FE33F-1F03-D430-0E89-6495D9A9202B}" dt="2023-07-22T06:45:21.475" v="109"/>
          <ac:spMkLst>
            <pc:docMk/>
            <pc:sldMk cId="1388330191" sldId="550"/>
            <ac:spMk id="7" creationId="{7731C081-F070-6AE3-D897-1B77A4A44618}"/>
          </ac:spMkLst>
        </pc:spChg>
        <pc:spChg chg="add">
          <ac:chgData name="MR. PRADEEPKUMAR GAJENDRA BHALE" userId="S::pradeepkumar@iitg.ac.in::23e8cbce-e55b-40c0-a5e5-37ea767cf5fa" providerId="AD" clId="Web-{BB0FE33F-1F03-D430-0E89-6495D9A9202B}" dt="2023-07-22T06:45:23.444" v="110"/>
          <ac:spMkLst>
            <pc:docMk/>
            <pc:sldMk cId="1388330191" sldId="550"/>
            <ac:spMk id="8" creationId="{4949D365-146E-2B0C-0BC7-9ED8BA646573}"/>
          </ac:spMkLst>
        </pc:spChg>
      </pc:sldChg>
      <pc:sldChg chg="modSp">
        <pc:chgData name="MR. PRADEEPKUMAR GAJENDRA BHALE" userId="S::pradeepkumar@iitg.ac.in::23e8cbce-e55b-40c0-a5e5-37ea767cf5fa" providerId="AD" clId="Web-{BB0FE33F-1F03-D430-0E89-6495D9A9202B}" dt="2023-07-22T06:46:29.915" v="117" actId="20577"/>
        <pc:sldMkLst>
          <pc:docMk/>
          <pc:sldMk cId="3949768065" sldId="552"/>
        </pc:sldMkLst>
        <pc:spChg chg="mod">
          <ac:chgData name="MR. PRADEEPKUMAR GAJENDRA BHALE" userId="S::pradeepkumar@iitg.ac.in::23e8cbce-e55b-40c0-a5e5-37ea767cf5fa" providerId="AD" clId="Web-{BB0FE33F-1F03-D430-0E89-6495D9A9202B}" dt="2023-07-22T06:46:29.915" v="117" actId="20577"/>
          <ac:spMkLst>
            <pc:docMk/>
            <pc:sldMk cId="3949768065" sldId="552"/>
            <ac:spMk id="5" creationId="{EAA6B732-B088-A93C-DBB1-A9846711A61B}"/>
          </ac:spMkLst>
        </pc:spChg>
      </pc:sldChg>
      <pc:sldChg chg="modSp">
        <pc:chgData name="MR. PRADEEPKUMAR GAJENDRA BHALE" userId="S::pradeepkumar@iitg.ac.in::23e8cbce-e55b-40c0-a5e5-37ea767cf5fa" providerId="AD" clId="Web-{BB0FE33F-1F03-D430-0E89-6495D9A9202B}" dt="2023-07-22T06:54:39.745" v="188" actId="14100"/>
        <pc:sldMkLst>
          <pc:docMk/>
          <pc:sldMk cId="3997849794" sldId="555"/>
        </pc:sldMkLst>
        <pc:spChg chg="mod">
          <ac:chgData name="MR. PRADEEPKUMAR GAJENDRA BHALE" userId="S::pradeepkumar@iitg.ac.in::23e8cbce-e55b-40c0-a5e5-37ea767cf5fa" providerId="AD" clId="Web-{BB0FE33F-1F03-D430-0E89-6495D9A9202B}" dt="2023-07-22T06:51:05.034" v="156" actId="1076"/>
          <ac:spMkLst>
            <pc:docMk/>
            <pc:sldMk cId="3997849794" sldId="555"/>
            <ac:spMk id="3" creationId="{4315F336-82F7-0106-E137-EBFE29D5505A}"/>
          </ac:spMkLst>
        </pc:spChg>
        <pc:spChg chg="mod">
          <ac:chgData name="MR. PRADEEPKUMAR GAJENDRA BHALE" userId="S::pradeepkumar@iitg.ac.in::23e8cbce-e55b-40c0-a5e5-37ea767cf5fa" providerId="AD" clId="Web-{BB0FE33F-1F03-D430-0E89-6495D9A9202B}" dt="2023-07-22T06:50:51.440" v="155" actId="1076"/>
          <ac:spMkLst>
            <pc:docMk/>
            <pc:sldMk cId="3997849794" sldId="555"/>
            <ac:spMk id="6" creationId="{BC0073BA-7119-901A-FE7F-4BB7B683658E}"/>
          </ac:spMkLst>
        </pc:spChg>
        <pc:spChg chg="mod">
          <ac:chgData name="MR. PRADEEPKUMAR GAJENDRA BHALE" userId="S::pradeepkumar@iitg.ac.in::23e8cbce-e55b-40c0-a5e5-37ea767cf5fa" providerId="AD" clId="Web-{BB0FE33F-1F03-D430-0E89-6495D9A9202B}" dt="2023-07-22T06:49:39.969" v="126" actId="20577"/>
          <ac:spMkLst>
            <pc:docMk/>
            <pc:sldMk cId="3997849794" sldId="555"/>
            <ac:spMk id="9" creationId="{581E5336-C007-8208-1B3F-875A60B97945}"/>
          </ac:spMkLst>
        </pc:spChg>
        <pc:spChg chg="mod">
          <ac:chgData name="MR. PRADEEPKUMAR GAJENDRA BHALE" userId="S::pradeepkumar@iitg.ac.in::23e8cbce-e55b-40c0-a5e5-37ea767cf5fa" providerId="AD" clId="Web-{BB0FE33F-1F03-D430-0E89-6495D9A9202B}" dt="2023-07-22T06:51:05.050" v="157" actId="1076"/>
          <ac:spMkLst>
            <pc:docMk/>
            <pc:sldMk cId="3997849794" sldId="555"/>
            <ac:spMk id="10" creationId="{2FE4AE10-82F0-77C8-2D54-9E9A355E93F7}"/>
          </ac:spMkLst>
        </pc:spChg>
        <pc:spChg chg="mod">
          <ac:chgData name="MR. PRADEEPKUMAR GAJENDRA BHALE" userId="S::pradeepkumar@iitg.ac.in::23e8cbce-e55b-40c0-a5e5-37ea767cf5fa" providerId="AD" clId="Web-{BB0FE33F-1F03-D430-0E89-6495D9A9202B}" dt="2023-07-22T06:51:05.065" v="158" actId="1076"/>
          <ac:spMkLst>
            <pc:docMk/>
            <pc:sldMk cId="3997849794" sldId="555"/>
            <ac:spMk id="13" creationId="{B84B95D8-A5B4-0BA0-F1DB-896B8336E4A7}"/>
          </ac:spMkLst>
        </pc:spChg>
        <pc:spChg chg="mod">
          <ac:chgData name="MR. PRADEEPKUMAR GAJENDRA BHALE" userId="S::pradeepkumar@iitg.ac.in::23e8cbce-e55b-40c0-a5e5-37ea767cf5fa" providerId="AD" clId="Web-{BB0FE33F-1F03-D430-0E89-6495D9A9202B}" dt="2023-07-22T06:51:05.081" v="159" actId="1076"/>
          <ac:spMkLst>
            <pc:docMk/>
            <pc:sldMk cId="3997849794" sldId="555"/>
            <ac:spMk id="15" creationId="{6F64B26A-FD76-D767-EA14-8A5961A4B67D}"/>
          </ac:spMkLst>
        </pc:spChg>
        <pc:spChg chg="mod">
          <ac:chgData name="MR. PRADEEPKUMAR GAJENDRA BHALE" userId="S::pradeepkumar@iitg.ac.in::23e8cbce-e55b-40c0-a5e5-37ea767cf5fa" providerId="AD" clId="Web-{BB0FE33F-1F03-D430-0E89-6495D9A9202B}" dt="2023-07-22T06:51:05.097" v="160" actId="1076"/>
          <ac:spMkLst>
            <pc:docMk/>
            <pc:sldMk cId="3997849794" sldId="555"/>
            <ac:spMk id="17" creationId="{6D17EB89-2CEA-D41E-C5F5-EA1A3DC1B220}"/>
          </ac:spMkLst>
        </pc:spChg>
        <pc:spChg chg="mod">
          <ac:chgData name="MR. PRADEEPKUMAR GAJENDRA BHALE" userId="S::pradeepkumar@iitg.ac.in::23e8cbce-e55b-40c0-a5e5-37ea767cf5fa" providerId="AD" clId="Web-{BB0FE33F-1F03-D430-0E89-6495D9A9202B}" dt="2023-07-22T06:51:05.112" v="161" actId="1076"/>
          <ac:spMkLst>
            <pc:docMk/>
            <pc:sldMk cId="3997849794" sldId="555"/>
            <ac:spMk id="19" creationId="{7B6D549B-7375-86DC-1466-5CB65FF78E3C}"/>
          </ac:spMkLst>
        </pc:spChg>
        <pc:spChg chg="mod">
          <ac:chgData name="MR. PRADEEPKUMAR GAJENDRA BHALE" userId="S::pradeepkumar@iitg.ac.in::23e8cbce-e55b-40c0-a5e5-37ea767cf5fa" providerId="AD" clId="Web-{BB0FE33F-1F03-D430-0E89-6495D9A9202B}" dt="2023-07-22T06:51:05.112" v="162" actId="1076"/>
          <ac:spMkLst>
            <pc:docMk/>
            <pc:sldMk cId="3997849794" sldId="555"/>
            <ac:spMk id="21" creationId="{6D25CC52-BAB4-387D-7350-4838AFD90A16}"/>
          </ac:spMkLst>
        </pc:spChg>
        <pc:spChg chg="mod">
          <ac:chgData name="MR. PRADEEPKUMAR GAJENDRA BHALE" userId="S::pradeepkumar@iitg.ac.in::23e8cbce-e55b-40c0-a5e5-37ea767cf5fa" providerId="AD" clId="Web-{BB0FE33F-1F03-D430-0E89-6495D9A9202B}" dt="2023-07-22T06:51:05.190" v="169" actId="1076"/>
          <ac:spMkLst>
            <pc:docMk/>
            <pc:sldMk cId="3997849794" sldId="555"/>
            <ac:spMk id="36" creationId="{7439297F-3075-8C89-D9E6-4222CC70D6C7}"/>
          </ac:spMkLst>
        </pc:spChg>
        <pc:spChg chg="mod">
          <ac:chgData name="MR. PRADEEPKUMAR GAJENDRA BHALE" userId="S::pradeepkumar@iitg.ac.in::23e8cbce-e55b-40c0-a5e5-37ea767cf5fa" providerId="AD" clId="Web-{BB0FE33F-1F03-D430-0E89-6495D9A9202B}" dt="2023-07-22T06:54:39.745" v="188" actId="14100"/>
          <ac:spMkLst>
            <pc:docMk/>
            <pc:sldMk cId="3997849794" sldId="555"/>
            <ac:spMk id="38" creationId="{5F21D8D3-35B2-6A15-BB23-2138D8F0C896}"/>
          </ac:spMkLst>
        </pc:spChg>
        <pc:spChg chg="mod">
          <ac:chgData name="MR. PRADEEPKUMAR GAJENDRA BHALE" userId="S::pradeepkumar@iitg.ac.in::23e8cbce-e55b-40c0-a5e5-37ea767cf5fa" providerId="AD" clId="Web-{BB0FE33F-1F03-D430-0E89-6495D9A9202B}" dt="2023-07-22T06:52:00.989" v="183" actId="20577"/>
          <ac:spMkLst>
            <pc:docMk/>
            <pc:sldMk cId="3997849794" sldId="555"/>
            <ac:spMk id="40" creationId="{F84BF59C-3E88-850D-7B25-F2006ACA2678}"/>
          </ac:spMkLst>
        </pc:spChg>
        <pc:spChg chg="mod">
          <ac:chgData name="MR. PRADEEPKUMAR GAJENDRA BHALE" userId="S::pradeepkumar@iitg.ac.in::23e8cbce-e55b-40c0-a5e5-37ea767cf5fa" providerId="AD" clId="Web-{BB0FE33F-1F03-D430-0E89-6495D9A9202B}" dt="2023-07-22T06:51:05.206" v="170" actId="1076"/>
          <ac:spMkLst>
            <pc:docMk/>
            <pc:sldMk cId="3997849794" sldId="555"/>
            <ac:spMk id="42" creationId="{1003A1DD-A019-14FE-34B5-27A82BD951C8}"/>
          </ac:spMkLst>
        </pc:spChg>
        <pc:spChg chg="mod">
          <ac:chgData name="MR. PRADEEPKUMAR GAJENDRA BHALE" userId="S::pradeepkumar@iitg.ac.in::23e8cbce-e55b-40c0-a5e5-37ea767cf5fa" providerId="AD" clId="Web-{BB0FE33F-1F03-D430-0E89-6495D9A9202B}" dt="2023-07-22T06:51:05.222" v="171" actId="1076"/>
          <ac:spMkLst>
            <pc:docMk/>
            <pc:sldMk cId="3997849794" sldId="555"/>
            <ac:spMk id="44" creationId="{D677B651-A14B-A6B6-08D6-E0168D1D14E8}"/>
          </ac:spMkLst>
        </pc:spChg>
        <pc:spChg chg="mod">
          <ac:chgData name="MR. PRADEEPKUMAR GAJENDRA BHALE" userId="S::pradeepkumar@iitg.ac.in::23e8cbce-e55b-40c0-a5e5-37ea767cf5fa" providerId="AD" clId="Web-{BB0FE33F-1F03-D430-0E89-6495D9A9202B}" dt="2023-07-22T06:51:05.222" v="172" actId="1076"/>
          <ac:spMkLst>
            <pc:docMk/>
            <pc:sldMk cId="3997849794" sldId="555"/>
            <ac:spMk id="46" creationId="{704DBD9F-B94A-5A29-B62E-CE323CEFC007}"/>
          </ac:spMkLst>
        </pc:spChg>
        <pc:spChg chg="mod">
          <ac:chgData name="MR. PRADEEPKUMAR GAJENDRA BHALE" userId="S::pradeepkumar@iitg.ac.in::23e8cbce-e55b-40c0-a5e5-37ea767cf5fa" providerId="AD" clId="Web-{BB0FE33F-1F03-D430-0E89-6495D9A9202B}" dt="2023-07-22T06:50:46.565" v="154" actId="1076"/>
          <ac:spMkLst>
            <pc:docMk/>
            <pc:sldMk cId="3997849794" sldId="555"/>
            <ac:spMk id="48" creationId="{0C144C01-E650-63B0-1760-06A2971E4B05}"/>
          </ac:spMkLst>
        </pc:spChg>
        <pc:spChg chg="mod">
          <ac:chgData name="MR. PRADEEPKUMAR GAJENDRA BHALE" userId="S::pradeepkumar@iitg.ac.in::23e8cbce-e55b-40c0-a5e5-37ea767cf5fa" providerId="AD" clId="Web-{BB0FE33F-1F03-D430-0E89-6495D9A9202B}" dt="2023-07-22T06:50:23.611" v="150" actId="1076"/>
          <ac:spMkLst>
            <pc:docMk/>
            <pc:sldMk cId="3997849794" sldId="555"/>
            <ac:spMk id="49" creationId="{0CA6AC7B-C436-F748-3090-C043ED95B876}"/>
          </ac:spMkLst>
        </pc:spChg>
        <pc:cxnChg chg="mod">
          <ac:chgData name="MR. PRADEEPKUMAR GAJENDRA BHALE" userId="S::pradeepkumar@iitg.ac.in::23e8cbce-e55b-40c0-a5e5-37ea767cf5fa" providerId="AD" clId="Web-{BB0FE33F-1F03-D430-0E89-6495D9A9202B}" dt="2023-07-22T06:51:05.128" v="163" actId="1076"/>
          <ac:cxnSpMkLst>
            <pc:docMk/>
            <pc:sldMk cId="3997849794" sldId="555"/>
            <ac:cxnSpMk id="23" creationId="{434A53AB-E33E-169B-3C54-9FAB59A93237}"/>
          </ac:cxnSpMkLst>
        </pc:cxnChg>
        <pc:cxnChg chg="mod">
          <ac:chgData name="MR. PRADEEPKUMAR GAJENDRA BHALE" userId="S::pradeepkumar@iitg.ac.in::23e8cbce-e55b-40c0-a5e5-37ea767cf5fa" providerId="AD" clId="Web-{BB0FE33F-1F03-D430-0E89-6495D9A9202B}" dt="2023-07-22T06:51:05.143" v="164" actId="1076"/>
          <ac:cxnSpMkLst>
            <pc:docMk/>
            <pc:sldMk cId="3997849794" sldId="555"/>
            <ac:cxnSpMk id="25" creationId="{73BC3D38-87D6-A056-04DC-3112C15C078F}"/>
          </ac:cxnSpMkLst>
        </pc:cxnChg>
        <pc:cxnChg chg="mod">
          <ac:chgData name="MR. PRADEEPKUMAR GAJENDRA BHALE" userId="S::pradeepkumar@iitg.ac.in::23e8cbce-e55b-40c0-a5e5-37ea767cf5fa" providerId="AD" clId="Web-{BB0FE33F-1F03-D430-0E89-6495D9A9202B}" dt="2023-07-22T06:51:05.143" v="165" actId="1076"/>
          <ac:cxnSpMkLst>
            <pc:docMk/>
            <pc:sldMk cId="3997849794" sldId="555"/>
            <ac:cxnSpMk id="28" creationId="{11F79266-8BDA-8B47-7013-4890D8312039}"/>
          </ac:cxnSpMkLst>
        </pc:cxnChg>
        <pc:cxnChg chg="mod">
          <ac:chgData name="MR. PRADEEPKUMAR GAJENDRA BHALE" userId="S::pradeepkumar@iitg.ac.in::23e8cbce-e55b-40c0-a5e5-37ea767cf5fa" providerId="AD" clId="Web-{BB0FE33F-1F03-D430-0E89-6495D9A9202B}" dt="2023-07-22T06:51:05.159" v="166" actId="1076"/>
          <ac:cxnSpMkLst>
            <pc:docMk/>
            <pc:sldMk cId="3997849794" sldId="555"/>
            <ac:cxnSpMk id="30" creationId="{B3A952BC-AFA4-DB7A-1934-7B071DB9C106}"/>
          </ac:cxnSpMkLst>
        </pc:cxnChg>
        <pc:cxnChg chg="mod">
          <ac:chgData name="MR. PRADEEPKUMAR GAJENDRA BHALE" userId="S::pradeepkumar@iitg.ac.in::23e8cbce-e55b-40c0-a5e5-37ea767cf5fa" providerId="AD" clId="Web-{BB0FE33F-1F03-D430-0E89-6495D9A9202B}" dt="2023-07-22T06:51:05.175" v="167" actId="1076"/>
          <ac:cxnSpMkLst>
            <pc:docMk/>
            <pc:sldMk cId="3997849794" sldId="555"/>
            <ac:cxnSpMk id="32" creationId="{34449A48-4450-1504-ED37-E02F2EC5D580}"/>
          </ac:cxnSpMkLst>
        </pc:cxnChg>
        <pc:cxnChg chg="mod">
          <ac:chgData name="MR. PRADEEPKUMAR GAJENDRA BHALE" userId="S::pradeepkumar@iitg.ac.in::23e8cbce-e55b-40c0-a5e5-37ea767cf5fa" providerId="AD" clId="Web-{BB0FE33F-1F03-D430-0E89-6495D9A9202B}" dt="2023-07-22T06:51:05.175" v="168" actId="1076"/>
          <ac:cxnSpMkLst>
            <pc:docMk/>
            <pc:sldMk cId="3997849794" sldId="555"/>
            <ac:cxnSpMk id="34" creationId="{EAEC2604-7B3E-48EA-449C-8CCAF51E05AA}"/>
          </ac:cxnSpMkLst>
        </pc:cxnChg>
      </pc:sldChg>
      <pc:sldChg chg="addSp delSp modSp add replId">
        <pc:chgData name="MR. PRADEEPKUMAR GAJENDRA BHALE" userId="S::pradeepkumar@iitg.ac.in::23e8cbce-e55b-40c0-a5e5-37ea767cf5fa" providerId="AD" clId="Web-{BB0FE33F-1F03-D430-0E89-6495D9A9202B}" dt="2023-07-22T07:40:37.750" v="441" actId="1076"/>
        <pc:sldMkLst>
          <pc:docMk/>
          <pc:sldMk cId="2120371015" sldId="599"/>
        </pc:sldMkLst>
        <pc:spChg chg="mod">
          <ac:chgData name="MR. PRADEEPKUMAR GAJENDRA BHALE" userId="S::pradeepkumar@iitg.ac.in::23e8cbce-e55b-40c0-a5e5-37ea767cf5fa" providerId="AD" clId="Web-{BB0FE33F-1F03-D430-0E89-6495D9A9202B}" dt="2023-07-22T07:40:08.780" v="429"/>
          <ac:spMkLst>
            <pc:docMk/>
            <pc:sldMk cId="2120371015" sldId="599"/>
            <ac:spMk id="2" creationId="{00000000-0000-0000-0000-000000000000}"/>
          </ac:spMkLst>
        </pc:spChg>
        <pc:spChg chg="add mod">
          <ac:chgData name="MR. PRADEEPKUMAR GAJENDRA BHALE" userId="S::pradeepkumar@iitg.ac.in::23e8cbce-e55b-40c0-a5e5-37ea767cf5fa" providerId="AD" clId="Web-{BB0FE33F-1F03-D430-0E89-6495D9A9202B}" dt="2023-07-22T07:40:08.811" v="430"/>
          <ac:spMkLst>
            <pc:docMk/>
            <pc:sldMk cId="2120371015" sldId="599"/>
            <ac:spMk id="3" creationId="{07CB7F69-60C4-0C2E-9F0C-C3CF09781DAF}"/>
          </ac:spMkLst>
        </pc:spChg>
        <pc:spChg chg="mod">
          <ac:chgData name="MR. PRADEEPKUMAR GAJENDRA BHALE" userId="S::pradeepkumar@iitg.ac.in::23e8cbce-e55b-40c0-a5e5-37ea767cf5fa" providerId="AD" clId="Web-{BB0FE33F-1F03-D430-0E89-6495D9A9202B}" dt="2023-07-22T07:10:49.576" v="198" actId="1076"/>
          <ac:spMkLst>
            <pc:docMk/>
            <pc:sldMk cId="2120371015" sldId="599"/>
            <ac:spMk id="6" creationId="{BC0073BA-7119-901A-FE7F-4BB7B683658E}"/>
          </ac:spMkLst>
        </pc:spChg>
        <pc:spChg chg="add mod">
          <ac:chgData name="MR. PRADEEPKUMAR GAJENDRA BHALE" userId="S::pradeepkumar@iitg.ac.in::23e8cbce-e55b-40c0-a5e5-37ea767cf5fa" providerId="AD" clId="Web-{BB0FE33F-1F03-D430-0E89-6495D9A9202B}" dt="2023-07-22T07:40:08.842" v="431"/>
          <ac:spMkLst>
            <pc:docMk/>
            <pc:sldMk cId="2120371015" sldId="599"/>
            <ac:spMk id="7" creationId="{FA9C1846-690C-F54B-DE24-792D1209D846}"/>
          </ac:spMkLst>
        </pc:spChg>
        <pc:spChg chg="add del mod">
          <ac:chgData name="MR. PRADEEPKUMAR GAJENDRA BHALE" userId="S::pradeepkumar@iitg.ac.in::23e8cbce-e55b-40c0-a5e5-37ea767cf5fa" providerId="AD" clId="Web-{BB0FE33F-1F03-D430-0E89-6495D9A9202B}" dt="2023-07-22T07:13:00.097" v="205"/>
          <ac:spMkLst>
            <pc:docMk/>
            <pc:sldMk cId="2120371015" sldId="599"/>
            <ac:spMk id="8" creationId="{69CD5498-F6A2-AD45-A5ED-FC54880630DA}"/>
          </ac:spMkLst>
        </pc:spChg>
        <pc:spChg chg="del">
          <ac:chgData name="MR. PRADEEPKUMAR GAJENDRA BHALE" userId="S::pradeepkumar@iitg.ac.in::23e8cbce-e55b-40c0-a5e5-37ea767cf5fa" providerId="AD" clId="Web-{BB0FE33F-1F03-D430-0E89-6495D9A9202B}" dt="2023-07-22T07:11:05.405" v="200"/>
          <ac:spMkLst>
            <pc:docMk/>
            <pc:sldMk cId="2120371015" sldId="599"/>
            <ac:spMk id="9" creationId="{F65E327E-D61F-1187-F14C-73166FF6B606}"/>
          </ac:spMkLst>
        </pc:spChg>
        <pc:spChg chg="add mod">
          <ac:chgData name="MR. PRADEEPKUMAR GAJENDRA BHALE" userId="S::pradeepkumar@iitg.ac.in::23e8cbce-e55b-40c0-a5e5-37ea767cf5fa" providerId="AD" clId="Web-{BB0FE33F-1F03-D430-0E89-6495D9A9202B}" dt="2023-07-22T07:40:37.750" v="441" actId="1076"/>
          <ac:spMkLst>
            <pc:docMk/>
            <pc:sldMk cId="2120371015" sldId="599"/>
            <ac:spMk id="10" creationId="{2465EB48-CAC8-95BE-F18A-17FEA6872FCB}"/>
          </ac:spMkLst>
        </pc:spChg>
        <pc:spChg chg="add del">
          <ac:chgData name="MR. PRADEEPKUMAR GAJENDRA BHALE" userId="S::pradeepkumar@iitg.ac.in::23e8cbce-e55b-40c0-a5e5-37ea767cf5fa" providerId="AD" clId="Web-{BB0FE33F-1F03-D430-0E89-6495D9A9202B}" dt="2023-07-22T07:13:14.441" v="207"/>
          <ac:spMkLst>
            <pc:docMk/>
            <pc:sldMk cId="2120371015" sldId="599"/>
            <ac:spMk id="11" creationId="{6E18DDF9-6D33-4C7F-1BBA-C5DEE9025FCC}"/>
          </ac:spMkLst>
        </pc:spChg>
        <pc:spChg chg="mod">
          <ac:chgData name="MR. PRADEEPKUMAR GAJENDRA BHALE" userId="S::pradeepkumar@iitg.ac.in::23e8cbce-e55b-40c0-a5e5-37ea767cf5fa" providerId="AD" clId="Web-{BB0FE33F-1F03-D430-0E89-6495D9A9202B}" dt="2023-07-22T07:10:54.748" v="199" actId="1076"/>
          <ac:spMkLst>
            <pc:docMk/>
            <pc:sldMk cId="2120371015" sldId="599"/>
            <ac:spMk id="12" creationId="{0DD49778-4833-8E33-1AE4-AD67F8415D25}"/>
          </ac:spMkLst>
        </pc:spChg>
        <pc:spChg chg="add mod">
          <ac:chgData name="MR. PRADEEPKUMAR GAJENDRA BHALE" userId="S::pradeepkumar@iitg.ac.in::23e8cbce-e55b-40c0-a5e5-37ea767cf5fa" providerId="AD" clId="Web-{BB0FE33F-1F03-D430-0E89-6495D9A9202B}" dt="2023-07-22T07:40:34.968" v="440" actId="1076"/>
          <ac:spMkLst>
            <pc:docMk/>
            <pc:sldMk cId="2120371015" sldId="599"/>
            <ac:spMk id="13" creationId="{AE3B2337-0C58-A22D-39F4-1313DF570F5C}"/>
          </ac:spMkLst>
        </pc:spChg>
        <pc:spChg chg="add mod">
          <ac:chgData name="MR. PRADEEPKUMAR GAJENDRA BHALE" userId="S::pradeepkumar@iitg.ac.in::23e8cbce-e55b-40c0-a5e5-37ea767cf5fa" providerId="AD" clId="Web-{BB0FE33F-1F03-D430-0E89-6495D9A9202B}" dt="2023-07-22T07:40:25.937" v="439" actId="1076"/>
          <ac:spMkLst>
            <pc:docMk/>
            <pc:sldMk cId="2120371015" sldId="599"/>
            <ac:spMk id="14" creationId="{B1CB9537-2FCD-3213-D95A-D5DEC6C2A6DB}"/>
          </ac:spMkLst>
        </pc:spChg>
        <pc:spChg chg="add mod">
          <ac:chgData name="MR. PRADEEPKUMAR GAJENDRA BHALE" userId="S::pradeepkumar@iitg.ac.in::23e8cbce-e55b-40c0-a5e5-37ea767cf5fa" providerId="AD" clId="Web-{BB0FE33F-1F03-D430-0E89-6495D9A9202B}" dt="2023-07-22T07:40:20.671" v="438" actId="1076"/>
          <ac:spMkLst>
            <pc:docMk/>
            <pc:sldMk cId="2120371015" sldId="599"/>
            <ac:spMk id="15" creationId="{2394DBF2-C54C-063C-3F47-34D6D3FE76E3}"/>
          </ac:spMkLst>
        </pc:spChg>
        <pc:spChg chg="add mod">
          <ac:chgData name="MR. PRADEEPKUMAR GAJENDRA BHALE" userId="S::pradeepkumar@iitg.ac.in::23e8cbce-e55b-40c0-a5e5-37ea767cf5fa" providerId="AD" clId="Web-{BB0FE33F-1F03-D430-0E89-6495D9A9202B}" dt="2023-07-22T07:40:16.046" v="437" actId="1076"/>
          <ac:spMkLst>
            <pc:docMk/>
            <pc:sldMk cId="2120371015" sldId="599"/>
            <ac:spMk id="16" creationId="{4E8440C8-DE48-6D21-6B7B-0A13D8D47679}"/>
          </ac:spMkLst>
        </pc:spChg>
      </pc:sldChg>
      <pc:sldChg chg="addSp delSp modSp add replId">
        <pc:chgData name="MR. PRADEEPKUMAR GAJENDRA BHALE" userId="S::pradeepkumar@iitg.ac.in::23e8cbce-e55b-40c0-a5e5-37ea767cf5fa" providerId="AD" clId="Web-{BB0FE33F-1F03-D430-0E89-6495D9A9202B}" dt="2023-07-22T07:40:55.313" v="442"/>
        <pc:sldMkLst>
          <pc:docMk/>
          <pc:sldMk cId="3889185225" sldId="600"/>
        </pc:sldMkLst>
        <pc:spChg chg="del">
          <ac:chgData name="MR. PRADEEPKUMAR GAJENDRA BHALE" userId="S::pradeepkumar@iitg.ac.in::23e8cbce-e55b-40c0-a5e5-37ea767cf5fa" providerId="AD" clId="Web-{BB0FE33F-1F03-D430-0E89-6495D9A9202B}" dt="2023-07-22T07:29:38.023" v="285"/>
          <ac:spMkLst>
            <pc:docMk/>
            <pc:sldMk cId="3889185225" sldId="600"/>
            <ac:spMk id="2" creationId="{00000000-0000-0000-0000-000000000000}"/>
          </ac:spMkLst>
        </pc:spChg>
        <pc:spChg chg="del">
          <ac:chgData name="MR. PRADEEPKUMAR GAJENDRA BHALE" userId="S::pradeepkumar@iitg.ac.in::23e8cbce-e55b-40c0-a5e5-37ea767cf5fa" providerId="AD" clId="Web-{BB0FE33F-1F03-D430-0E89-6495D9A9202B}" dt="2023-07-22T07:29:24.616" v="279"/>
          <ac:spMkLst>
            <pc:docMk/>
            <pc:sldMk cId="3889185225" sldId="600"/>
            <ac:spMk id="3" creationId="{07CB7F69-60C4-0C2E-9F0C-C3CF09781DAF}"/>
          </ac:spMkLst>
        </pc:spChg>
        <pc:spChg chg="del">
          <ac:chgData name="MR. PRADEEPKUMAR GAJENDRA BHALE" userId="S::pradeepkumar@iitg.ac.in::23e8cbce-e55b-40c0-a5e5-37ea767cf5fa" providerId="AD" clId="Web-{BB0FE33F-1F03-D430-0E89-6495D9A9202B}" dt="2023-07-22T07:29:38.023" v="284"/>
          <ac:spMkLst>
            <pc:docMk/>
            <pc:sldMk cId="3889185225" sldId="600"/>
            <ac:spMk id="7" creationId="{FA9C1846-690C-F54B-DE24-792D1209D846}"/>
          </ac:spMkLst>
        </pc:spChg>
        <pc:spChg chg="add mod">
          <ac:chgData name="MR. PRADEEPKUMAR GAJENDRA BHALE" userId="S::pradeepkumar@iitg.ac.in::23e8cbce-e55b-40c0-a5e5-37ea767cf5fa" providerId="AD" clId="Web-{BB0FE33F-1F03-D430-0E89-6495D9A9202B}" dt="2023-07-22T07:39:51.639" v="414" actId="1076"/>
          <ac:spMkLst>
            <pc:docMk/>
            <pc:sldMk cId="3889185225" sldId="600"/>
            <ac:spMk id="8" creationId="{68334C43-96EA-807C-00B1-F7CD0BDB1227}"/>
          </ac:spMkLst>
        </pc:spChg>
        <pc:spChg chg="add mod">
          <ac:chgData name="MR. PRADEEPKUMAR GAJENDRA BHALE" userId="S::pradeepkumar@iitg.ac.in::23e8cbce-e55b-40c0-a5e5-37ea767cf5fa" providerId="AD" clId="Web-{BB0FE33F-1F03-D430-0E89-6495D9A9202B}" dt="2023-07-22T07:39:51.826" v="420" actId="1076"/>
          <ac:spMkLst>
            <pc:docMk/>
            <pc:sldMk cId="3889185225" sldId="600"/>
            <ac:spMk id="9" creationId="{70B3E7D4-C1B9-3A81-2984-0098585E92F7}"/>
          </ac:spMkLst>
        </pc:spChg>
        <pc:spChg chg="del">
          <ac:chgData name="MR. PRADEEPKUMAR GAJENDRA BHALE" userId="S::pradeepkumar@iitg.ac.in::23e8cbce-e55b-40c0-a5e5-37ea767cf5fa" providerId="AD" clId="Web-{BB0FE33F-1F03-D430-0E89-6495D9A9202B}" dt="2023-07-22T07:29:38.023" v="283"/>
          <ac:spMkLst>
            <pc:docMk/>
            <pc:sldMk cId="3889185225" sldId="600"/>
            <ac:spMk id="10" creationId="{2465EB48-CAC8-95BE-F18A-17FEA6872FCB}"/>
          </ac:spMkLst>
        </pc:spChg>
        <pc:spChg chg="add mod">
          <ac:chgData name="MR. PRADEEPKUMAR GAJENDRA BHALE" userId="S::pradeepkumar@iitg.ac.in::23e8cbce-e55b-40c0-a5e5-37ea767cf5fa" providerId="AD" clId="Web-{BB0FE33F-1F03-D430-0E89-6495D9A9202B}" dt="2023-07-22T07:39:51.795" v="419" actId="1076"/>
          <ac:spMkLst>
            <pc:docMk/>
            <pc:sldMk cId="3889185225" sldId="600"/>
            <ac:spMk id="11" creationId="{307F9311-8983-3FFB-7475-0AA4BF611876}"/>
          </ac:spMkLst>
        </pc:spChg>
        <pc:spChg chg="del">
          <ac:chgData name="MR. PRADEEPKUMAR GAJENDRA BHALE" userId="S::pradeepkumar@iitg.ac.in::23e8cbce-e55b-40c0-a5e5-37ea767cf5fa" providerId="AD" clId="Web-{BB0FE33F-1F03-D430-0E89-6495D9A9202B}" dt="2023-07-22T07:29:38.023" v="286"/>
          <ac:spMkLst>
            <pc:docMk/>
            <pc:sldMk cId="3889185225" sldId="600"/>
            <ac:spMk id="12" creationId="{0DD49778-4833-8E33-1AE4-AD67F8415D25}"/>
          </ac:spMkLst>
        </pc:spChg>
        <pc:spChg chg="del">
          <ac:chgData name="MR. PRADEEPKUMAR GAJENDRA BHALE" userId="S::pradeepkumar@iitg.ac.in::23e8cbce-e55b-40c0-a5e5-37ea767cf5fa" providerId="AD" clId="Web-{BB0FE33F-1F03-D430-0E89-6495D9A9202B}" dt="2023-07-22T07:29:38.023" v="282"/>
          <ac:spMkLst>
            <pc:docMk/>
            <pc:sldMk cId="3889185225" sldId="600"/>
            <ac:spMk id="13" creationId="{AE3B2337-0C58-A22D-39F4-1313DF570F5C}"/>
          </ac:spMkLst>
        </pc:spChg>
        <pc:spChg chg="del">
          <ac:chgData name="MR. PRADEEPKUMAR GAJENDRA BHALE" userId="S::pradeepkumar@iitg.ac.in::23e8cbce-e55b-40c0-a5e5-37ea767cf5fa" providerId="AD" clId="Web-{BB0FE33F-1F03-D430-0E89-6495D9A9202B}" dt="2023-07-22T07:29:41.570" v="287"/>
          <ac:spMkLst>
            <pc:docMk/>
            <pc:sldMk cId="3889185225" sldId="600"/>
            <ac:spMk id="14" creationId="{B1CB9537-2FCD-3213-D95A-D5DEC6C2A6DB}"/>
          </ac:spMkLst>
        </pc:spChg>
        <pc:spChg chg="del">
          <ac:chgData name="MR. PRADEEPKUMAR GAJENDRA BHALE" userId="S::pradeepkumar@iitg.ac.in::23e8cbce-e55b-40c0-a5e5-37ea767cf5fa" providerId="AD" clId="Web-{BB0FE33F-1F03-D430-0E89-6495D9A9202B}" dt="2023-07-22T07:29:38.023" v="281"/>
          <ac:spMkLst>
            <pc:docMk/>
            <pc:sldMk cId="3889185225" sldId="600"/>
            <ac:spMk id="15" creationId="{2394DBF2-C54C-063C-3F47-34D6D3FE76E3}"/>
          </ac:spMkLst>
        </pc:spChg>
        <pc:spChg chg="del">
          <ac:chgData name="MR. PRADEEPKUMAR GAJENDRA BHALE" userId="S::pradeepkumar@iitg.ac.in::23e8cbce-e55b-40c0-a5e5-37ea767cf5fa" providerId="AD" clId="Web-{BB0FE33F-1F03-D430-0E89-6495D9A9202B}" dt="2023-07-22T07:29:38.023" v="280"/>
          <ac:spMkLst>
            <pc:docMk/>
            <pc:sldMk cId="3889185225" sldId="600"/>
            <ac:spMk id="16" creationId="{4E8440C8-DE48-6D21-6B7B-0A13D8D47679}"/>
          </ac:spMkLst>
        </pc:spChg>
        <pc:spChg chg="add mod">
          <ac:chgData name="MR. PRADEEPKUMAR GAJENDRA BHALE" userId="S::pradeepkumar@iitg.ac.in::23e8cbce-e55b-40c0-a5e5-37ea767cf5fa" providerId="AD" clId="Web-{BB0FE33F-1F03-D430-0E89-6495D9A9202B}" dt="2023-07-22T07:39:51.764" v="418" actId="1076"/>
          <ac:spMkLst>
            <pc:docMk/>
            <pc:sldMk cId="3889185225" sldId="600"/>
            <ac:spMk id="17" creationId="{6F76A98F-315A-CB6C-35B4-250BF1D5E3C2}"/>
          </ac:spMkLst>
        </pc:spChg>
        <pc:spChg chg="add mod">
          <ac:chgData name="MR. PRADEEPKUMAR GAJENDRA BHALE" userId="S::pradeepkumar@iitg.ac.in::23e8cbce-e55b-40c0-a5e5-37ea767cf5fa" providerId="AD" clId="Web-{BB0FE33F-1F03-D430-0E89-6495D9A9202B}" dt="2023-07-22T07:39:51.732" v="417" actId="1076"/>
          <ac:spMkLst>
            <pc:docMk/>
            <pc:sldMk cId="3889185225" sldId="600"/>
            <ac:spMk id="18" creationId="{C0F36EBF-586C-157E-9809-ABCBF4A70F2B}"/>
          </ac:spMkLst>
        </pc:spChg>
        <pc:spChg chg="add mod">
          <ac:chgData name="MR. PRADEEPKUMAR GAJENDRA BHALE" userId="S::pradeepkumar@iitg.ac.in::23e8cbce-e55b-40c0-a5e5-37ea767cf5fa" providerId="AD" clId="Web-{BB0FE33F-1F03-D430-0E89-6495D9A9202B}" dt="2023-07-22T07:39:51.701" v="416" actId="1076"/>
          <ac:spMkLst>
            <pc:docMk/>
            <pc:sldMk cId="3889185225" sldId="600"/>
            <ac:spMk id="19" creationId="{7A7C4236-FD55-048C-CC34-4DEF4F15C7E1}"/>
          </ac:spMkLst>
        </pc:spChg>
        <pc:spChg chg="add mod">
          <ac:chgData name="MR. PRADEEPKUMAR GAJENDRA BHALE" userId="S::pradeepkumar@iitg.ac.in::23e8cbce-e55b-40c0-a5e5-37ea767cf5fa" providerId="AD" clId="Web-{BB0FE33F-1F03-D430-0E89-6495D9A9202B}" dt="2023-07-22T07:39:51.670" v="415" actId="1076"/>
          <ac:spMkLst>
            <pc:docMk/>
            <pc:sldMk cId="3889185225" sldId="600"/>
            <ac:spMk id="20" creationId="{AC6A2171-3222-CBDF-BDB4-C6A803610175}"/>
          </ac:spMkLst>
        </pc:spChg>
        <pc:spChg chg="add">
          <ac:chgData name="MR. PRADEEPKUMAR GAJENDRA BHALE" userId="S::pradeepkumar@iitg.ac.in::23e8cbce-e55b-40c0-a5e5-37ea767cf5fa" providerId="AD" clId="Web-{BB0FE33F-1F03-D430-0E89-6495D9A9202B}" dt="2023-07-22T07:40:55.313" v="442"/>
          <ac:spMkLst>
            <pc:docMk/>
            <pc:sldMk cId="3889185225" sldId="600"/>
            <ac:spMk id="22" creationId="{0E2B57B8-DD79-004B-87DC-02B8AD5F5FDA}"/>
          </ac:spMkLst>
        </pc:spChg>
      </pc:sldChg>
    </pc:docChg>
  </pc:docChgLst>
  <pc:docChgLst>
    <pc:chgData name="MR. PRADEEPKUMAR GAJENDRA BHALE" userId="S::pradeepkumar@iitg.ac.in::23e8cbce-e55b-40c0-a5e5-37ea767cf5fa" providerId="AD" clId="Web-{C9F2B5B5-4AB8-0569-8791-4ECF8411D6B6}"/>
    <pc:docChg chg="modSld">
      <pc:chgData name="MR. PRADEEPKUMAR GAJENDRA BHALE" userId="S::pradeepkumar@iitg.ac.in::23e8cbce-e55b-40c0-a5e5-37ea767cf5fa" providerId="AD" clId="Web-{C9F2B5B5-4AB8-0569-8791-4ECF8411D6B6}" dt="2023-07-23T10:12:15.631" v="16" actId="20577"/>
      <pc:docMkLst>
        <pc:docMk/>
      </pc:docMkLst>
      <pc:sldChg chg="modSp">
        <pc:chgData name="MR. PRADEEPKUMAR GAJENDRA BHALE" userId="S::pradeepkumar@iitg.ac.in::23e8cbce-e55b-40c0-a5e5-37ea767cf5fa" providerId="AD" clId="Web-{C9F2B5B5-4AB8-0569-8791-4ECF8411D6B6}" dt="2023-07-23T10:12:15.631" v="16" actId="20577"/>
        <pc:sldMkLst>
          <pc:docMk/>
          <pc:sldMk cId="2884651951" sldId="535"/>
        </pc:sldMkLst>
        <pc:spChg chg="mod">
          <ac:chgData name="MR. PRADEEPKUMAR GAJENDRA BHALE" userId="S::pradeepkumar@iitg.ac.in::23e8cbce-e55b-40c0-a5e5-37ea767cf5fa" providerId="AD" clId="Web-{C9F2B5B5-4AB8-0569-8791-4ECF8411D6B6}" dt="2023-07-23T10:12:15.631" v="16" actId="20577"/>
          <ac:spMkLst>
            <pc:docMk/>
            <pc:sldMk cId="2884651951" sldId="535"/>
            <ac:spMk id="7" creationId="{00000000-0000-0000-0000-000000000000}"/>
          </ac:spMkLst>
        </pc:spChg>
      </pc:sldChg>
      <pc:sldChg chg="modSp">
        <pc:chgData name="MR. PRADEEPKUMAR GAJENDRA BHALE" userId="S::pradeepkumar@iitg.ac.in::23e8cbce-e55b-40c0-a5e5-37ea767cf5fa" providerId="AD" clId="Web-{C9F2B5B5-4AB8-0569-8791-4ECF8411D6B6}" dt="2023-07-23T09:32:42.583" v="8" actId="14100"/>
        <pc:sldMkLst>
          <pc:docMk/>
          <pc:sldMk cId="2036015992" sldId="554"/>
        </pc:sldMkLst>
        <pc:spChg chg="mod">
          <ac:chgData name="MR. PRADEEPKUMAR GAJENDRA BHALE" userId="S::pradeepkumar@iitg.ac.in::23e8cbce-e55b-40c0-a5e5-37ea767cf5fa" providerId="AD" clId="Web-{C9F2B5B5-4AB8-0569-8791-4ECF8411D6B6}" dt="2023-07-23T09:32:42.583" v="8" actId="14100"/>
          <ac:spMkLst>
            <pc:docMk/>
            <pc:sldMk cId="2036015992" sldId="554"/>
            <ac:spMk id="7" creationId="{1CECF86E-0E4E-758B-D927-4805B75B04CF}"/>
          </ac:spMkLst>
        </pc:spChg>
      </pc:sldChg>
      <pc:sldChg chg="modSp">
        <pc:chgData name="MR. PRADEEPKUMAR GAJENDRA BHALE" userId="S::pradeepkumar@iitg.ac.in::23e8cbce-e55b-40c0-a5e5-37ea767cf5fa" providerId="AD" clId="Web-{C9F2B5B5-4AB8-0569-8791-4ECF8411D6B6}" dt="2023-07-23T09:33:45.117" v="14" actId="20577"/>
        <pc:sldMkLst>
          <pc:docMk/>
          <pc:sldMk cId="3997849794" sldId="555"/>
        </pc:sldMkLst>
        <pc:spChg chg="mod">
          <ac:chgData name="MR. PRADEEPKUMAR GAJENDRA BHALE" userId="S::pradeepkumar@iitg.ac.in::23e8cbce-e55b-40c0-a5e5-37ea767cf5fa" providerId="AD" clId="Web-{C9F2B5B5-4AB8-0569-8791-4ECF8411D6B6}" dt="2023-07-23T09:33:45.117" v="14" actId="20577"/>
          <ac:spMkLst>
            <pc:docMk/>
            <pc:sldMk cId="3997849794" sldId="555"/>
            <ac:spMk id="40" creationId="{F84BF59C-3E88-850D-7B25-F2006ACA267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FB752DB2-A0FF-4EE0-BD01-53E8B7D2A505}" type="datetimeFigureOut">
              <a:rPr lang="en-US" smtClean="0"/>
              <a:t>9/16/2025</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C2AFCC6-7319-4762-B865-E0E5129207BA}" type="slidenum">
              <a:rPr lang="en-US" smtClean="0"/>
              <a:t>‹#›</a:t>
            </a:fld>
            <a:endParaRPr lang="en-US"/>
          </a:p>
        </p:txBody>
      </p:sp>
    </p:spTree>
    <p:extLst>
      <p:ext uri="{BB962C8B-B14F-4D97-AF65-F5344CB8AC3E}">
        <p14:creationId xmlns:p14="http://schemas.microsoft.com/office/powerpoint/2010/main" val="35603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Gud</a:t>
            </a:r>
            <a:r>
              <a:rPr lang="en-US"/>
              <a:t> evening one and all, today I am presenting my annual progress seminar</a:t>
            </a:r>
            <a:r>
              <a:rPr lang="en-US" baseline="0"/>
              <a:t>, under the supervision of Prof Sukumar Nandi and dr. Santosh Biswas</a:t>
            </a:r>
            <a:endParaRPr lang="en-US"/>
          </a:p>
        </p:txBody>
      </p:sp>
      <p:sp>
        <p:nvSpPr>
          <p:cNvPr id="4" name="Slide Number Placeholder 3"/>
          <p:cNvSpPr>
            <a:spLocks noGrp="1"/>
          </p:cNvSpPr>
          <p:nvPr>
            <p:ph type="sldNum" sz="quarter" idx="10"/>
          </p:nvPr>
        </p:nvSpPr>
        <p:spPr/>
        <p:txBody>
          <a:bodyPr/>
          <a:lstStyle/>
          <a:p>
            <a:fld id="{CC2AFCC6-7319-4762-B865-E0E5129207BA}" type="slidenum">
              <a:rPr lang="en-US" smtClean="0"/>
              <a:t>1</a:t>
            </a:fld>
            <a:endParaRPr lang="en-US"/>
          </a:p>
        </p:txBody>
      </p:sp>
    </p:spTree>
    <p:extLst>
      <p:ext uri="{BB962C8B-B14F-4D97-AF65-F5344CB8AC3E}">
        <p14:creationId xmlns:p14="http://schemas.microsoft.com/office/powerpoint/2010/main" val="2891720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C2AFCC6-7319-4762-B865-E0E5129207BA}" type="slidenum">
              <a:rPr lang="en-US" smtClean="0"/>
              <a:t>2</a:t>
            </a:fld>
            <a:endParaRPr lang="en-US"/>
          </a:p>
        </p:txBody>
      </p:sp>
    </p:spTree>
    <p:extLst>
      <p:ext uri="{BB962C8B-B14F-4D97-AF65-F5344CB8AC3E}">
        <p14:creationId xmlns:p14="http://schemas.microsoft.com/office/powerpoint/2010/main" val="147134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3" name="PlaceHolder 2"/>
          <p:cNvSpPr>
            <a:spLocks noGrp="1"/>
          </p:cNvSpPr>
          <p:nvPr>
            <p:ph type="subTitle"/>
          </p:nvPr>
        </p:nvSpPr>
        <p:spPr>
          <a:xfrm>
            <a:off x="609480" y="1604520"/>
            <a:ext cx="10972080" cy="397692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 name="PlaceHolder 2"/>
          <p:cNvSpPr>
            <a:spLocks noGrp="1"/>
          </p:cNvSpPr>
          <p:nvPr>
            <p:ph type="body"/>
          </p:nvPr>
        </p:nvSpPr>
        <p:spPr>
          <a:xfrm>
            <a:off x="609480" y="1604520"/>
            <a:ext cx="109720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7"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8"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080" cy="530640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13"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16"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2" name="PlaceHolder 4"/>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24" name="PlaceHolder 2"/>
          <p:cNvSpPr>
            <a:spLocks noGrp="1"/>
          </p:cNvSpPr>
          <p:nvPr>
            <p:ph type="body"/>
          </p:nvPr>
        </p:nvSpPr>
        <p:spPr>
          <a:xfrm>
            <a:off x="609480" y="1604520"/>
            <a:ext cx="10972080" cy="1896840"/>
          </a:xfrm>
          <a:prstGeom prst="rect">
            <a:avLst/>
          </a:prstGeom>
        </p:spPr>
        <p:txBody>
          <a:bodyPr lIns="0" tIns="0" rIns="0" bIns="0">
            <a:normAutofit/>
          </a:bodyPr>
          <a:lstStyle/>
          <a:p>
            <a:endParaRPr lang="en-IN" sz="3200" b="0" strike="noStrike" spc="-1">
              <a:latin typeface="Arial"/>
            </a:endParaRPr>
          </a:p>
        </p:txBody>
      </p:sp>
      <p:sp>
        <p:nvSpPr>
          <p:cNvPr id="25" name="PlaceHolder 3"/>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32" name="PlaceHolder 2"/>
          <p:cNvSpPr>
            <a:spLocks noGrp="1"/>
          </p:cNvSpPr>
          <p:nvPr>
            <p:ph type="body"/>
          </p:nvPr>
        </p:nvSpPr>
        <p:spPr>
          <a:xfrm>
            <a:off x="609480" y="1604520"/>
            <a:ext cx="3532680" cy="1896840"/>
          </a:xfrm>
          <a:prstGeom prst="rect">
            <a:avLst/>
          </a:prstGeom>
        </p:spPr>
        <p:txBody>
          <a:bodyPr lIns="0" tIns="0" rIns="0" bIns="0">
            <a:normAutofit/>
          </a:bodyPr>
          <a:lstStyle/>
          <a:p>
            <a:endParaRPr lang="en-IN" sz="3200" b="0" strike="noStrike" spc="-1">
              <a:latin typeface="Arial"/>
            </a:endParaRPr>
          </a:p>
        </p:txBody>
      </p:sp>
      <p:sp>
        <p:nvSpPr>
          <p:cNvPr id="33" name="PlaceHolder 3"/>
          <p:cNvSpPr>
            <a:spLocks noGrp="1"/>
          </p:cNvSpPr>
          <p:nvPr>
            <p:ph type="body"/>
          </p:nvPr>
        </p:nvSpPr>
        <p:spPr>
          <a:xfrm>
            <a:off x="4319280" y="1604520"/>
            <a:ext cx="3532680" cy="1896840"/>
          </a:xfrm>
          <a:prstGeom prst="rect">
            <a:avLst/>
          </a:prstGeom>
        </p:spPr>
        <p:txBody>
          <a:bodyPr lIns="0" tIns="0" rIns="0" bIns="0">
            <a:normAutofit/>
          </a:bodyPr>
          <a:lstStyle/>
          <a:p>
            <a:endParaRPr lang="en-IN" sz="3200" b="0" strike="noStrike" spc="-1">
              <a:latin typeface="Arial"/>
            </a:endParaRPr>
          </a:p>
        </p:txBody>
      </p:sp>
      <p:sp>
        <p:nvSpPr>
          <p:cNvPr id="34" name="PlaceHolder 4"/>
          <p:cNvSpPr>
            <a:spLocks noGrp="1"/>
          </p:cNvSpPr>
          <p:nvPr>
            <p:ph type="body"/>
          </p:nvPr>
        </p:nvSpPr>
        <p:spPr>
          <a:xfrm>
            <a:off x="8028720" y="1604520"/>
            <a:ext cx="3532680" cy="1896840"/>
          </a:xfrm>
          <a:prstGeom prst="rect">
            <a:avLst/>
          </a:prstGeom>
        </p:spPr>
        <p:txBody>
          <a:bodyPr lIns="0" tIns="0" rIns="0" bIns="0">
            <a:normAutofit/>
          </a:bodyPr>
          <a:lstStyle/>
          <a:p>
            <a:endParaRPr lang="en-IN" sz="3200" b="0" strike="noStrike" spc="-1">
              <a:latin typeface="Arial"/>
            </a:endParaRPr>
          </a:p>
        </p:txBody>
      </p:sp>
      <p:sp>
        <p:nvSpPr>
          <p:cNvPr id="35" name="PlaceHolder 5"/>
          <p:cNvSpPr>
            <a:spLocks noGrp="1"/>
          </p:cNvSpPr>
          <p:nvPr>
            <p:ph type="body"/>
          </p:nvPr>
        </p:nvSpPr>
        <p:spPr>
          <a:xfrm>
            <a:off x="609480" y="3682080"/>
            <a:ext cx="3532680" cy="1896840"/>
          </a:xfrm>
          <a:prstGeom prst="rect">
            <a:avLst/>
          </a:prstGeom>
        </p:spPr>
        <p:txBody>
          <a:bodyPr lIns="0" tIns="0" rIns="0" bIns="0">
            <a:normAutofit/>
          </a:bodyPr>
          <a:lstStyle/>
          <a:p>
            <a:endParaRPr lang="en-IN" sz="3200" b="0" strike="noStrike" spc="-1">
              <a:latin typeface="Arial"/>
            </a:endParaRPr>
          </a:p>
        </p:txBody>
      </p:sp>
      <p:sp>
        <p:nvSpPr>
          <p:cNvPr id="36" name="PlaceHolder 6"/>
          <p:cNvSpPr>
            <a:spLocks noGrp="1"/>
          </p:cNvSpPr>
          <p:nvPr>
            <p:ph type="body"/>
          </p:nvPr>
        </p:nvSpPr>
        <p:spPr>
          <a:xfrm>
            <a:off x="4319280" y="3682080"/>
            <a:ext cx="3532680" cy="1896840"/>
          </a:xfrm>
          <a:prstGeom prst="rect">
            <a:avLst/>
          </a:prstGeom>
        </p:spPr>
        <p:txBody>
          <a:bodyPr lIns="0" tIns="0" rIns="0" bIns="0">
            <a:normAutofit/>
          </a:bodyPr>
          <a:lstStyle/>
          <a:p>
            <a:endParaRPr lang="en-IN" sz="3200" b="0" strike="noStrike" spc="-1">
              <a:latin typeface="Arial"/>
            </a:endParaRPr>
          </a:p>
        </p:txBody>
      </p:sp>
      <p:sp>
        <p:nvSpPr>
          <p:cNvPr id="37" name="PlaceHolder 7"/>
          <p:cNvSpPr>
            <a:spLocks noGrp="1"/>
          </p:cNvSpPr>
          <p:nvPr>
            <p:ph type="body"/>
          </p:nvPr>
        </p:nvSpPr>
        <p:spPr>
          <a:xfrm>
            <a:off x="8028720" y="3682080"/>
            <a:ext cx="35326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1" name="PlaceHolder 2"/>
          <p:cNvSpPr>
            <a:spLocks noGrp="1"/>
          </p:cNvSpPr>
          <p:nvPr>
            <p:ph type="subTitle"/>
          </p:nvPr>
        </p:nvSpPr>
        <p:spPr>
          <a:xfrm>
            <a:off x="609480" y="1604520"/>
            <a:ext cx="10972080" cy="397692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3" name="PlaceHolder 2"/>
          <p:cNvSpPr>
            <a:spLocks noGrp="1"/>
          </p:cNvSpPr>
          <p:nvPr>
            <p:ph type="body"/>
          </p:nvPr>
        </p:nvSpPr>
        <p:spPr>
          <a:xfrm>
            <a:off x="609480" y="1604520"/>
            <a:ext cx="109720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5"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46"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080" cy="530640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1"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4"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0" name="PlaceHolder 4"/>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62" name="PlaceHolder 2"/>
          <p:cNvSpPr>
            <a:spLocks noGrp="1"/>
          </p:cNvSpPr>
          <p:nvPr>
            <p:ph type="body"/>
          </p:nvPr>
        </p:nvSpPr>
        <p:spPr>
          <a:xfrm>
            <a:off x="609480" y="1604520"/>
            <a:ext cx="10972080" cy="1896840"/>
          </a:xfrm>
          <a:prstGeom prst="rect">
            <a:avLst/>
          </a:prstGeom>
        </p:spPr>
        <p:txBody>
          <a:bodyPr lIns="0" tIns="0" rIns="0" bIns="0">
            <a:normAutofit/>
          </a:bodyPr>
          <a:lstStyle/>
          <a:p>
            <a:endParaRPr lang="en-IN" sz="3200" b="0" strike="noStrike" spc="-1">
              <a:latin typeface="Arial"/>
            </a:endParaRPr>
          </a:p>
        </p:txBody>
      </p:sp>
      <p:sp>
        <p:nvSpPr>
          <p:cNvPr id="63" name="PlaceHolder 3"/>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70" name="PlaceHolder 2"/>
          <p:cNvSpPr>
            <a:spLocks noGrp="1"/>
          </p:cNvSpPr>
          <p:nvPr>
            <p:ph type="body"/>
          </p:nvPr>
        </p:nvSpPr>
        <p:spPr>
          <a:xfrm>
            <a:off x="609480" y="1604520"/>
            <a:ext cx="3532680" cy="1896840"/>
          </a:xfrm>
          <a:prstGeom prst="rect">
            <a:avLst/>
          </a:prstGeom>
        </p:spPr>
        <p:txBody>
          <a:bodyPr lIns="0" tIns="0" rIns="0" bIns="0">
            <a:normAutofit/>
          </a:bodyPr>
          <a:lstStyle/>
          <a:p>
            <a:endParaRPr lang="en-IN" sz="3200" b="0" strike="noStrike" spc="-1">
              <a:latin typeface="Arial"/>
            </a:endParaRPr>
          </a:p>
        </p:txBody>
      </p:sp>
      <p:sp>
        <p:nvSpPr>
          <p:cNvPr id="71" name="PlaceHolder 3"/>
          <p:cNvSpPr>
            <a:spLocks noGrp="1"/>
          </p:cNvSpPr>
          <p:nvPr>
            <p:ph type="body"/>
          </p:nvPr>
        </p:nvSpPr>
        <p:spPr>
          <a:xfrm>
            <a:off x="4319280" y="1604520"/>
            <a:ext cx="3532680" cy="1896840"/>
          </a:xfrm>
          <a:prstGeom prst="rect">
            <a:avLst/>
          </a:prstGeom>
        </p:spPr>
        <p:txBody>
          <a:bodyPr lIns="0" tIns="0" rIns="0" bIns="0">
            <a:normAutofit/>
          </a:bodyPr>
          <a:lstStyle/>
          <a:p>
            <a:endParaRPr lang="en-IN" sz="3200" b="0" strike="noStrike" spc="-1">
              <a:latin typeface="Arial"/>
            </a:endParaRPr>
          </a:p>
        </p:txBody>
      </p:sp>
      <p:sp>
        <p:nvSpPr>
          <p:cNvPr id="72" name="PlaceHolder 4"/>
          <p:cNvSpPr>
            <a:spLocks noGrp="1"/>
          </p:cNvSpPr>
          <p:nvPr>
            <p:ph type="body"/>
          </p:nvPr>
        </p:nvSpPr>
        <p:spPr>
          <a:xfrm>
            <a:off x="8028720" y="1604520"/>
            <a:ext cx="3532680" cy="1896840"/>
          </a:xfrm>
          <a:prstGeom prst="rect">
            <a:avLst/>
          </a:prstGeom>
        </p:spPr>
        <p:txBody>
          <a:bodyPr lIns="0" tIns="0" rIns="0" bIns="0">
            <a:normAutofit/>
          </a:bodyPr>
          <a:lstStyle/>
          <a:p>
            <a:endParaRPr lang="en-IN" sz="3200" b="0" strike="noStrike" spc="-1">
              <a:latin typeface="Arial"/>
            </a:endParaRPr>
          </a:p>
        </p:txBody>
      </p:sp>
      <p:sp>
        <p:nvSpPr>
          <p:cNvPr id="73" name="PlaceHolder 5"/>
          <p:cNvSpPr>
            <a:spLocks noGrp="1"/>
          </p:cNvSpPr>
          <p:nvPr>
            <p:ph type="body"/>
          </p:nvPr>
        </p:nvSpPr>
        <p:spPr>
          <a:xfrm>
            <a:off x="609480" y="3682080"/>
            <a:ext cx="3532680" cy="1896840"/>
          </a:xfrm>
          <a:prstGeom prst="rect">
            <a:avLst/>
          </a:prstGeom>
        </p:spPr>
        <p:txBody>
          <a:bodyPr lIns="0" tIns="0" rIns="0" bIns="0">
            <a:normAutofit/>
          </a:bodyPr>
          <a:lstStyle/>
          <a:p>
            <a:endParaRPr lang="en-IN" sz="3200" b="0" strike="noStrike" spc="-1">
              <a:latin typeface="Arial"/>
            </a:endParaRPr>
          </a:p>
        </p:txBody>
      </p:sp>
      <p:sp>
        <p:nvSpPr>
          <p:cNvPr id="74" name="PlaceHolder 6"/>
          <p:cNvSpPr>
            <a:spLocks noGrp="1"/>
          </p:cNvSpPr>
          <p:nvPr>
            <p:ph type="body"/>
          </p:nvPr>
        </p:nvSpPr>
        <p:spPr>
          <a:xfrm>
            <a:off x="4319280" y="3682080"/>
            <a:ext cx="3532680" cy="1896840"/>
          </a:xfrm>
          <a:prstGeom prst="rect">
            <a:avLst/>
          </a:prstGeom>
        </p:spPr>
        <p:txBody>
          <a:bodyPr lIns="0" tIns="0" rIns="0" bIns="0">
            <a:normAutofit/>
          </a:bodyPr>
          <a:lstStyle/>
          <a:p>
            <a:endParaRPr lang="en-IN" sz="3200" b="0" strike="noStrike" spc="-1">
              <a:latin typeface="Arial"/>
            </a:endParaRPr>
          </a:p>
        </p:txBody>
      </p:sp>
      <p:sp>
        <p:nvSpPr>
          <p:cNvPr id="75" name="PlaceHolder 7"/>
          <p:cNvSpPr>
            <a:spLocks noGrp="1"/>
          </p:cNvSpPr>
          <p:nvPr>
            <p:ph type="body"/>
          </p:nvPr>
        </p:nvSpPr>
        <p:spPr>
          <a:xfrm>
            <a:off x="8028720" y="3682080"/>
            <a:ext cx="35326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Department of Computer Science and Engineering, IITG</a:t>
            </a:r>
          </a:p>
        </p:txBody>
      </p:sp>
      <p:sp>
        <p:nvSpPr>
          <p:cNvPr id="6" name="Slide Number Placeholder 5"/>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60491103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9" name="Rectangle 18"/>
          <p:cNvSpPr/>
          <p:nvPr userDrawn="1"/>
        </p:nvSpPr>
        <p:spPr>
          <a:xfrm>
            <a:off x="6171028" y="6625886"/>
            <a:ext cx="6020972" cy="2059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entagon 17"/>
          <p:cNvSpPr/>
          <p:nvPr userDrawn="1"/>
        </p:nvSpPr>
        <p:spPr>
          <a:xfrm>
            <a:off x="0" y="6427078"/>
            <a:ext cx="6879098" cy="404794"/>
          </a:xfrm>
          <a:prstGeom prst="homePlate">
            <a:avLst>
              <a:gd name="adj" fmla="val 5063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entagon 13"/>
          <p:cNvSpPr/>
          <p:nvPr userDrawn="1"/>
        </p:nvSpPr>
        <p:spPr>
          <a:xfrm>
            <a:off x="0" y="6483350"/>
            <a:ext cx="6850966" cy="404794"/>
          </a:xfrm>
          <a:prstGeom prst="homePlate">
            <a:avLst>
              <a:gd name="adj" fmla="val 50636"/>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6171028" y="6682154"/>
            <a:ext cx="6020972" cy="20599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22575" y="6477219"/>
            <a:ext cx="5393798" cy="365125"/>
          </a:xfrm>
        </p:spPr>
        <p:txBody>
          <a:bodyPr/>
          <a:lstStyle>
            <a:lvl1pPr>
              <a:defRPr sz="1600">
                <a:solidFill>
                  <a:schemeClr val="bg1"/>
                </a:solidFill>
                <a:latin typeface="+mj-lt"/>
                <a:cs typeface="Microsoft Uighur" panose="02000000000000000000" pitchFamily="2" charset="-78"/>
              </a:defRPr>
            </a:lvl1pPr>
          </a:lstStyle>
          <a:p>
            <a:r>
              <a:rPr lang="en-US"/>
              <a:t>Department of Computer Science and Engineering, IITG</a:t>
            </a:r>
          </a:p>
        </p:txBody>
      </p:sp>
      <p:sp>
        <p:nvSpPr>
          <p:cNvPr id="6" name="Slide Number Placeholder 5"/>
          <p:cNvSpPr>
            <a:spLocks noGrp="1"/>
          </p:cNvSpPr>
          <p:nvPr>
            <p:ph type="sldNum" sz="quarter" idx="12"/>
          </p:nvPr>
        </p:nvSpPr>
        <p:spPr>
          <a:xfrm>
            <a:off x="10873745" y="6682154"/>
            <a:ext cx="1028700" cy="180389"/>
          </a:xfrm>
        </p:spPr>
        <p:txBody>
          <a:bodyPr/>
          <a:lstStyle>
            <a:lvl1pPr>
              <a:defRPr>
                <a:solidFill>
                  <a:schemeClr val="bg1"/>
                </a:solidFill>
              </a:defRPr>
            </a:lvl1pPr>
          </a:lstStyle>
          <a:p>
            <a:fld id="{4DAFB949-428C-4290-8A69-E88B57575036}" type="slidenum">
              <a:rPr lang="en-US" smtClean="0"/>
              <a:pPr/>
              <a:t>‹#›</a:t>
            </a:fld>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17" y="6507732"/>
            <a:ext cx="300930" cy="304097"/>
          </a:xfrm>
          <a:prstGeom prst="rect">
            <a:avLst/>
          </a:prstGeom>
        </p:spPr>
      </p:pic>
    </p:spTree>
    <p:extLst>
      <p:ext uri="{BB962C8B-B14F-4D97-AF65-F5344CB8AC3E}">
        <p14:creationId xmlns:p14="http://schemas.microsoft.com/office/powerpoint/2010/main" val="3180345407"/>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4241186203"/>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555293384"/>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4268649524"/>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794959791"/>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354565437"/>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929151327"/>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489032646"/>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03383326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414332133"/>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253554212"/>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514452037"/>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500477024"/>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254275215"/>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1929254877"/>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56939854"/>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176691502"/>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346630283"/>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970646549"/>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4281427481"/>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834750428"/>
      </p:ext>
    </p:extLst>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2378274103"/>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Department of Computer Science and Engineering, IITG</a:t>
            </a:r>
          </a:p>
        </p:txBody>
      </p:sp>
      <p:sp>
        <p:nvSpPr>
          <p:cNvPr id="6" name="Slide Number Placeholder 5"/>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1053014306"/>
      </p:ext>
    </p:extLst>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Department of Computer Science and Engineering, IITG</a:t>
            </a:r>
          </a:p>
        </p:txBody>
      </p:sp>
      <p:sp>
        <p:nvSpPr>
          <p:cNvPr id="7" name="Slide Number Placeholder 6"/>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061361458"/>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Department of Computer Science and Engineering, IITG</a:t>
            </a:r>
          </a:p>
        </p:txBody>
      </p:sp>
      <p:sp>
        <p:nvSpPr>
          <p:cNvPr id="9" name="Slide Number Placeholder 8"/>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1242728081"/>
      </p:ext>
    </p:extLst>
  </p:cSld>
  <p:clrMapOvr>
    <a:masterClrMapping/>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and Engineering, IITG</a:t>
            </a:r>
          </a:p>
        </p:txBody>
      </p:sp>
      <p:sp>
        <p:nvSpPr>
          <p:cNvPr id="5" name="Slide Number Placeholder 4"/>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1427732757"/>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Department of Computer Science and Engineering, IITG</a:t>
            </a:r>
          </a:p>
        </p:txBody>
      </p:sp>
      <p:sp>
        <p:nvSpPr>
          <p:cNvPr id="4" name="Slide Number Placeholder 3"/>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457346162"/>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Department of Computer Science and Engineering, IITG</a:t>
            </a:r>
          </a:p>
        </p:txBody>
      </p:sp>
      <p:sp>
        <p:nvSpPr>
          <p:cNvPr id="7" name="Slide Number Placeholder 6"/>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591319847"/>
      </p:ext>
    </p:extLst>
  </p:cSld>
  <p:clrMapOvr>
    <a:masterClrMapping/>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Department of Computer Science and Engineering, IITG</a:t>
            </a:r>
          </a:p>
        </p:txBody>
      </p:sp>
      <p:sp>
        <p:nvSpPr>
          <p:cNvPr id="7" name="Slide Number Placeholder 6"/>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550651690"/>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Department of Computer Science and Engineering, IITG</a:t>
            </a:r>
          </a:p>
        </p:txBody>
      </p:sp>
      <p:sp>
        <p:nvSpPr>
          <p:cNvPr id="6" name="Slide Number Placeholder 5"/>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742953251"/>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Department of Computer Science and Engineering, IITG</a:t>
            </a:r>
          </a:p>
        </p:txBody>
      </p:sp>
      <p:sp>
        <p:nvSpPr>
          <p:cNvPr id="6" name="Slide Number Placeholder 5"/>
          <p:cNvSpPr>
            <a:spLocks noGrp="1"/>
          </p:cNvSpPr>
          <p:nvPr>
            <p:ph type="sldNum" sz="quarter" idx="12"/>
          </p:nvPr>
        </p:nvSpPr>
        <p:spPr/>
        <p:txBody>
          <a:bodyPr/>
          <a:lstStyle/>
          <a:p>
            <a:fld id="{4DAFB949-428C-4290-8A69-E88B57575036}" type="slidenum">
              <a:rPr lang="en-US" smtClean="0"/>
              <a:t>‹#›</a:t>
            </a:fld>
            <a:endParaRPr lang="en-US"/>
          </a:p>
        </p:txBody>
      </p:sp>
    </p:spTree>
    <p:extLst>
      <p:ext uri="{BB962C8B-B14F-4D97-AF65-F5344CB8AC3E}">
        <p14:creationId xmlns:p14="http://schemas.microsoft.com/office/powerpoint/2010/main" val="3085796709"/>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1" name="PlaceHolder 2"/>
          <p:cNvSpPr>
            <a:spLocks noGrp="1"/>
          </p:cNvSpPr>
          <p:nvPr>
            <p:ph type="subTitle"/>
          </p:nvPr>
        </p:nvSpPr>
        <p:spPr>
          <a:xfrm>
            <a:off x="609480" y="1604520"/>
            <a:ext cx="10972080" cy="397692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3" name="PlaceHolder 2"/>
          <p:cNvSpPr>
            <a:spLocks noGrp="1"/>
          </p:cNvSpPr>
          <p:nvPr>
            <p:ph type="body"/>
          </p:nvPr>
        </p:nvSpPr>
        <p:spPr>
          <a:xfrm>
            <a:off x="609480" y="1604520"/>
            <a:ext cx="109720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45"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46"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Tree>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080" cy="530640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1" name="PlaceHolder 3"/>
          <p:cNvSpPr>
            <a:spLocks noGrp="1"/>
          </p:cNvSpPr>
          <p:nvPr>
            <p:ph type="body"/>
          </p:nvPr>
        </p:nvSpPr>
        <p:spPr>
          <a:xfrm>
            <a:off x="6231960" y="1604520"/>
            <a:ext cx="5354280" cy="3976920"/>
          </a:xfrm>
          <a:prstGeom prst="rect">
            <a:avLst/>
          </a:prstGeom>
        </p:spPr>
        <p:txBody>
          <a:bodyPr lIns="0" tIns="0" rIns="0" bIns="0">
            <a:normAutofit/>
          </a:bodyPr>
          <a:lstStyle/>
          <a:p>
            <a:endParaRPr lang="en-IN"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4" name="PlaceHolder 2"/>
          <p:cNvSpPr>
            <a:spLocks noGrp="1"/>
          </p:cNvSpPr>
          <p:nvPr>
            <p:ph type="body"/>
          </p:nvPr>
        </p:nvSpPr>
        <p:spPr>
          <a:xfrm>
            <a:off x="609480" y="1604520"/>
            <a:ext cx="5354280" cy="3976920"/>
          </a:xfrm>
          <a:prstGeom prst="rect">
            <a:avLst/>
          </a:prstGeom>
        </p:spPr>
        <p:txBody>
          <a:bodyPr lIns="0" tIns="0" rIns="0" bIns="0">
            <a:normAutofit/>
          </a:bodyPr>
          <a:lstStyle/>
          <a:p>
            <a:endParaRPr lang="en-IN"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0" name="PlaceHolder 4"/>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62" name="PlaceHolder 2"/>
          <p:cNvSpPr>
            <a:spLocks noGrp="1"/>
          </p:cNvSpPr>
          <p:nvPr>
            <p:ph type="body"/>
          </p:nvPr>
        </p:nvSpPr>
        <p:spPr>
          <a:xfrm>
            <a:off x="609480" y="1604520"/>
            <a:ext cx="10972080" cy="1896840"/>
          </a:xfrm>
          <a:prstGeom prst="rect">
            <a:avLst/>
          </a:prstGeom>
        </p:spPr>
        <p:txBody>
          <a:bodyPr lIns="0" tIns="0" rIns="0" bIns="0">
            <a:normAutofit/>
          </a:bodyPr>
          <a:lstStyle/>
          <a:p>
            <a:endParaRPr lang="en-IN" sz="3200" b="0" strike="noStrike" spc="-1">
              <a:latin typeface="Arial"/>
            </a:endParaRPr>
          </a:p>
        </p:txBody>
      </p:sp>
      <p:sp>
        <p:nvSpPr>
          <p:cNvPr id="63" name="PlaceHolder 3"/>
          <p:cNvSpPr>
            <a:spLocks noGrp="1"/>
          </p:cNvSpPr>
          <p:nvPr>
            <p:ph type="body"/>
          </p:nvPr>
        </p:nvSpPr>
        <p:spPr>
          <a:xfrm>
            <a:off x="609480" y="3682080"/>
            <a:ext cx="109720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latin typeface="Arial"/>
            </a:endParaRPr>
          </a:p>
        </p:txBody>
      </p:sp>
      <p:sp>
        <p:nvSpPr>
          <p:cNvPr id="70" name="PlaceHolder 2"/>
          <p:cNvSpPr>
            <a:spLocks noGrp="1"/>
          </p:cNvSpPr>
          <p:nvPr>
            <p:ph type="body"/>
          </p:nvPr>
        </p:nvSpPr>
        <p:spPr>
          <a:xfrm>
            <a:off x="609480" y="1604520"/>
            <a:ext cx="3532680" cy="1896840"/>
          </a:xfrm>
          <a:prstGeom prst="rect">
            <a:avLst/>
          </a:prstGeom>
        </p:spPr>
        <p:txBody>
          <a:bodyPr lIns="0" tIns="0" rIns="0" bIns="0">
            <a:normAutofit/>
          </a:bodyPr>
          <a:lstStyle/>
          <a:p>
            <a:endParaRPr lang="en-IN" sz="3200" b="0" strike="noStrike" spc="-1">
              <a:latin typeface="Arial"/>
            </a:endParaRPr>
          </a:p>
        </p:txBody>
      </p:sp>
      <p:sp>
        <p:nvSpPr>
          <p:cNvPr id="71" name="PlaceHolder 3"/>
          <p:cNvSpPr>
            <a:spLocks noGrp="1"/>
          </p:cNvSpPr>
          <p:nvPr>
            <p:ph type="body"/>
          </p:nvPr>
        </p:nvSpPr>
        <p:spPr>
          <a:xfrm>
            <a:off x="4319280" y="1604520"/>
            <a:ext cx="3532680" cy="1896840"/>
          </a:xfrm>
          <a:prstGeom prst="rect">
            <a:avLst/>
          </a:prstGeom>
        </p:spPr>
        <p:txBody>
          <a:bodyPr lIns="0" tIns="0" rIns="0" bIns="0">
            <a:normAutofit/>
          </a:bodyPr>
          <a:lstStyle/>
          <a:p>
            <a:endParaRPr lang="en-IN" sz="3200" b="0" strike="noStrike" spc="-1">
              <a:latin typeface="Arial"/>
            </a:endParaRPr>
          </a:p>
        </p:txBody>
      </p:sp>
      <p:sp>
        <p:nvSpPr>
          <p:cNvPr id="72" name="PlaceHolder 4"/>
          <p:cNvSpPr>
            <a:spLocks noGrp="1"/>
          </p:cNvSpPr>
          <p:nvPr>
            <p:ph type="body"/>
          </p:nvPr>
        </p:nvSpPr>
        <p:spPr>
          <a:xfrm>
            <a:off x="8028720" y="1604520"/>
            <a:ext cx="3532680" cy="1896840"/>
          </a:xfrm>
          <a:prstGeom prst="rect">
            <a:avLst/>
          </a:prstGeom>
        </p:spPr>
        <p:txBody>
          <a:bodyPr lIns="0" tIns="0" rIns="0" bIns="0">
            <a:normAutofit/>
          </a:bodyPr>
          <a:lstStyle/>
          <a:p>
            <a:endParaRPr lang="en-IN" sz="3200" b="0" strike="noStrike" spc="-1">
              <a:latin typeface="Arial"/>
            </a:endParaRPr>
          </a:p>
        </p:txBody>
      </p:sp>
      <p:sp>
        <p:nvSpPr>
          <p:cNvPr id="73" name="PlaceHolder 5"/>
          <p:cNvSpPr>
            <a:spLocks noGrp="1"/>
          </p:cNvSpPr>
          <p:nvPr>
            <p:ph type="body"/>
          </p:nvPr>
        </p:nvSpPr>
        <p:spPr>
          <a:xfrm>
            <a:off x="609480" y="3682080"/>
            <a:ext cx="3532680" cy="1896840"/>
          </a:xfrm>
          <a:prstGeom prst="rect">
            <a:avLst/>
          </a:prstGeom>
        </p:spPr>
        <p:txBody>
          <a:bodyPr lIns="0" tIns="0" rIns="0" bIns="0">
            <a:normAutofit/>
          </a:bodyPr>
          <a:lstStyle/>
          <a:p>
            <a:endParaRPr lang="en-IN" sz="3200" b="0" strike="noStrike" spc="-1">
              <a:latin typeface="Arial"/>
            </a:endParaRPr>
          </a:p>
        </p:txBody>
      </p:sp>
      <p:sp>
        <p:nvSpPr>
          <p:cNvPr id="74" name="PlaceHolder 6"/>
          <p:cNvSpPr>
            <a:spLocks noGrp="1"/>
          </p:cNvSpPr>
          <p:nvPr>
            <p:ph type="body"/>
          </p:nvPr>
        </p:nvSpPr>
        <p:spPr>
          <a:xfrm>
            <a:off x="4319280" y="3682080"/>
            <a:ext cx="3532680" cy="1896840"/>
          </a:xfrm>
          <a:prstGeom prst="rect">
            <a:avLst/>
          </a:prstGeom>
        </p:spPr>
        <p:txBody>
          <a:bodyPr lIns="0" tIns="0" rIns="0" bIns="0">
            <a:normAutofit/>
          </a:bodyPr>
          <a:lstStyle/>
          <a:p>
            <a:endParaRPr lang="en-IN" sz="3200" b="0" strike="noStrike" spc="-1">
              <a:latin typeface="Arial"/>
            </a:endParaRPr>
          </a:p>
        </p:txBody>
      </p:sp>
      <p:sp>
        <p:nvSpPr>
          <p:cNvPr id="75" name="PlaceHolder 7"/>
          <p:cNvSpPr>
            <a:spLocks noGrp="1"/>
          </p:cNvSpPr>
          <p:nvPr>
            <p:ph type="body"/>
          </p:nvPr>
        </p:nvSpPr>
        <p:spPr>
          <a:xfrm>
            <a:off x="8028720" y="3682080"/>
            <a:ext cx="35326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33" Type="http://schemas.openxmlformats.org/officeDocument/2006/relationships/theme" Target="../theme/theme3.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29" Type="http://schemas.openxmlformats.org/officeDocument/2006/relationships/slideLayout" Target="../slideLayouts/slideLayout5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32" Type="http://schemas.openxmlformats.org/officeDocument/2006/relationships/slideLayout" Target="../slideLayouts/slideLayout56.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31" Type="http://schemas.openxmlformats.org/officeDocument/2006/relationships/slideLayout" Target="../slideLayouts/slideLayout5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440"/>
          </a:xfrm>
          <a:prstGeom prst="rect">
            <a:avLst/>
          </a:prstGeom>
        </p:spPr>
        <p:txBody>
          <a:bodyPr lIns="0" tIns="0" rIns="0" bIns="0" anchor="ctr"/>
          <a:lstStyle/>
          <a:p>
            <a:r>
              <a:rPr lang="en-IN" sz="18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01"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080" cy="1144440"/>
          </a:xfrm>
          <a:prstGeom prst="rect">
            <a:avLst/>
          </a:prstGeom>
        </p:spPr>
        <p:txBody>
          <a:bodyPr lIns="0" tIns="0" rIns="0" bIns="0" anchor="ctr"/>
          <a:lstStyle/>
          <a:p>
            <a:r>
              <a:rPr lang="en-IN" sz="1800" b="0" strike="noStrike" spc="-1">
                <a:latin typeface="Arial"/>
              </a:rPr>
              <a:t>Click to edit the title text format</a:t>
            </a:r>
          </a:p>
        </p:txBody>
      </p:sp>
      <p:sp>
        <p:nvSpPr>
          <p:cNvPr id="39" name="PlaceHolder 2"/>
          <p:cNvSpPr>
            <a:spLocks noGrp="1"/>
          </p:cNvSpPr>
          <p:nvPr>
            <p:ph type="body"/>
          </p:nvPr>
        </p:nvSpPr>
        <p:spPr>
          <a:xfrm>
            <a:off x="609480" y="1604520"/>
            <a:ext cx="109720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latin typeface="Arial"/>
              </a:rPr>
              <a:t>Second Outline Level</a:t>
            </a:r>
          </a:p>
          <a:p>
            <a:pPr marL="1296000" lvl="2" indent="-288000">
              <a:spcBef>
                <a:spcPts val="850"/>
              </a:spcBef>
              <a:buClr>
                <a:srgbClr val="000000"/>
              </a:buClr>
              <a:buSzPct val="45000"/>
              <a:buFont typeface="Wingdings" charset="2"/>
              <a:buChar char=""/>
            </a:pPr>
            <a:r>
              <a:rPr lang="en-IN" sz="1800" b="0" strike="noStrike" spc="-1">
                <a:latin typeface="Arial"/>
              </a:rPr>
              <a:t>Third Outline Level</a:t>
            </a:r>
          </a:p>
          <a:p>
            <a:pPr marL="1728000" lvl="3" indent="-216000">
              <a:spcBef>
                <a:spcPts val="567"/>
              </a:spcBef>
              <a:buClr>
                <a:srgbClr val="000000"/>
              </a:buClr>
              <a:buSzPct val="75000"/>
              <a:buFont typeface="Symbol" charset="2"/>
              <a:buChar char=""/>
            </a:pPr>
            <a:r>
              <a:rPr lang="en-IN" sz="1800" b="0" strike="noStrike" spc="-1">
                <a:latin typeface="Arial"/>
              </a:rPr>
              <a:t>Fourth Outline Level</a:t>
            </a:r>
          </a:p>
          <a:p>
            <a:pPr marL="2160000" lvl="4" indent="-216000">
              <a:spcBef>
                <a:spcPts val="283"/>
              </a:spcBef>
              <a:buClr>
                <a:srgbClr val="000000"/>
              </a:buClr>
              <a:buSzPct val="45000"/>
              <a:buFont typeface="Wingdings" charset="2"/>
              <a:buChar char=""/>
            </a:pPr>
            <a:r>
              <a:rPr lang="en-IN" sz="1800" b="0" strike="noStrike" spc="-1">
                <a:latin typeface="Arial"/>
              </a:rPr>
              <a:t>Fifth Outline Level</a:t>
            </a:r>
          </a:p>
          <a:p>
            <a:pPr marL="2592000" lvl="5" indent="-216000">
              <a:spcBef>
                <a:spcPts val="283"/>
              </a:spcBef>
              <a:buClr>
                <a:srgbClr val="000000"/>
              </a:buClr>
              <a:buSzPct val="45000"/>
              <a:buFont typeface="Wingdings" charset="2"/>
              <a:buChar char=""/>
            </a:pPr>
            <a:r>
              <a:rPr lang="en-IN" sz="1800" b="0" strike="noStrike" spc="-1">
                <a:latin typeface="Arial"/>
              </a:rPr>
              <a:t>Sixth Outline Level</a:t>
            </a:r>
          </a:p>
          <a:p>
            <a:pPr marL="3024000" lvl="6" indent="-216000">
              <a:spcBef>
                <a:spcPts val="283"/>
              </a:spcBef>
              <a:buClr>
                <a:srgbClr val="000000"/>
              </a:buClr>
              <a:buSzPct val="45000"/>
              <a:buFont typeface="Wingdings" charset="2"/>
              <a:buChar char=""/>
            </a:pPr>
            <a:r>
              <a:rPr lang="en-IN"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99" r:id="rId1"/>
    <p:sldLayoutId id="2147483698" r:id="rId2"/>
    <p:sldLayoutId id="2147483697" r:id="rId3"/>
    <p:sldLayoutId id="2147483696"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IITG</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FB949-428C-4290-8A69-E88B57575036}" type="slidenum">
              <a:rPr lang="en-US" smtClean="0"/>
              <a:t>‹#›</a:t>
            </a:fld>
            <a:endParaRPr lang="en-US"/>
          </a:p>
        </p:txBody>
      </p:sp>
    </p:spTree>
    <p:extLst>
      <p:ext uri="{BB962C8B-B14F-4D97-AF65-F5344CB8AC3E}">
        <p14:creationId xmlns:p14="http://schemas.microsoft.com/office/powerpoint/2010/main" val="2124024253"/>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3" r:id="rId12"/>
    <p:sldLayoutId id="2147483682" r:id="rId13"/>
    <p:sldLayoutId id="2147483681" r:id="rId14"/>
    <p:sldLayoutId id="2147483680" r:id="rId15"/>
    <p:sldLayoutId id="2147483679" r:id="rId16"/>
    <p:sldLayoutId id="2147483678" r:id="rId17"/>
    <p:sldLayoutId id="2147483715" r:id="rId18"/>
    <p:sldLayoutId id="2147483714" r:id="rId19"/>
    <p:sldLayoutId id="2147483713" r:id="rId20"/>
    <p:sldLayoutId id="2147483712" r:id="rId21"/>
    <p:sldLayoutId id="2147483711" r:id="rId22"/>
    <p:sldLayoutId id="214748373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080" cy="1144440"/>
          </a:xfrm>
          <a:prstGeom prst="rect">
            <a:avLst/>
          </a:prstGeom>
        </p:spPr>
        <p:txBody>
          <a:bodyPr lIns="0" tIns="0" rIns="0" bIns="0" anchor="ctr"/>
          <a:lstStyle/>
          <a:p>
            <a:r>
              <a:rPr lang="en-IN" sz="1800" b="0" strike="noStrike" spc="-1">
                <a:latin typeface="Arial"/>
              </a:rPr>
              <a:t>Click to edit the title text format</a:t>
            </a:r>
          </a:p>
        </p:txBody>
      </p:sp>
      <p:sp>
        <p:nvSpPr>
          <p:cNvPr id="39" name="PlaceHolder 2"/>
          <p:cNvSpPr>
            <a:spLocks noGrp="1"/>
          </p:cNvSpPr>
          <p:nvPr>
            <p:ph type="body"/>
          </p:nvPr>
        </p:nvSpPr>
        <p:spPr>
          <a:xfrm>
            <a:off x="609480" y="1604520"/>
            <a:ext cx="109720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latin typeface="Arial"/>
              </a:rPr>
              <a:t>Second Outline Level</a:t>
            </a:r>
          </a:p>
          <a:p>
            <a:pPr marL="1296000" lvl="2" indent="-288000">
              <a:spcBef>
                <a:spcPts val="850"/>
              </a:spcBef>
              <a:buClr>
                <a:srgbClr val="000000"/>
              </a:buClr>
              <a:buSzPct val="45000"/>
              <a:buFont typeface="Wingdings" charset="2"/>
              <a:buChar char=""/>
            </a:pPr>
            <a:r>
              <a:rPr lang="en-IN" sz="1800" b="0" strike="noStrike" spc="-1">
                <a:latin typeface="Arial"/>
              </a:rPr>
              <a:t>Third Outline Level</a:t>
            </a:r>
          </a:p>
          <a:p>
            <a:pPr marL="1728000" lvl="3" indent="-216000">
              <a:spcBef>
                <a:spcPts val="567"/>
              </a:spcBef>
              <a:buClr>
                <a:srgbClr val="000000"/>
              </a:buClr>
              <a:buSzPct val="75000"/>
              <a:buFont typeface="Symbol" charset="2"/>
              <a:buChar char=""/>
            </a:pPr>
            <a:r>
              <a:rPr lang="en-IN" sz="1800" b="0" strike="noStrike" spc="-1">
                <a:latin typeface="Arial"/>
              </a:rPr>
              <a:t>Fourth Outline Level</a:t>
            </a:r>
          </a:p>
          <a:p>
            <a:pPr marL="2160000" lvl="4" indent="-216000">
              <a:spcBef>
                <a:spcPts val="283"/>
              </a:spcBef>
              <a:buClr>
                <a:srgbClr val="000000"/>
              </a:buClr>
              <a:buSzPct val="45000"/>
              <a:buFont typeface="Wingdings" charset="2"/>
              <a:buChar char=""/>
            </a:pPr>
            <a:r>
              <a:rPr lang="en-IN" sz="1800" b="0" strike="noStrike" spc="-1">
                <a:latin typeface="Arial"/>
              </a:rPr>
              <a:t>Fifth Outline Level</a:t>
            </a:r>
          </a:p>
          <a:p>
            <a:pPr marL="2592000" lvl="5" indent="-216000">
              <a:spcBef>
                <a:spcPts val="283"/>
              </a:spcBef>
              <a:buClr>
                <a:srgbClr val="000000"/>
              </a:buClr>
              <a:buSzPct val="45000"/>
              <a:buFont typeface="Wingdings" charset="2"/>
              <a:buChar char=""/>
            </a:pPr>
            <a:r>
              <a:rPr lang="en-IN" sz="1800" b="0" strike="noStrike" spc="-1">
                <a:latin typeface="Arial"/>
              </a:rPr>
              <a:t>Sixth Outline Level</a:t>
            </a:r>
          </a:p>
          <a:p>
            <a:pPr marL="3024000" lvl="6" indent="-216000">
              <a:spcBef>
                <a:spcPts val="283"/>
              </a:spcBef>
              <a:buClr>
                <a:srgbClr val="000000"/>
              </a:buClr>
              <a:buSzPct val="45000"/>
              <a:buFont typeface="Wingdings" charset="2"/>
              <a:buChar char=""/>
            </a:pPr>
            <a:r>
              <a:rPr lang="en-IN"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26.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6.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6.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17.jpg"/><Relationship Id="rId5" Type="http://schemas.openxmlformats.org/officeDocument/2006/relationships/image" Target="../media/image5.svg"/></Relationships>
</file>

<file path=ppt/slides/_rels/slide11.xml.rels><?xml version="1.0" encoding="UTF-8" standalone="yes"?>
<Relationships xmlns="http://schemas.openxmlformats.org/package/2006/relationships"><Relationship Id="rId7"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18.png"/><Relationship Id="rId5" Type="http://schemas.openxmlformats.org/officeDocument/2006/relationships/image" Target="../media/image5.svg"/></Relationships>
</file>

<file path=ppt/slides/_rels/slide12.xml.rels><?xml version="1.0" encoding="UTF-8" standalone="yes"?>
<Relationships xmlns="http://schemas.openxmlformats.org/package/2006/relationships"><Relationship Id="rId7" Type="http://schemas.openxmlformats.org/officeDocument/2006/relationships/image" Target="../media/image21.jpg"/><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0.png"/><Relationship Id="rId5" Type="http://schemas.openxmlformats.org/officeDocument/2006/relationships/image" Target="../media/image5.sv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2.png"/><Relationship Id="rId5" Type="http://schemas.openxmlformats.org/officeDocument/2006/relationships/image" Target="../media/image5.sv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3.png"/><Relationship Id="rId5" Type="http://schemas.openxmlformats.org/officeDocument/2006/relationships/image" Target="../media/image5.sv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4.png"/><Relationship Id="rId5" Type="http://schemas.openxmlformats.org/officeDocument/2006/relationships/image" Target="../media/image5.sv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5.png"/><Relationship Id="rId5" Type="http://schemas.openxmlformats.org/officeDocument/2006/relationships/image" Target="../media/image5.sv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6.png"/><Relationship Id="rId5" Type="http://schemas.openxmlformats.org/officeDocument/2006/relationships/image" Target="../media/image5.sv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7.png"/><Relationship Id="rId5" Type="http://schemas.openxmlformats.org/officeDocument/2006/relationships/image" Target="../media/image5.svg"/></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8.png"/><Relationship Id="rId5" Type="http://schemas.openxmlformats.org/officeDocument/2006/relationships/image" Target="../media/image5.sv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5" Type="http://schemas.openxmlformats.org/officeDocument/2006/relationships/image" Target="../media/image5.svg"/></Relationships>
</file>

<file path=ppt/slides/_rels/slide21.xml.rels><?xml version="1.0" encoding="UTF-8" standalone="yes"?>
<Relationships xmlns="http://schemas.openxmlformats.org/package/2006/relationships"><Relationship Id="rId7"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9.png"/><Relationship Id="rId5" Type="http://schemas.openxmlformats.org/officeDocument/2006/relationships/image" Target="../media/image5.svg"/></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7"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29.png"/><Relationship Id="rId5" Type="http://schemas.openxmlformats.org/officeDocument/2006/relationships/image" Target="../media/image5.svg"/></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2.png"/><Relationship Id="rId5" Type="http://schemas.openxmlformats.org/officeDocument/2006/relationships/image" Target="../media/image5.svg"/></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3.png"/><Relationship Id="rId5" Type="http://schemas.openxmlformats.org/officeDocument/2006/relationships/image" Target="../media/image5.svg"/></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4.png"/><Relationship Id="rId5" Type="http://schemas.openxmlformats.org/officeDocument/2006/relationships/image" Target="../media/image5.svg"/></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5.png"/><Relationship Id="rId5" Type="http://schemas.openxmlformats.org/officeDocument/2006/relationships/image" Target="../media/image5.svg"/></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6.png"/><Relationship Id="rId5" Type="http://schemas.openxmlformats.org/officeDocument/2006/relationships/image" Target="../media/image5.sv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7.png"/><Relationship Id="rId5" Type="http://schemas.openxmlformats.org/officeDocument/2006/relationships/image" Target="../media/image5.svg"/></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8.png"/><Relationship Id="rId5" Type="http://schemas.openxmlformats.org/officeDocument/2006/relationships/image" Target="../media/image5.svg"/></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39.png"/><Relationship Id="rId5" Type="http://schemas.openxmlformats.org/officeDocument/2006/relationships/image" Target="../media/image5.svg"/></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40.png"/><Relationship Id="rId5" Type="http://schemas.openxmlformats.org/officeDocument/2006/relationships/image" Target="../media/image5.sv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6.xml"/><Relationship Id="rId5" Type="http://schemas.openxmlformats.org/officeDocument/2006/relationships/image" Target="../media/image5.sv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1.png"/><Relationship Id="rId1" Type="http://schemas.openxmlformats.org/officeDocument/2006/relationships/slideLayout" Target="../slideLayouts/slideLayout26.xml"/><Relationship Id="rId4" Type="http://schemas.openxmlformats.org/officeDocument/2006/relationships/image" Target="../media/image5.sv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45.wmf"/></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5.svg"/><Relationship Id="rId2" Type="http://schemas.openxmlformats.org/officeDocument/2006/relationships/image" Target="../media/image46.png"/><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45.wmf"/><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7" Type="http://schemas.openxmlformats.org/officeDocument/2006/relationships/image" Target="../media/image48.png"/><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47.PNG"/><Relationship Id="rId5" Type="http://schemas.openxmlformats.org/officeDocument/2006/relationships/image" Target="../media/image5.svg"/></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49.png"/><Relationship Id="rId5" Type="http://schemas.openxmlformats.org/officeDocument/2006/relationships/image" Target="../media/image5.svg"/></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4" Type="http://schemas.openxmlformats.org/officeDocument/2006/relationships/image" Target="../media/image5.svg"/></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5.svg"/></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svg"/></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svg"/></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svg"/></Relationships>
</file>

<file path=ppt/slides/_rels/slide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Line 3"/>
          <p:cNvSpPr/>
          <p:nvPr/>
        </p:nvSpPr>
        <p:spPr>
          <a:xfrm>
            <a:off x="227847" y="1914545"/>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80" name="CustomShape 4"/>
          <p:cNvSpPr/>
          <p:nvPr/>
        </p:nvSpPr>
        <p:spPr>
          <a:xfrm>
            <a:off x="714275" y="1353202"/>
            <a:ext cx="10584074" cy="6227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r>
              <a:rPr lang="en-US" sz="2800" b="1" spc="-1" dirty="0">
                <a:solidFill>
                  <a:srgbClr val="C00000"/>
                </a:solidFill>
                <a:ea typeface="+mn-lt"/>
                <a:cs typeface="+mn-lt"/>
              </a:rPr>
              <a:t>IoT Revolution: Shaping the Future of Connectivity</a:t>
            </a:r>
            <a:endParaRPr lang="en-US" sz="2800" b="1" dirty="0">
              <a:solidFill>
                <a:srgbClr val="C00000"/>
              </a:solidFill>
            </a:endParaRPr>
          </a:p>
          <a:p>
            <a:pPr algn="ctr"/>
            <a:endParaRPr lang="en-US" sz="2800" b="1" spc="-1" dirty="0" smtClean="0">
              <a:solidFill>
                <a:srgbClr val="C00000"/>
              </a:solidFill>
              <a:latin typeface="Times New Roman"/>
              <a:ea typeface="+mn-lt"/>
              <a:cs typeface="+mn-lt"/>
            </a:endParaRPr>
          </a:p>
        </p:txBody>
      </p:sp>
      <p:pic>
        <p:nvPicPr>
          <p:cNvPr id="4" name="Picture 3"/>
          <p:cNvPicPr>
            <a:picLocks noChangeAspect="1"/>
          </p:cNvPicPr>
          <p:nvPr/>
        </p:nvPicPr>
        <p:blipFill>
          <a:blip r:embed="rId3"/>
          <a:stretch>
            <a:fillRect/>
          </a:stretch>
        </p:blipFill>
        <p:spPr>
          <a:xfrm>
            <a:off x="280861" y="765251"/>
            <a:ext cx="11741914" cy="12193"/>
          </a:xfrm>
          <a:prstGeom prst="rect">
            <a:avLst/>
          </a:prstGeom>
        </p:spPr>
      </p:pic>
      <p:sp>
        <p:nvSpPr>
          <p:cNvPr id="3" name="Rectangle 2"/>
          <p:cNvSpPr/>
          <p:nvPr/>
        </p:nvSpPr>
        <p:spPr>
          <a:xfrm>
            <a:off x="3325403" y="4298653"/>
            <a:ext cx="6096000" cy="2041585"/>
          </a:xfrm>
          <a:prstGeom prst="rect">
            <a:avLst/>
          </a:prstGeom>
        </p:spPr>
        <p:txBody>
          <a:bodyPr>
            <a:spAutoFit/>
          </a:bodyPr>
          <a:lstStyle/>
          <a:p>
            <a:pPr algn="ctr">
              <a:lnSpc>
                <a:spcPts val="3820"/>
              </a:lnSpc>
              <a:spcBef>
                <a:spcPts val="100"/>
              </a:spcBef>
            </a:pPr>
            <a:r>
              <a:rPr lang="en-US" b="1" dirty="0"/>
              <a:t>Dr. Bhale Pradeepkumar, Assistant Professor</a:t>
            </a:r>
            <a:r>
              <a:rPr lang="en-US" dirty="0"/>
              <a:t/>
            </a:r>
            <a:br>
              <a:rPr lang="en-US" dirty="0"/>
            </a:br>
            <a:r>
              <a:rPr lang="en-US" dirty="0"/>
              <a:t>Department of Computer Science &amp; Engineering, IIITDM Kancheepuram</a:t>
            </a:r>
            <a:br>
              <a:rPr lang="en-US" dirty="0"/>
            </a:br>
            <a:r>
              <a:rPr lang="en-US" dirty="0"/>
              <a:t>pradeepkumar@iiitdm.ac.in</a:t>
            </a:r>
            <a:endParaRPr lang="en-US" dirty="0">
              <a:latin typeface="Arial MT"/>
              <a:cs typeface="Arial MT"/>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8724" y="2138771"/>
            <a:ext cx="2018017" cy="2009945"/>
          </a:xfrm>
          <a:prstGeom prst="rect">
            <a:avLst/>
          </a:prstGeom>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ustomShape 1">
            <a:extLst>
              <a:ext uri="{FF2B5EF4-FFF2-40B4-BE49-F238E27FC236}">
                <a16:creationId xmlns:a16="http://schemas.microsoft.com/office/drawing/2014/main" id="{5E3F0EC2-587A-4BEC-5B12-23ED34DF42B4}"/>
              </a:ext>
            </a:extLst>
          </p:cNvPr>
          <p:cNvSpPr/>
          <p:nvPr/>
        </p:nvSpPr>
        <p:spPr>
          <a:xfrm>
            <a:off x="395388" y="228911"/>
            <a:ext cx="3559482" cy="47925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4000" spc="-1">
                <a:latin typeface="Times New Roman"/>
                <a:cs typeface="Times New Roman"/>
              </a:rPr>
              <a:t> </a:t>
            </a:r>
            <a:r>
              <a:rPr lang="en-IN" sz="3200" spc="-1">
                <a:solidFill>
                  <a:srgbClr val="C00000"/>
                </a:solidFill>
                <a:latin typeface="Times New Roman"/>
                <a:cs typeface="Times New Roman"/>
              </a:rPr>
              <a:t>Presentation Outline</a:t>
            </a:r>
            <a:endParaRPr lang="en-IN" sz="3200" b="0" strike="noStrike" spc="-1">
              <a:solidFill>
                <a:srgbClr val="C00000"/>
              </a:solidFill>
              <a:latin typeface="Times New Roman" panose="02020603050405020304" pitchFamily="18" charset="0"/>
              <a:cs typeface="Times New Roman" panose="02020603050405020304" pitchFamily="18" charset="0"/>
            </a:endParaRPr>
          </a:p>
        </p:txBody>
      </p:sp>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pic>
        <p:nvPicPr>
          <p:cNvPr id="26" name="Graphic 25">
            <a:extLst>
              <a:ext uri="{FF2B5EF4-FFF2-40B4-BE49-F238E27FC236}">
                <a16:creationId xmlns:a16="http://schemas.microsoft.com/office/drawing/2014/main" id="{4D9AA185-DDAE-DED5-8BF2-F6F6ABF4B51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701561" y="265034"/>
            <a:ext cx="2240043" cy="542647"/>
          </a:xfrm>
          <a:prstGeom prst="rect">
            <a:avLst/>
          </a:prstGeom>
        </p:spPr>
      </p:pic>
      <p:sp>
        <p:nvSpPr>
          <p:cNvPr id="4" name="Footer Placeholder 3">
            <a:extLst>
              <a:ext uri="{FF2B5EF4-FFF2-40B4-BE49-F238E27FC236}">
                <a16:creationId xmlns:a16="http://schemas.microsoft.com/office/drawing/2014/main" id="{2C621634-B80E-294A-F18B-C7D3E56DB6E9}"/>
              </a:ext>
            </a:extLst>
          </p:cNvPr>
          <p:cNvSpPr>
            <a:spLocks noGrp="1"/>
          </p:cNvSpPr>
          <p:nvPr>
            <p:ph type="ftr" sz="quarter" idx="11"/>
          </p:nvPr>
        </p:nvSpPr>
        <p:spPr>
          <a:xfrm>
            <a:off x="395388" y="6499591"/>
            <a:ext cx="5411573" cy="365125"/>
          </a:xfrm>
        </p:spPr>
        <p:txBody>
          <a:bodyPr/>
          <a:lstStyle/>
          <a:p>
            <a:r>
              <a:rPr lang="en-US" dirty="0" smtClean="0"/>
              <a:t>Department of Computer Science and Engineering, IITG</a:t>
            </a:r>
            <a:endParaRPr lang="en-US" dirty="0"/>
          </a:p>
        </p:txBody>
      </p:sp>
      <p:sp>
        <p:nvSpPr>
          <p:cNvPr id="5" name="Slide Number Placeholder 4">
            <a:extLst>
              <a:ext uri="{FF2B5EF4-FFF2-40B4-BE49-F238E27FC236}">
                <a16:creationId xmlns:a16="http://schemas.microsoft.com/office/drawing/2014/main" id="{200313EA-89F7-86B3-0242-3C84C2D0D94E}"/>
              </a:ext>
            </a:extLst>
          </p:cNvPr>
          <p:cNvSpPr>
            <a:spLocks noGrp="1"/>
          </p:cNvSpPr>
          <p:nvPr>
            <p:ph type="sldNum" sz="quarter" idx="12"/>
          </p:nvPr>
        </p:nvSpPr>
        <p:spPr/>
        <p:txBody>
          <a:bodyPr/>
          <a:lstStyle/>
          <a:p>
            <a:fld id="{4DAFB949-428C-4290-8A69-E88B57575036}" type="slidenum">
              <a:rPr lang="en-US" smtClean="0"/>
              <a:pPr/>
              <a:t>2</a:t>
            </a:fld>
            <a:endParaRPr lang="en-US"/>
          </a:p>
        </p:txBody>
      </p:sp>
      <p:sp>
        <p:nvSpPr>
          <p:cNvPr id="9" name="CustomShape 2"/>
          <p:cNvSpPr/>
          <p:nvPr/>
        </p:nvSpPr>
        <p:spPr>
          <a:xfrm>
            <a:off x="668756" y="1190202"/>
            <a:ext cx="8822160" cy="4592467"/>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rmAutofit fontScale="92500" lnSpcReduction="20000"/>
          </a:bodyPr>
          <a:lstStyle/>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rgbClr val="00B050"/>
                </a:solidFill>
                <a:latin typeface="Times New Roman"/>
                <a:cs typeface="Times New Roman"/>
              </a:rPr>
              <a:t> Introduction </a:t>
            </a:r>
            <a:r>
              <a:rPr lang="en-US" sz="2400" spc="-1" dirty="0">
                <a:solidFill>
                  <a:srgbClr val="00B050"/>
                </a:solidFill>
                <a:latin typeface="Times New Roman"/>
                <a:cs typeface="Times New Roman"/>
              </a:rPr>
              <a:t>to IoT</a:t>
            </a:r>
          </a:p>
          <a:p>
            <a:pPr marL="431800" indent="-323215">
              <a:spcBef>
                <a:spcPts val="1417"/>
              </a:spcBef>
              <a:buClr>
                <a:srgbClr val="000000"/>
              </a:buClr>
              <a:buSzPct val="45000"/>
              <a:buFont typeface="Wingdings" charset="2"/>
              <a:buChar char=""/>
            </a:pPr>
            <a:r>
              <a:rPr lang="en-US" sz="2400" spc="-1" dirty="0">
                <a:solidFill>
                  <a:schemeClr val="tx1">
                    <a:lumMod val="95000"/>
                    <a:lumOff val="5000"/>
                  </a:schemeClr>
                </a:solidFill>
                <a:latin typeface="Times New Roman"/>
                <a:cs typeface="Times New Roman"/>
              </a:rPr>
              <a:t>  </a:t>
            </a:r>
            <a:r>
              <a:rPr lang="en-US" sz="2400" spc="-1" dirty="0" smtClean="0">
                <a:solidFill>
                  <a:schemeClr val="tx1">
                    <a:lumMod val="95000"/>
                    <a:lumOff val="5000"/>
                  </a:schemeClr>
                </a:solidFill>
                <a:latin typeface="Times New Roman"/>
                <a:cs typeface="Times New Roman"/>
              </a:rPr>
              <a:t>IoT </a:t>
            </a:r>
            <a:r>
              <a:rPr lang="en-US" sz="2400" spc="-1" dirty="0">
                <a:solidFill>
                  <a:schemeClr val="tx1">
                    <a:lumMod val="95000"/>
                    <a:lumOff val="5000"/>
                  </a:schemeClr>
                </a:solidFill>
                <a:latin typeface="Times New Roman"/>
                <a:cs typeface="Times New Roman"/>
              </a:rPr>
              <a:t>Architecture and Components</a:t>
            </a:r>
          </a:p>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rgbClr val="C00000"/>
                </a:solidFill>
                <a:latin typeface="Times New Roman"/>
                <a:cs typeface="Times New Roman"/>
              </a:rPr>
              <a:t>IoT </a:t>
            </a:r>
            <a:r>
              <a:rPr lang="en-US" sz="2400" spc="-1" dirty="0">
                <a:solidFill>
                  <a:srgbClr val="C00000"/>
                </a:solidFill>
                <a:latin typeface="Times New Roman"/>
                <a:cs typeface="Times New Roman"/>
              </a:rPr>
              <a:t>Applications</a:t>
            </a:r>
          </a:p>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rgbClr val="7030A0"/>
                </a:solidFill>
                <a:latin typeface="Times New Roman"/>
                <a:cs typeface="Times New Roman"/>
              </a:rPr>
              <a:t>IoT </a:t>
            </a:r>
            <a:r>
              <a:rPr lang="en-US" sz="2400" spc="-1" dirty="0">
                <a:solidFill>
                  <a:srgbClr val="7030A0"/>
                </a:solidFill>
                <a:latin typeface="Times New Roman"/>
                <a:cs typeface="Times New Roman"/>
              </a:rPr>
              <a:t>Data Management</a:t>
            </a:r>
          </a:p>
          <a:p>
            <a:pPr marL="431800" indent="-323215">
              <a:spcBef>
                <a:spcPts val="1417"/>
              </a:spcBef>
              <a:buClr>
                <a:srgbClr val="000000"/>
              </a:buClr>
              <a:buSzPct val="45000"/>
              <a:buFont typeface="Wingdings" charset="2"/>
              <a:buChar char=""/>
            </a:pPr>
            <a:r>
              <a:rPr lang="en-US" sz="2400" spc="-1" dirty="0">
                <a:solidFill>
                  <a:srgbClr val="FF0000"/>
                </a:solidFill>
                <a:latin typeface="Times New Roman"/>
                <a:cs typeface="Times New Roman"/>
              </a:rPr>
              <a:t>  </a:t>
            </a:r>
            <a:r>
              <a:rPr lang="en-US" sz="2400" spc="-1" dirty="0" smtClean="0">
                <a:solidFill>
                  <a:srgbClr val="FF0000"/>
                </a:solidFill>
                <a:latin typeface="Times New Roman"/>
                <a:cs typeface="Times New Roman"/>
              </a:rPr>
              <a:t>IoT </a:t>
            </a:r>
            <a:r>
              <a:rPr lang="en-US" sz="2400" spc="-1" dirty="0">
                <a:solidFill>
                  <a:srgbClr val="FF0000"/>
                </a:solidFill>
                <a:latin typeface="Times New Roman"/>
                <a:cs typeface="Times New Roman"/>
              </a:rPr>
              <a:t>Connectivity</a:t>
            </a:r>
          </a:p>
          <a:p>
            <a:pPr marL="431800" indent="-323215">
              <a:spcBef>
                <a:spcPts val="1417"/>
              </a:spcBef>
              <a:buClr>
                <a:srgbClr val="000000"/>
              </a:buClr>
              <a:buSzPct val="45000"/>
              <a:buFont typeface="Wingdings" charset="2"/>
              <a:buChar char=""/>
            </a:pPr>
            <a:r>
              <a:rPr lang="en-US" sz="2400" spc="-1" dirty="0">
                <a:solidFill>
                  <a:srgbClr val="00B0F0"/>
                </a:solidFill>
                <a:latin typeface="Times New Roman"/>
                <a:cs typeface="Times New Roman"/>
              </a:rPr>
              <a:t>  </a:t>
            </a:r>
            <a:r>
              <a:rPr lang="en-US" sz="2400" spc="-1" dirty="0" smtClean="0">
                <a:solidFill>
                  <a:srgbClr val="00B0F0"/>
                </a:solidFill>
                <a:latin typeface="Times New Roman"/>
                <a:cs typeface="Times New Roman"/>
              </a:rPr>
              <a:t>Security </a:t>
            </a:r>
            <a:r>
              <a:rPr lang="en-US" sz="2400" spc="-1" dirty="0">
                <a:solidFill>
                  <a:srgbClr val="00B0F0"/>
                </a:solidFill>
                <a:latin typeface="Times New Roman"/>
                <a:cs typeface="Times New Roman"/>
              </a:rPr>
              <a:t>in IoT</a:t>
            </a:r>
          </a:p>
          <a:p>
            <a:pPr marL="431800" indent="-323215">
              <a:spcBef>
                <a:spcPts val="1417"/>
              </a:spcBef>
              <a:buClr>
                <a:srgbClr val="000000"/>
              </a:buClr>
              <a:buSzPct val="45000"/>
              <a:buFont typeface="Wingdings" charset="2"/>
              <a:buChar char=""/>
            </a:pPr>
            <a:r>
              <a:rPr lang="en-US" sz="2400" spc="-1" dirty="0">
                <a:solidFill>
                  <a:srgbClr val="0070C0"/>
                </a:solidFill>
                <a:latin typeface="Times New Roman"/>
                <a:cs typeface="Times New Roman"/>
              </a:rPr>
              <a:t>  </a:t>
            </a:r>
            <a:r>
              <a:rPr lang="en-US" sz="2400" spc="-1" dirty="0" smtClean="0">
                <a:solidFill>
                  <a:srgbClr val="0070C0"/>
                </a:solidFill>
                <a:latin typeface="Times New Roman"/>
                <a:cs typeface="Times New Roman"/>
              </a:rPr>
              <a:t>IoT </a:t>
            </a:r>
            <a:r>
              <a:rPr lang="en-US" sz="2400" spc="-1" dirty="0">
                <a:solidFill>
                  <a:srgbClr val="0070C0"/>
                </a:solidFill>
                <a:latin typeface="Times New Roman"/>
                <a:cs typeface="Times New Roman"/>
              </a:rPr>
              <a:t>Development</a:t>
            </a:r>
          </a:p>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chemeClr val="tx1">
                    <a:lumMod val="95000"/>
                    <a:lumOff val="5000"/>
                  </a:schemeClr>
                </a:solidFill>
                <a:latin typeface="Times New Roman"/>
                <a:cs typeface="Times New Roman"/>
              </a:rPr>
              <a:t>Emerging </a:t>
            </a:r>
            <a:r>
              <a:rPr lang="en-US" sz="2400" spc="-1" dirty="0">
                <a:solidFill>
                  <a:schemeClr val="tx1">
                    <a:lumMod val="95000"/>
                    <a:lumOff val="5000"/>
                  </a:schemeClr>
                </a:solidFill>
                <a:latin typeface="Times New Roman"/>
                <a:cs typeface="Times New Roman"/>
              </a:rPr>
              <a:t>Trends and Advanced Topics</a:t>
            </a:r>
          </a:p>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rgbClr val="00B050"/>
                </a:solidFill>
                <a:latin typeface="Times New Roman"/>
                <a:cs typeface="Times New Roman"/>
              </a:rPr>
              <a:t>Case </a:t>
            </a:r>
            <a:r>
              <a:rPr lang="en-US" sz="2400" spc="-1" dirty="0">
                <a:solidFill>
                  <a:srgbClr val="00B050"/>
                </a:solidFill>
                <a:latin typeface="Times New Roman"/>
                <a:cs typeface="Times New Roman"/>
              </a:rPr>
              <a:t>Studies</a:t>
            </a:r>
          </a:p>
          <a:p>
            <a:pPr marL="431800" indent="-323215">
              <a:spcBef>
                <a:spcPts val="1417"/>
              </a:spcBef>
              <a:buClr>
                <a:srgbClr val="000000"/>
              </a:buClr>
              <a:buSzPct val="45000"/>
              <a:buFont typeface="Wingdings" charset="2"/>
              <a:buChar char=""/>
            </a:pPr>
            <a:r>
              <a:rPr lang="en-US" sz="2400" spc="-1" dirty="0">
                <a:solidFill>
                  <a:srgbClr val="00B050"/>
                </a:solidFill>
                <a:latin typeface="Times New Roman"/>
                <a:cs typeface="Times New Roman"/>
              </a:rPr>
              <a:t>  </a:t>
            </a:r>
            <a:r>
              <a:rPr lang="en-US" sz="2400" spc="-1" dirty="0" smtClean="0">
                <a:solidFill>
                  <a:srgbClr val="C00000"/>
                </a:solidFill>
                <a:latin typeface="Times New Roman"/>
                <a:cs typeface="Times New Roman"/>
              </a:rPr>
              <a:t>IoT </a:t>
            </a:r>
            <a:r>
              <a:rPr lang="en-US" sz="2400" spc="-1" dirty="0">
                <a:solidFill>
                  <a:srgbClr val="C00000"/>
                </a:solidFill>
                <a:latin typeface="Times New Roman"/>
                <a:cs typeface="Times New Roman"/>
              </a:rPr>
              <a:t>Future and Conclusion</a:t>
            </a:r>
            <a:endParaRPr lang="en-IN" sz="2400" b="0"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8631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Department of Computer Science and Engineering, IITG</a:t>
            </a:r>
            <a:endParaRPr lang="en-US" dirty="0"/>
          </a:p>
        </p:txBody>
      </p:sp>
      <p:sp>
        <p:nvSpPr>
          <p:cNvPr id="5" name="Slide Number Placeholder 4"/>
          <p:cNvSpPr>
            <a:spLocks noGrp="1"/>
          </p:cNvSpPr>
          <p:nvPr>
            <p:ph type="sldNum" sz="quarter" idx="12"/>
          </p:nvPr>
        </p:nvSpPr>
        <p:spPr>
          <a:xfrm>
            <a:off x="10863235" y="6659781"/>
            <a:ext cx="1028700" cy="180389"/>
          </a:xfrm>
        </p:spPr>
        <p:txBody>
          <a:bodyPr/>
          <a:lstStyle/>
          <a:p>
            <a:fld id="{4DAFB949-428C-4290-8A69-E88B57575036}" type="slidenum">
              <a:rPr lang="en-US" smtClean="0"/>
              <a:pPr/>
              <a:t>3</a:t>
            </a:fld>
            <a:endParaRPr lang="en-US"/>
          </a:p>
        </p:txBody>
      </p:sp>
      <p:sp>
        <p:nvSpPr>
          <p:cNvPr id="6" name="CustomShape 1"/>
          <p:cNvSpPr/>
          <p:nvPr/>
        </p:nvSpPr>
        <p:spPr>
          <a:xfrm>
            <a:off x="523501" y="337459"/>
            <a:ext cx="2424788"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IN" sz="3200" b="1" strike="noStrike" spc="-1" dirty="0">
                <a:solidFill>
                  <a:srgbClr val="C00000"/>
                </a:solidFill>
                <a:latin typeface="Times New Roman" panose="02020603050405020304" pitchFamily="18" charset="0"/>
                <a:cs typeface="Times New Roman" panose="02020603050405020304" pitchFamily="18" charset="0"/>
              </a:rPr>
              <a:t>Introduction</a:t>
            </a:r>
          </a:p>
        </p:txBody>
      </p:sp>
      <p:sp>
        <p:nvSpPr>
          <p:cNvPr id="7" name="Line 3"/>
          <p:cNvSpPr/>
          <p:nvPr/>
        </p:nvSpPr>
        <p:spPr>
          <a:xfrm>
            <a:off x="523501" y="10066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8" name="Rectangle 7"/>
          <p:cNvSpPr/>
          <p:nvPr/>
        </p:nvSpPr>
        <p:spPr>
          <a:xfrm>
            <a:off x="414816" y="1092762"/>
            <a:ext cx="1982402" cy="461665"/>
          </a:xfrm>
          <a:prstGeom prst="rect">
            <a:avLst/>
          </a:prstGeom>
        </p:spPr>
        <p:txBody>
          <a:bodyPr wrap="none">
            <a:spAutoFit/>
          </a:bodyPr>
          <a:lstStyle/>
          <a:p>
            <a:r>
              <a:rPr lang="en-US" sz="2400" b="1" spc="-1" dirty="0">
                <a:latin typeface="Times New Roman"/>
                <a:ea typeface="+mn-lt"/>
                <a:cs typeface="+mn-lt"/>
              </a:rPr>
              <a:t>What is IoT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374" y="1605784"/>
            <a:ext cx="4303042" cy="330484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4493" y="1748890"/>
            <a:ext cx="3605986" cy="2631957"/>
          </a:xfrm>
          <a:prstGeom prst="rect">
            <a:avLst/>
          </a:prstGeom>
        </p:spPr>
      </p:pic>
      <p:sp>
        <p:nvSpPr>
          <p:cNvPr id="13" name="Rectangle 12"/>
          <p:cNvSpPr/>
          <p:nvPr/>
        </p:nvSpPr>
        <p:spPr>
          <a:xfrm>
            <a:off x="1406017" y="4695296"/>
            <a:ext cx="3193503" cy="400110"/>
          </a:xfrm>
          <a:prstGeom prst="rect">
            <a:avLst/>
          </a:prstGeom>
        </p:spPr>
        <p:txBody>
          <a:bodyPr wrap="none">
            <a:spAutoFit/>
          </a:bodyPr>
          <a:lstStyle/>
          <a:p>
            <a:r>
              <a:rPr lang="en-US" sz="2000" b="1" dirty="0" smtClean="0">
                <a:latin typeface="Times New Roman" panose="02020603050405020304" pitchFamily="18" charset="0"/>
                <a:cs typeface="Times New Roman" panose="02020603050405020304" pitchFamily="18" charset="0"/>
              </a:rPr>
              <a:t>Internet connects all people</a:t>
            </a:r>
            <a:endParaRPr lang="en-US" sz="2000" b="1" dirty="0">
              <a:latin typeface="Times New Roman" panose="02020603050405020304" pitchFamily="18" charset="0"/>
              <a:cs typeface="Times New Roman" panose="02020603050405020304" pitchFamily="18" charset="0"/>
            </a:endParaRPr>
          </a:p>
        </p:txBody>
      </p:sp>
      <p:sp>
        <p:nvSpPr>
          <p:cNvPr id="14" name="Down Arrow 13"/>
          <p:cNvSpPr/>
          <p:nvPr/>
        </p:nvSpPr>
        <p:spPr>
          <a:xfrm>
            <a:off x="2596192" y="5118087"/>
            <a:ext cx="704193" cy="387422"/>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Rectangle 16"/>
          <p:cNvSpPr/>
          <p:nvPr/>
        </p:nvSpPr>
        <p:spPr>
          <a:xfrm>
            <a:off x="1910161" y="5631150"/>
            <a:ext cx="2185214"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Internet of People</a:t>
            </a:r>
            <a:r>
              <a:rPr lang="en-US" b="1" dirty="0">
                <a:latin typeface="Times New Roman" panose="02020603050405020304" pitchFamily="18" charset="0"/>
                <a:cs typeface="Times New Roman" panose="02020603050405020304" pitchFamily="18" charset="0"/>
              </a:rPr>
              <a:t>”</a:t>
            </a:r>
          </a:p>
        </p:txBody>
      </p:sp>
      <p:sp>
        <p:nvSpPr>
          <p:cNvPr id="18" name="Rectangle 17"/>
          <p:cNvSpPr/>
          <p:nvPr/>
        </p:nvSpPr>
        <p:spPr>
          <a:xfrm>
            <a:off x="6915214" y="4695296"/>
            <a:ext cx="3150221" cy="400110"/>
          </a:xfrm>
          <a:prstGeom prst="rect">
            <a:avLst/>
          </a:prstGeom>
        </p:spPr>
        <p:txBody>
          <a:bodyPr wrap="none">
            <a:spAutoFit/>
          </a:bodyPr>
          <a:lstStyle/>
          <a:p>
            <a:r>
              <a:rPr lang="en-US" sz="2000" b="1" dirty="0" smtClean="0">
                <a:latin typeface="Times New Roman" panose="02020603050405020304" pitchFamily="18" charset="0"/>
                <a:cs typeface="Times New Roman" panose="02020603050405020304" pitchFamily="18" charset="0"/>
              </a:rPr>
              <a:t>Internet connects all things</a:t>
            </a:r>
            <a:endParaRPr lang="en-US" sz="2000" b="1" dirty="0">
              <a:latin typeface="Times New Roman" panose="02020603050405020304" pitchFamily="18" charset="0"/>
              <a:cs typeface="Times New Roman" panose="02020603050405020304" pitchFamily="18" charset="0"/>
            </a:endParaRPr>
          </a:p>
        </p:txBody>
      </p:sp>
      <p:sp>
        <p:nvSpPr>
          <p:cNvPr id="19" name="Down Arrow 18"/>
          <p:cNvSpPr/>
          <p:nvPr/>
        </p:nvSpPr>
        <p:spPr>
          <a:xfrm>
            <a:off x="8105389" y="5118087"/>
            <a:ext cx="704193" cy="387422"/>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p:cNvSpPr/>
          <p:nvPr/>
        </p:nvSpPr>
        <p:spPr>
          <a:xfrm>
            <a:off x="7419358" y="5631150"/>
            <a:ext cx="2206694"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Internet of Things”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10486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Computer Science and Engineering, IITG</a:t>
            </a:r>
            <a:endParaRPr lang="en-US"/>
          </a:p>
        </p:txBody>
      </p:sp>
      <p:sp>
        <p:nvSpPr>
          <p:cNvPr id="5" name="Slide Number Placeholder 4"/>
          <p:cNvSpPr>
            <a:spLocks noGrp="1"/>
          </p:cNvSpPr>
          <p:nvPr>
            <p:ph type="sldNum" sz="quarter" idx="12"/>
          </p:nvPr>
        </p:nvSpPr>
        <p:spPr>
          <a:xfrm>
            <a:off x="10863235" y="6659781"/>
            <a:ext cx="1028700" cy="180389"/>
          </a:xfrm>
        </p:spPr>
        <p:txBody>
          <a:bodyPr/>
          <a:lstStyle/>
          <a:p>
            <a:fld id="{4DAFB949-428C-4290-8A69-E88B57575036}" type="slidenum">
              <a:rPr lang="en-US" smtClean="0"/>
              <a:pPr/>
              <a:t>4</a:t>
            </a:fld>
            <a:endParaRPr lang="en-US"/>
          </a:p>
        </p:txBody>
      </p:sp>
      <p:sp>
        <p:nvSpPr>
          <p:cNvPr id="6" name="CustomShape 1"/>
          <p:cNvSpPr/>
          <p:nvPr/>
        </p:nvSpPr>
        <p:spPr>
          <a:xfrm>
            <a:off x="523501" y="337459"/>
            <a:ext cx="2424788"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IN" sz="3200" b="1" strike="noStrike" spc="-1" dirty="0">
                <a:solidFill>
                  <a:srgbClr val="C00000"/>
                </a:solidFill>
                <a:latin typeface="Times New Roman" panose="02020603050405020304" pitchFamily="18" charset="0"/>
                <a:cs typeface="Times New Roman" panose="02020603050405020304" pitchFamily="18" charset="0"/>
              </a:rPr>
              <a:t>Introduction</a:t>
            </a:r>
          </a:p>
        </p:txBody>
      </p:sp>
      <p:sp>
        <p:nvSpPr>
          <p:cNvPr id="7" name="Line 3"/>
          <p:cNvSpPr/>
          <p:nvPr/>
        </p:nvSpPr>
        <p:spPr>
          <a:xfrm>
            <a:off x="523501" y="10066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0" name="Rectangle 9"/>
          <p:cNvSpPr/>
          <p:nvPr/>
        </p:nvSpPr>
        <p:spPr>
          <a:xfrm>
            <a:off x="646043" y="1499652"/>
            <a:ext cx="11083502" cy="1200329"/>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Interconnection of Things or Objects or Machines</a:t>
            </a:r>
            <a:r>
              <a:rPr lang="en-US" sz="2400" dirty="0" smtClean="0">
                <a:latin typeface="Times New Roman" panose="02020603050405020304" pitchFamily="18" charset="0"/>
                <a:cs typeface="Times New Roman" panose="02020603050405020304" pitchFamily="18" charset="0"/>
              </a:rPr>
              <a:t>, e.g., sensors, actuators, mobile phones, electronic devices, home appliances, any existing items and interact with each other via Internet</a:t>
            </a:r>
            <a:r>
              <a:rPr lang="en-US" sz="2400" dirty="0">
                <a:latin typeface="Times New Roman" panose="02020603050405020304" pitchFamily="18" charset="0"/>
                <a:cs typeface="Times New Roman" panose="02020603050405020304" pitchFamily="18" charset="0"/>
              </a:rPr>
              <a:t>.</a:t>
            </a:r>
          </a:p>
        </p:txBody>
      </p:sp>
      <p:pic>
        <p:nvPicPr>
          <p:cNvPr id="15" name="Picture 14"/>
          <p:cNvPicPr>
            <a:picLocks noChangeAspect="1"/>
          </p:cNvPicPr>
          <p:nvPr/>
        </p:nvPicPr>
        <p:blipFill>
          <a:blip r:embed="rId2"/>
          <a:stretch>
            <a:fillRect/>
          </a:stretch>
        </p:blipFill>
        <p:spPr>
          <a:xfrm>
            <a:off x="459895" y="2942897"/>
            <a:ext cx="2975901" cy="2995448"/>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2193" y="3018399"/>
            <a:ext cx="3679302" cy="2865175"/>
          </a:xfrm>
          <a:prstGeom prst="rect">
            <a:avLst/>
          </a:prstGeom>
        </p:spPr>
      </p:pic>
      <p:pic>
        <p:nvPicPr>
          <p:cNvPr id="23" name="Picture 22"/>
          <p:cNvPicPr>
            <a:picLocks noChangeAspect="1"/>
          </p:cNvPicPr>
          <p:nvPr/>
        </p:nvPicPr>
        <p:blipFill>
          <a:blip r:embed="rId4"/>
          <a:stretch>
            <a:fillRect/>
          </a:stretch>
        </p:blipFill>
        <p:spPr>
          <a:xfrm>
            <a:off x="7598979" y="3138966"/>
            <a:ext cx="4130566" cy="2569263"/>
          </a:xfrm>
          <a:prstGeom prst="rect">
            <a:avLst/>
          </a:prstGeom>
        </p:spPr>
      </p:pic>
      <p:sp>
        <p:nvSpPr>
          <p:cNvPr id="24" name="TextBox 23"/>
          <p:cNvSpPr txBox="1"/>
          <p:nvPr/>
        </p:nvSpPr>
        <p:spPr>
          <a:xfrm flipH="1">
            <a:off x="1275429" y="5995731"/>
            <a:ext cx="1856654" cy="369332"/>
          </a:xfrm>
          <a:prstGeom prst="rect">
            <a:avLst/>
          </a:prstGeom>
          <a:noFill/>
        </p:spPr>
        <p:txBody>
          <a:bodyPr wrap="square" rtlCol="0">
            <a:spAutoFit/>
          </a:bodyPr>
          <a:lstStyle/>
          <a:p>
            <a:r>
              <a:rPr lang="en-US" dirty="0" smtClean="0"/>
              <a:t>1. Smart home</a:t>
            </a:r>
            <a:endParaRPr lang="en-US" dirty="0"/>
          </a:p>
        </p:txBody>
      </p:sp>
      <p:sp>
        <p:nvSpPr>
          <p:cNvPr id="25" name="TextBox 24"/>
          <p:cNvSpPr txBox="1"/>
          <p:nvPr/>
        </p:nvSpPr>
        <p:spPr>
          <a:xfrm flipH="1">
            <a:off x="5139248" y="5995730"/>
            <a:ext cx="1856654" cy="369332"/>
          </a:xfrm>
          <a:prstGeom prst="rect">
            <a:avLst/>
          </a:prstGeom>
          <a:noFill/>
        </p:spPr>
        <p:txBody>
          <a:bodyPr wrap="square" rtlCol="0">
            <a:spAutoFit/>
          </a:bodyPr>
          <a:lstStyle/>
          <a:p>
            <a:r>
              <a:rPr lang="en-US" dirty="0"/>
              <a:t>2</a:t>
            </a:r>
            <a:r>
              <a:rPr lang="en-US" dirty="0" smtClean="0"/>
              <a:t>. Smart city</a:t>
            </a:r>
            <a:endParaRPr lang="en-US" dirty="0"/>
          </a:p>
        </p:txBody>
      </p:sp>
      <p:sp>
        <p:nvSpPr>
          <p:cNvPr id="26" name="TextBox 25"/>
          <p:cNvSpPr txBox="1"/>
          <p:nvPr/>
        </p:nvSpPr>
        <p:spPr>
          <a:xfrm flipH="1">
            <a:off x="8897885" y="5938345"/>
            <a:ext cx="1856654" cy="369332"/>
          </a:xfrm>
          <a:prstGeom prst="rect">
            <a:avLst/>
          </a:prstGeom>
          <a:noFill/>
        </p:spPr>
        <p:txBody>
          <a:bodyPr wrap="square" rtlCol="0">
            <a:spAutoFit/>
          </a:bodyPr>
          <a:lstStyle/>
          <a:p>
            <a:r>
              <a:rPr lang="en-US" dirty="0" smtClean="0"/>
              <a:t>3. Smart Industry</a:t>
            </a:r>
            <a:endParaRPr lang="en-US" dirty="0"/>
          </a:p>
        </p:txBody>
      </p:sp>
    </p:spTree>
    <p:extLst>
      <p:ext uri="{BB962C8B-B14F-4D97-AF65-F5344CB8AC3E}">
        <p14:creationId xmlns:p14="http://schemas.microsoft.com/office/powerpoint/2010/main" val="34119479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Computer Science and Engineering, IITG</a:t>
            </a:r>
            <a:endParaRPr lang="en-US"/>
          </a:p>
        </p:txBody>
      </p:sp>
      <p:sp>
        <p:nvSpPr>
          <p:cNvPr id="5" name="Slide Number Placeholder 4"/>
          <p:cNvSpPr>
            <a:spLocks noGrp="1"/>
          </p:cNvSpPr>
          <p:nvPr>
            <p:ph type="sldNum" sz="quarter" idx="12"/>
          </p:nvPr>
        </p:nvSpPr>
        <p:spPr/>
        <p:txBody>
          <a:bodyPr/>
          <a:lstStyle/>
          <a:p>
            <a:fld id="{4DAFB949-428C-4290-8A69-E88B57575036}" type="slidenum">
              <a:rPr lang="en-US" smtClean="0"/>
              <a:pPr/>
              <a:t>5</a:t>
            </a:fld>
            <a:endParaRPr lang="en-US"/>
          </a:p>
        </p:txBody>
      </p:sp>
      <p:sp>
        <p:nvSpPr>
          <p:cNvPr id="6" name="CustomShape 1"/>
          <p:cNvSpPr/>
          <p:nvPr/>
        </p:nvSpPr>
        <p:spPr>
          <a:xfrm>
            <a:off x="523501" y="337459"/>
            <a:ext cx="2424788"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IN" sz="3200" b="1" strike="noStrike" spc="-1" dirty="0">
                <a:solidFill>
                  <a:srgbClr val="C00000"/>
                </a:solidFill>
                <a:latin typeface="Times New Roman" panose="02020603050405020304" pitchFamily="18" charset="0"/>
                <a:cs typeface="Times New Roman" panose="02020603050405020304" pitchFamily="18" charset="0"/>
              </a:rPr>
              <a:t>Introduction</a:t>
            </a:r>
          </a:p>
        </p:txBody>
      </p:sp>
      <p:sp>
        <p:nvSpPr>
          <p:cNvPr id="7" name="Line 3"/>
          <p:cNvSpPr/>
          <p:nvPr/>
        </p:nvSpPr>
        <p:spPr>
          <a:xfrm>
            <a:off x="523501" y="10066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8" name="Rectangle 7"/>
          <p:cNvSpPr/>
          <p:nvPr/>
        </p:nvSpPr>
        <p:spPr>
          <a:xfrm>
            <a:off x="414816" y="1300957"/>
            <a:ext cx="2100768" cy="461665"/>
          </a:xfrm>
          <a:prstGeom prst="rect">
            <a:avLst/>
          </a:prstGeom>
        </p:spPr>
        <p:txBody>
          <a:bodyPr wrap="none">
            <a:spAutoFit/>
          </a:bodyPr>
          <a:lstStyle/>
          <a:p>
            <a:r>
              <a:rPr lang="en-US" sz="2400" b="1" spc="-1" dirty="0">
                <a:solidFill>
                  <a:schemeClr val="tx1">
                    <a:lumMod val="95000"/>
                    <a:lumOff val="5000"/>
                  </a:schemeClr>
                </a:solidFill>
                <a:latin typeface="Times New Roman"/>
                <a:ea typeface="+mn-lt"/>
                <a:cs typeface="+mn-lt"/>
              </a:rPr>
              <a:t>IoT </a:t>
            </a:r>
            <a:r>
              <a:rPr lang="en-US" sz="2400" b="1" spc="-1" dirty="0" smtClean="0">
                <a:solidFill>
                  <a:schemeClr val="tx1">
                    <a:lumMod val="95000"/>
                    <a:lumOff val="5000"/>
                  </a:schemeClr>
                </a:solidFill>
                <a:latin typeface="Times New Roman"/>
                <a:ea typeface="+mn-lt"/>
                <a:cs typeface="+mn-lt"/>
              </a:rPr>
              <a:t>definition:</a:t>
            </a:r>
            <a:endParaRPr lang="en-US" sz="2400" b="1" spc="-1" dirty="0">
              <a:solidFill>
                <a:schemeClr val="tx1">
                  <a:lumMod val="95000"/>
                  <a:lumOff val="5000"/>
                </a:schemeClr>
              </a:solidFill>
              <a:latin typeface="Times New Roman"/>
              <a:ea typeface="+mn-lt"/>
              <a:cs typeface="+mn-lt"/>
            </a:endParaRPr>
          </a:p>
        </p:txBody>
      </p:sp>
      <p:sp>
        <p:nvSpPr>
          <p:cNvPr id="9" name="Rectangle 8"/>
          <p:cNvSpPr/>
          <p:nvPr/>
        </p:nvSpPr>
        <p:spPr>
          <a:xfrm>
            <a:off x="414816" y="1981346"/>
            <a:ext cx="6893993" cy="1200329"/>
          </a:xfrm>
          <a:prstGeom prst="rect">
            <a:avLst/>
          </a:prstGeom>
        </p:spPr>
        <p:txBody>
          <a:bodyPr wrap="square">
            <a:spAutoFit/>
          </a:bodyPr>
          <a:lstStyle/>
          <a:p>
            <a:r>
              <a:rPr lang="en-US" sz="2400" spc="-1" dirty="0">
                <a:latin typeface="Times New Roman"/>
                <a:ea typeface="+mn-lt"/>
                <a:cs typeface="+mn-lt"/>
              </a:rPr>
              <a:t>Internet of </a:t>
            </a:r>
            <a:r>
              <a:rPr lang="en-US" sz="2400" spc="-1" dirty="0" smtClean="0">
                <a:latin typeface="Times New Roman"/>
                <a:ea typeface="+mn-lt"/>
                <a:cs typeface="+mn-lt"/>
              </a:rPr>
              <a:t>Things (IoT) </a:t>
            </a:r>
            <a:r>
              <a:rPr lang="en-US" sz="2400" spc="-1" dirty="0">
                <a:latin typeface="Times New Roman"/>
                <a:ea typeface="+mn-lt"/>
                <a:cs typeface="+mn-lt"/>
              </a:rPr>
              <a:t>is a network of sensors, </a:t>
            </a:r>
            <a:r>
              <a:rPr lang="en-US" sz="2400" spc="-1" dirty="0" smtClean="0">
                <a:latin typeface="Times New Roman"/>
                <a:ea typeface="+mn-lt"/>
                <a:cs typeface="+mn-lt"/>
              </a:rPr>
              <a:t>actuators, embedded and wearable </a:t>
            </a:r>
            <a:r>
              <a:rPr lang="en-US" sz="2400" spc="-1" dirty="0">
                <a:latin typeface="Times New Roman"/>
                <a:ea typeface="+mn-lt"/>
                <a:cs typeface="+mn-lt"/>
              </a:rPr>
              <a:t>devices that can connect to the Internet.</a:t>
            </a:r>
          </a:p>
        </p:txBody>
      </p:sp>
      <p:sp>
        <p:nvSpPr>
          <p:cNvPr id="10" name="Rectangle 9"/>
          <p:cNvSpPr/>
          <p:nvPr/>
        </p:nvSpPr>
        <p:spPr>
          <a:xfrm>
            <a:off x="378408" y="3485555"/>
            <a:ext cx="6930401" cy="2308324"/>
          </a:xfrm>
          <a:prstGeom prst="rect">
            <a:avLst/>
          </a:prstGeom>
        </p:spPr>
        <p:txBody>
          <a:bodyPr wrap="square">
            <a:spAutoFit/>
          </a:bodyPr>
          <a:lstStyle/>
          <a:p>
            <a:r>
              <a:rPr lang="en-US" sz="2400" b="1" spc="-1" dirty="0">
                <a:latin typeface="Times New Roman"/>
                <a:ea typeface="+mn-lt"/>
                <a:cs typeface="+mn-lt"/>
              </a:rPr>
              <a:t>Various researchers have described IoT in multitude forms</a:t>
            </a:r>
            <a:r>
              <a:rPr lang="en-US" sz="2400" b="1" spc="-1" dirty="0" smtClean="0">
                <a:latin typeface="Times New Roman"/>
                <a:ea typeface="+mn-lt"/>
                <a:cs typeface="+mn-lt"/>
              </a:rPr>
              <a:t>:</a:t>
            </a:r>
          </a:p>
          <a:p>
            <a:endParaRPr lang="en-US" sz="2400" spc="-1" dirty="0">
              <a:latin typeface="Times New Roman"/>
              <a:ea typeface="+mn-lt"/>
              <a:cs typeface="+mn-lt"/>
            </a:endParaRPr>
          </a:p>
          <a:p>
            <a:r>
              <a:rPr lang="en-US" sz="2400" spc="-1" dirty="0" smtClean="0">
                <a:latin typeface="Times New Roman"/>
                <a:ea typeface="+mn-lt"/>
                <a:cs typeface="+mn-lt"/>
              </a:rPr>
              <a:t>IoT refers </a:t>
            </a:r>
            <a:r>
              <a:rPr lang="en-US" sz="2400" spc="-1" dirty="0">
                <a:latin typeface="Times New Roman"/>
                <a:ea typeface="+mn-lt"/>
                <a:cs typeface="+mn-lt"/>
              </a:rPr>
              <a:t>to the stringent </a:t>
            </a:r>
            <a:r>
              <a:rPr lang="en-US" sz="2400" spc="-1" dirty="0" smtClean="0">
                <a:latin typeface="Times New Roman"/>
                <a:ea typeface="+mn-lt"/>
                <a:cs typeface="+mn-lt"/>
              </a:rPr>
              <a:t>connectedness between </a:t>
            </a:r>
            <a:r>
              <a:rPr lang="en-US" sz="2400" spc="-1" dirty="0">
                <a:latin typeface="Times New Roman"/>
                <a:ea typeface="+mn-lt"/>
                <a:cs typeface="+mn-lt"/>
              </a:rPr>
              <a:t>digital and physical world </a:t>
            </a:r>
            <a:r>
              <a:rPr lang="en-US" sz="2400" spc="-1" dirty="0">
                <a:solidFill>
                  <a:srgbClr val="0000FF"/>
                </a:solidFill>
                <a:latin typeface="Times New Roman"/>
                <a:ea typeface="+mn-lt"/>
                <a:cs typeface="+mn-lt"/>
              </a:rPr>
              <a:t>(</a:t>
            </a:r>
            <a:r>
              <a:rPr lang="en-US" sz="2400" spc="-1" dirty="0" err="1">
                <a:solidFill>
                  <a:srgbClr val="0000FF"/>
                </a:solidFill>
                <a:latin typeface="Times New Roman"/>
                <a:ea typeface="+mn-lt"/>
                <a:cs typeface="+mn-lt"/>
              </a:rPr>
              <a:t>Atzori</a:t>
            </a:r>
            <a:r>
              <a:rPr lang="en-US" sz="2400" spc="-1" dirty="0">
                <a:solidFill>
                  <a:srgbClr val="0000FF"/>
                </a:solidFill>
                <a:latin typeface="Times New Roman"/>
                <a:ea typeface="+mn-lt"/>
                <a:cs typeface="+mn-lt"/>
              </a:rPr>
              <a:t> et al., 2010; Sterling, </a:t>
            </a:r>
            <a:r>
              <a:rPr lang="en-US" sz="2400" spc="-1" dirty="0" smtClean="0">
                <a:solidFill>
                  <a:srgbClr val="0000FF"/>
                </a:solidFill>
                <a:latin typeface="Times New Roman"/>
                <a:ea typeface="+mn-lt"/>
                <a:cs typeface="+mn-lt"/>
              </a:rPr>
              <a:t>2005; Internet </a:t>
            </a:r>
            <a:r>
              <a:rPr lang="en-US" sz="2400" spc="-1" dirty="0">
                <a:solidFill>
                  <a:srgbClr val="0000FF"/>
                </a:solidFill>
                <a:latin typeface="Times New Roman"/>
                <a:ea typeface="+mn-lt"/>
                <a:cs typeface="+mn-lt"/>
              </a:rPr>
              <a:t>Reports, 2005).</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6015" y="1848948"/>
            <a:ext cx="4599890" cy="3331696"/>
          </a:xfrm>
          <a:prstGeom prst="rect">
            <a:avLst/>
          </a:prstGeom>
        </p:spPr>
      </p:pic>
    </p:spTree>
    <p:extLst>
      <p:ext uri="{BB962C8B-B14F-4D97-AF65-F5344CB8AC3E}">
        <p14:creationId xmlns:p14="http://schemas.microsoft.com/office/powerpoint/2010/main" val="37505499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Computer Science and Engineering, IITG</a:t>
            </a:r>
            <a:endParaRPr lang="en-US"/>
          </a:p>
        </p:txBody>
      </p:sp>
      <p:sp>
        <p:nvSpPr>
          <p:cNvPr id="5" name="Slide Number Placeholder 4"/>
          <p:cNvSpPr>
            <a:spLocks noGrp="1"/>
          </p:cNvSpPr>
          <p:nvPr>
            <p:ph type="sldNum" sz="quarter" idx="12"/>
          </p:nvPr>
        </p:nvSpPr>
        <p:spPr/>
        <p:txBody>
          <a:bodyPr/>
          <a:lstStyle/>
          <a:p>
            <a:fld id="{4DAFB949-428C-4290-8A69-E88B57575036}" type="slidenum">
              <a:rPr lang="en-US" smtClean="0"/>
              <a:pPr/>
              <a:t>6</a:t>
            </a:fld>
            <a:endParaRPr lang="en-US"/>
          </a:p>
        </p:txBody>
      </p:sp>
      <p:sp>
        <p:nvSpPr>
          <p:cNvPr id="6" name="CustomShape 1"/>
          <p:cNvSpPr/>
          <p:nvPr/>
        </p:nvSpPr>
        <p:spPr>
          <a:xfrm>
            <a:off x="523501" y="337459"/>
            <a:ext cx="2424788"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lnSpc>
                <a:spcPct val="100000"/>
              </a:lnSpc>
            </a:pPr>
            <a:r>
              <a:rPr lang="en-IN" sz="3200" b="1" strike="noStrike" spc="-1" dirty="0">
                <a:solidFill>
                  <a:srgbClr val="C00000"/>
                </a:solidFill>
                <a:latin typeface="Times New Roman" panose="02020603050405020304" pitchFamily="18" charset="0"/>
                <a:cs typeface="Times New Roman" panose="02020603050405020304" pitchFamily="18" charset="0"/>
              </a:rPr>
              <a:t>Introduction</a:t>
            </a:r>
          </a:p>
        </p:txBody>
      </p:sp>
      <p:sp>
        <p:nvSpPr>
          <p:cNvPr id="7" name="Line 3"/>
          <p:cNvSpPr/>
          <p:nvPr/>
        </p:nvSpPr>
        <p:spPr>
          <a:xfrm>
            <a:off x="523501" y="10066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8" name="Rectangle 7"/>
          <p:cNvSpPr/>
          <p:nvPr/>
        </p:nvSpPr>
        <p:spPr>
          <a:xfrm>
            <a:off x="414816" y="1300957"/>
            <a:ext cx="2100768" cy="461665"/>
          </a:xfrm>
          <a:prstGeom prst="rect">
            <a:avLst/>
          </a:prstGeom>
        </p:spPr>
        <p:txBody>
          <a:bodyPr wrap="none">
            <a:spAutoFit/>
          </a:bodyPr>
          <a:lstStyle/>
          <a:p>
            <a:r>
              <a:rPr lang="en-US" sz="2400" b="1" spc="-1" dirty="0">
                <a:solidFill>
                  <a:schemeClr val="tx1">
                    <a:lumMod val="95000"/>
                    <a:lumOff val="5000"/>
                  </a:schemeClr>
                </a:solidFill>
                <a:latin typeface="Times New Roman"/>
                <a:ea typeface="+mn-lt"/>
                <a:cs typeface="+mn-lt"/>
              </a:rPr>
              <a:t>IoT </a:t>
            </a:r>
            <a:r>
              <a:rPr lang="en-US" sz="2400" b="1" spc="-1" dirty="0" smtClean="0">
                <a:solidFill>
                  <a:schemeClr val="tx1">
                    <a:lumMod val="95000"/>
                    <a:lumOff val="5000"/>
                  </a:schemeClr>
                </a:solidFill>
                <a:latin typeface="Times New Roman"/>
                <a:ea typeface="+mn-lt"/>
                <a:cs typeface="+mn-lt"/>
              </a:rPr>
              <a:t>definition:</a:t>
            </a:r>
            <a:endParaRPr lang="en-US" sz="2400" b="1" spc="-1" dirty="0">
              <a:solidFill>
                <a:schemeClr val="tx1">
                  <a:lumMod val="95000"/>
                  <a:lumOff val="5000"/>
                </a:schemeClr>
              </a:solidFill>
              <a:latin typeface="Times New Roman"/>
              <a:ea typeface="+mn-lt"/>
              <a:cs typeface="+mn-lt"/>
            </a:endParaRPr>
          </a:p>
        </p:txBody>
      </p:sp>
      <p:sp>
        <p:nvSpPr>
          <p:cNvPr id="9" name="Rectangle 8"/>
          <p:cNvSpPr/>
          <p:nvPr/>
        </p:nvSpPr>
        <p:spPr>
          <a:xfrm>
            <a:off x="332556" y="1943567"/>
            <a:ext cx="5383817" cy="1200329"/>
          </a:xfrm>
          <a:prstGeom prst="rect">
            <a:avLst/>
          </a:prstGeom>
        </p:spPr>
        <p:txBody>
          <a:bodyPr wrap="square">
            <a:spAutoFit/>
          </a:bodyPr>
          <a:lstStyle/>
          <a:p>
            <a:r>
              <a:rPr lang="en-US" sz="2400" spc="-1" dirty="0">
                <a:latin typeface="Times New Roman"/>
                <a:ea typeface="+mn-lt"/>
                <a:cs typeface="+mn-lt"/>
              </a:rPr>
              <a:t>From any time ,any place connectivity </a:t>
            </a:r>
            <a:r>
              <a:rPr lang="en-US" sz="2400" spc="-1" dirty="0" smtClean="0">
                <a:latin typeface="Times New Roman"/>
                <a:ea typeface="+mn-lt"/>
                <a:cs typeface="+mn-lt"/>
              </a:rPr>
              <a:t>for anyone</a:t>
            </a:r>
            <a:r>
              <a:rPr lang="en-US" sz="2400" spc="-1" dirty="0">
                <a:latin typeface="Times New Roman"/>
                <a:ea typeface="+mn-lt"/>
                <a:cs typeface="+mn-lt"/>
              </a:rPr>
              <a:t>, we will now </a:t>
            </a:r>
            <a:r>
              <a:rPr lang="en-US" sz="2400" spc="-1" dirty="0" smtClean="0">
                <a:latin typeface="Times New Roman"/>
                <a:ea typeface="+mn-lt"/>
                <a:cs typeface="+mn-lt"/>
              </a:rPr>
              <a:t>have connectivity for anything</a:t>
            </a:r>
            <a:r>
              <a:rPr lang="en-US" sz="2400" spc="-1" dirty="0">
                <a:latin typeface="Times New Roman"/>
                <a:ea typeface="+mn-lt"/>
                <a:cs typeface="+mn-lt"/>
              </a:rPr>
              <a:t>!</a:t>
            </a:r>
          </a:p>
        </p:txBody>
      </p:sp>
      <p:pic>
        <p:nvPicPr>
          <p:cNvPr id="2" name="Picture 1"/>
          <p:cNvPicPr>
            <a:picLocks noChangeAspect="1"/>
          </p:cNvPicPr>
          <p:nvPr/>
        </p:nvPicPr>
        <p:blipFill>
          <a:blip r:embed="rId2"/>
          <a:stretch>
            <a:fillRect/>
          </a:stretch>
        </p:blipFill>
        <p:spPr>
          <a:xfrm>
            <a:off x="5716373" y="1527845"/>
            <a:ext cx="6150594" cy="4227497"/>
          </a:xfrm>
          <a:prstGeom prst="rect">
            <a:avLst/>
          </a:prstGeom>
        </p:spPr>
      </p:pic>
    </p:spTree>
    <p:extLst>
      <p:ext uri="{BB962C8B-B14F-4D97-AF65-F5344CB8AC3E}">
        <p14:creationId xmlns:p14="http://schemas.microsoft.com/office/powerpoint/2010/main" val="29374277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313250"/>
            <a:ext cx="2742166" cy="454081"/>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2800" b="1" strike="noStrike" spc="-1" dirty="0" smtClean="0">
                <a:solidFill>
                  <a:srgbClr val="C00000"/>
                </a:solidFill>
                <a:latin typeface="Times New Roman"/>
                <a:cs typeface="Times New Roman"/>
              </a:rPr>
              <a:t>Introduction</a:t>
            </a:r>
            <a:endParaRPr lang="en-IN" sz="28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16" name="CustomShape 2">
            <a:extLst>
              <a:ext uri="{FF2B5EF4-FFF2-40B4-BE49-F238E27FC236}">
                <a16:creationId xmlns:a16="http://schemas.microsoft.com/office/drawing/2014/main" id="{4FE25C1F-A981-D6E5-9CB4-CAA330548E48}"/>
              </a:ext>
            </a:extLst>
          </p:cNvPr>
          <p:cNvSpPr/>
          <p:nvPr/>
        </p:nvSpPr>
        <p:spPr>
          <a:xfrm>
            <a:off x="426825" y="1323927"/>
            <a:ext cx="11055839" cy="87023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p>
            <a:pPr marL="451485" indent="-342900">
              <a:spcBef>
                <a:spcPts val="1417"/>
              </a:spcBef>
              <a:buClr>
                <a:srgbClr val="000000"/>
              </a:buClr>
              <a:buSzPct val="45000"/>
              <a:buFont typeface="Arial"/>
              <a:buChar char="•"/>
            </a:pPr>
            <a:r>
              <a:rPr lang="en-IN" sz="2200" spc="-1" dirty="0">
                <a:solidFill>
                  <a:srgbClr val="FF0000"/>
                </a:solidFill>
                <a:latin typeface="Times New Roman"/>
                <a:ea typeface="+mn-lt"/>
                <a:cs typeface="Times New Roman"/>
              </a:rPr>
              <a:t>Internet of Things (IoT)</a:t>
            </a:r>
            <a:r>
              <a:rPr lang="en-IN" sz="2200" spc="-1" dirty="0">
                <a:solidFill>
                  <a:srgbClr val="0070C0"/>
                </a:solidFill>
                <a:latin typeface="Times New Roman"/>
                <a:ea typeface="+mn-lt"/>
                <a:cs typeface="Times New Roman"/>
              </a:rPr>
              <a:t> </a:t>
            </a:r>
            <a:r>
              <a:rPr lang="en-IN" sz="2200" spc="-1" dirty="0">
                <a:latin typeface="Times New Roman"/>
                <a:ea typeface="+mn-lt"/>
                <a:cs typeface="Times New Roman"/>
              </a:rPr>
              <a:t>is a network of sensors, </a:t>
            </a:r>
            <a:r>
              <a:rPr lang="en-IN" sz="2200" spc="-1" dirty="0">
                <a:solidFill>
                  <a:srgbClr val="000000"/>
                </a:solidFill>
                <a:latin typeface="Times New Roman"/>
                <a:ea typeface="+mn-lt"/>
                <a:cs typeface="Times New Roman"/>
              </a:rPr>
              <a:t>actuators</a:t>
            </a:r>
            <a:r>
              <a:rPr lang="en-IN" sz="2200" spc="-1" dirty="0">
                <a:latin typeface="Times New Roman"/>
                <a:ea typeface="+mn-lt"/>
                <a:cs typeface="Times New Roman"/>
              </a:rPr>
              <a:t>, embedded and </a:t>
            </a:r>
            <a:r>
              <a:rPr lang="en-IN" sz="2200" spc="-1" dirty="0">
                <a:solidFill>
                  <a:srgbClr val="000000"/>
                </a:solidFill>
                <a:latin typeface="Times New Roman"/>
                <a:ea typeface="+mn-lt"/>
                <a:cs typeface="Times New Roman"/>
              </a:rPr>
              <a:t>wearable devices</a:t>
            </a:r>
            <a:r>
              <a:rPr lang="en-IN" sz="2200" spc="-1" dirty="0">
                <a:latin typeface="Times New Roman"/>
                <a:ea typeface="+mn-lt"/>
                <a:cs typeface="Times New Roman"/>
              </a:rPr>
              <a:t> that can connect to the </a:t>
            </a:r>
            <a:r>
              <a:rPr lang="en-IN" sz="2200" spc="-1" dirty="0">
                <a:solidFill>
                  <a:srgbClr val="00B015"/>
                </a:solidFill>
                <a:latin typeface="Times New Roman"/>
                <a:ea typeface="+mn-lt"/>
                <a:cs typeface="Times New Roman"/>
              </a:rPr>
              <a:t>Internet.</a:t>
            </a:r>
            <a:endParaRPr lang="en-US" sz="2200" spc="-1" dirty="0">
              <a:solidFill>
                <a:srgbClr val="00B015"/>
              </a:solidFill>
              <a:latin typeface="Times New Roman"/>
              <a:ea typeface="+mn-lt"/>
              <a:cs typeface="Times New Roman"/>
            </a:endParaRPr>
          </a:p>
        </p:txBody>
      </p:sp>
      <p:pic>
        <p:nvPicPr>
          <p:cNvPr id="23" name="Picture 3" descr="Diagram&#10;&#10;Description automatically generated">
            <a:extLst>
              <a:ext uri="{FF2B5EF4-FFF2-40B4-BE49-F238E27FC236}">
                <a16:creationId xmlns:a16="http://schemas.microsoft.com/office/drawing/2014/main" id="{9EE0BAAC-1832-B21B-4A5F-3CDBF5F4E88B}"/>
              </a:ext>
            </a:extLst>
          </p:cNvPr>
          <p:cNvPicPr>
            <a:picLocks noChangeAspect="1"/>
          </p:cNvPicPr>
          <p:nvPr/>
        </p:nvPicPr>
        <p:blipFill>
          <a:blip r:embed="rId2"/>
          <a:stretch>
            <a:fillRect/>
          </a:stretch>
        </p:blipFill>
        <p:spPr>
          <a:xfrm>
            <a:off x="2079280" y="2458292"/>
            <a:ext cx="7683189" cy="3164643"/>
          </a:xfrm>
          <a:prstGeom prst="rect">
            <a:avLst/>
          </a:prstGeom>
        </p:spPr>
      </p:pic>
      <p:sp>
        <p:nvSpPr>
          <p:cNvPr id="29" name="TextBox 28">
            <a:extLst>
              <a:ext uri="{FF2B5EF4-FFF2-40B4-BE49-F238E27FC236}">
                <a16:creationId xmlns:a16="http://schemas.microsoft.com/office/drawing/2014/main" id="{4261B672-D49A-3AB8-256C-21AB8D471346}"/>
              </a:ext>
            </a:extLst>
          </p:cNvPr>
          <p:cNvSpPr txBox="1"/>
          <p:nvPr/>
        </p:nvSpPr>
        <p:spPr>
          <a:xfrm>
            <a:off x="4750677" y="5843752"/>
            <a:ext cx="32670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Fig. 1: Evolution of IoT [1]</a:t>
            </a:r>
            <a:endParaRPr lang="en-US"/>
          </a:p>
        </p:txBody>
      </p:sp>
      <p:sp>
        <p:nvSpPr>
          <p:cNvPr id="3" name="Footer Placeholder 2">
            <a:extLst>
              <a:ext uri="{FF2B5EF4-FFF2-40B4-BE49-F238E27FC236}">
                <a16:creationId xmlns:a16="http://schemas.microsoft.com/office/drawing/2014/main" id="{453A7C28-A749-9194-5C08-73091F8D82E2}"/>
              </a:ext>
            </a:extLst>
          </p:cNvPr>
          <p:cNvSpPr>
            <a:spLocks noGrp="1"/>
          </p:cNvSpPr>
          <p:nvPr>
            <p:ph type="ftr" sz="quarter" idx="11"/>
          </p:nvPr>
        </p:nvSpPr>
        <p:spPr/>
        <p:txBody>
          <a:bodyPr/>
          <a:lstStyle/>
          <a:p>
            <a:r>
              <a:rPr lang="en-US"/>
              <a:t>Department of Computer Science and Engineering, IITG</a:t>
            </a:r>
          </a:p>
        </p:txBody>
      </p:sp>
      <p:sp>
        <p:nvSpPr>
          <p:cNvPr id="4" name="Slide Number Placeholder 3">
            <a:extLst>
              <a:ext uri="{FF2B5EF4-FFF2-40B4-BE49-F238E27FC236}">
                <a16:creationId xmlns:a16="http://schemas.microsoft.com/office/drawing/2014/main" id="{80650B98-5C9F-911E-CAC8-9D75D44DC0AC}"/>
              </a:ext>
            </a:extLst>
          </p:cNvPr>
          <p:cNvSpPr>
            <a:spLocks noGrp="1"/>
          </p:cNvSpPr>
          <p:nvPr>
            <p:ph type="sldNum" sz="quarter" idx="12"/>
          </p:nvPr>
        </p:nvSpPr>
        <p:spPr/>
        <p:txBody>
          <a:bodyPr/>
          <a:lstStyle/>
          <a:p>
            <a:fld id="{4DAFB949-428C-4290-8A69-E88B57575036}" type="slidenum">
              <a:rPr lang="en-US" smtClean="0"/>
              <a:pPr/>
              <a:t>7</a:t>
            </a:fld>
            <a:endParaRPr lang="en-US"/>
          </a:p>
        </p:txBody>
      </p:sp>
      <p:pic>
        <p:nvPicPr>
          <p:cNvPr id="10" name="Graphic 25">
            <a:extLst>
              <a:ext uri="{FF2B5EF4-FFF2-40B4-BE49-F238E27FC236}">
                <a16:creationId xmlns:a16="http://schemas.microsoft.com/office/drawing/2014/main" id="{4D9AA185-DDAE-DED5-8BF2-F6F6ABF4B51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2577124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2489917"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2800" b="1" strike="noStrike" spc="-1" dirty="0" smtClean="0">
                <a:solidFill>
                  <a:srgbClr val="C00000"/>
                </a:solidFill>
                <a:latin typeface="Times New Roman"/>
                <a:cs typeface="Times New Roman"/>
              </a:rPr>
              <a:t>Introduction</a:t>
            </a:r>
            <a:endParaRPr lang="en-IN" sz="28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3" name="CustomShape 2">
            <a:extLst>
              <a:ext uri="{FF2B5EF4-FFF2-40B4-BE49-F238E27FC236}">
                <a16:creationId xmlns:a16="http://schemas.microsoft.com/office/drawing/2014/main" id="{8309A301-6FAC-9831-18E4-E4F2C31BB71B}"/>
              </a:ext>
            </a:extLst>
          </p:cNvPr>
          <p:cNvSpPr/>
          <p:nvPr/>
        </p:nvSpPr>
        <p:spPr>
          <a:xfrm>
            <a:off x="447291" y="1332452"/>
            <a:ext cx="10666523" cy="919391"/>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p>
            <a:pPr marL="431800" indent="-323215">
              <a:spcBef>
                <a:spcPts val="1417"/>
              </a:spcBef>
              <a:buClr>
                <a:srgbClr val="000000"/>
              </a:buClr>
              <a:buSzPct val="45000"/>
              <a:buFont typeface="Wingdings" charset="2"/>
              <a:buChar char=""/>
            </a:pPr>
            <a:r>
              <a:rPr lang="en-IN" sz="2200" spc="-1" dirty="0">
                <a:latin typeface="Times New Roman"/>
                <a:ea typeface="+mn-lt"/>
                <a:cs typeface="+mn-lt"/>
              </a:rPr>
              <a:t>Use of IoT  is rising across a lot of sectors, including </a:t>
            </a:r>
            <a:r>
              <a:rPr lang="en-IN" sz="2200" spc="-1" dirty="0">
                <a:solidFill>
                  <a:srgbClr val="C00000"/>
                </a:solidFill>
                <a:latin typeface="Times New Roman"/>
                <a:ea typeface="+mn-lt"/>
                <a:cs typeface="+mn-lt"/>
              </a:rPr>
              <a:t>smart homes</a:t>
            </a:r>
            <a:r>
              <a:rPr lang="en-IN" sz="2200" spc="-1" dirty="0">
                <a:latin typeface="Times New Roman"/>
                <a:ea typeface="+mn-lt"/>
                <a:cs typeface="+mn-lt"/>
              </a:rPr>
              <a:t>, </a:t>
            </a:r>
            <a:r>
              <a:rPr lang="en-IN" sz="2200" spc="-1" dirty="0">
                <a:solidFill>
                  <a:srgbClr val="00B0F0"/>
                </a:solidFill>
                <a:latin typeface="Times New Roman"/>
                <a:ea typeface="+mn-lt"/>
                <a:cs typeface="+mn-lt"/>
              </a:rPr>
              <a:t>smart vehicles</a:t>
            </a:r>
            <a:r>
              <a:rPr lang="en-IN" sz="2200" spc="-1" dirty="0">
                <a:latin typeface="Times New Roman"/>
                <a:ea typeface="+mn-lt"/>
                <a:cs typeface="+mn-lt"/>
              </a:rPr>
              <a:t>, and </a:t>
            </a:r>
            <a:r>
              <a:rPr lang="en-IN" sz="2200" spc="-1" dirty="0">
                <a:solidFill>
                  <a:srgbClr val="0000FF"/>
                </a:solidFill>
                <a:latin typeface="Times New Roman"/>
                <a:ea typeface="+mn-lt"/>
                <a:cs typeface="+mn-lt"/>
              </a:rPr>
              <a:t>smart health monitoring devices</a:t>
            </a:r>
            <a:r>
              <a:rPr lang="en-IN" sz="2200" spc="-1" dirty="0">
                <a:latin typeface="Times New Roman"/>
                <a:ea typeface="+mn-lt"/>
                <a:cs typeface="+mn-lt"/>
              </a:rPr>
              <a:t> [1].</a:t>
            </a:r>
          </a:p>
        </p:txBody>
      </p:sp>
      <p:pic>
        <p:nvPicPr>
          <p:cNvPr id="6" name="Picture 3" descr="Diagram&#10;&#10;Description automatically generated">
            <a:extLst>
              <a:ext uri="{FF2B5EF4-FFF2-40B4-BE49-F238E27FC236}">
                <a16:creationId xmlns:a16="http://schemas.microsoft.com/office/drawing/2014/main" id="{07708329-8D76-8903-C039-949970777D8F}"/>
              </a:ext>
            </a:extLst>
          </p:cNvPr>
          <p:cNvPicPr>
            <a:picLocks noChangeAspect="1"/>
          </p:cNvPicPr>
          <p:nvPr/>
        </p:nvPicPr>
        <p:blipFill>
          <a:blip r:embed="rId2"/>
          <a:stretch>
            <a:fillRect/>
          </a:stretch>
        </p:blipFill>
        <p:spPr>
          <a:xfrm>
            <a:off x="713970" y="2249624"/>
            <a:ext cx="4149780" cy="3426687"/>
          </a:xfrm>
          <a:prstGeom prst="rect">
            <a:avLst/>
          </a:prstGeom>
        </p:spPr>
      </p:pic>
      <p:pic>
        <p:nvPicPr>
          <p:cNvPr id="7" name="Picture 7" descr="Chart&#10;&#10;Description automatically generated">
            <a:extLst>
              <a:ext uri="{FF2B5EF4-FFF2-40B4-BE49-F238E27FC236}">
                <a16:creationId xmlns:a16="http://schemas.microsoft.com/office/drawing/2014/main" id="{C1AE332A-67C1-D844-36E5-A8F9375DBD8F}"/>
              </a:ext>
            </a:extLst>
          </p:cNvPr>
          <p:cNvPicPr>
            <a:picLocks noChangeAspect="1"/>
          </p:cNvPicPr>
          <p:nvPr/>
        </p:nvPicPr>
        <p:blipFill>
          <a:blip r:embed="rId3"/>
          <a:stretch>
            <a:fillRect/>
          </a:stretch>
        </p:blipFill>
        <p:spPr>
          <a:xfrm>
            <a:off x="6619001" y="2496824"/>
            <a:ext cx="4082845" cy="2846445"/>
          </a:xfrm>
          <a:prstGeom prst="rect">
            <a:avLst/>
          </a:prstGeom>
        </p:spPr>
      </p:pic>
      <p:sp>
        <p:nvSpPr>
          <p:cNvPr id="9" name="TextBox 8">
            <a:extLst>
              <a:ext uri="{FF2B5EF4-FFF2-40B4-BE49-F238E27FC236}">
                <a16:creationId xmlns:a16="http://schemas.microsoft.com/office/drawing/2014/main" id="{3E5EC5DC-A9EB-53F0-5B7A-DFD4E06085A7}"/>
              </a:ext>
            </a:extLst>
          </p:cNvPr>
          <p:cNvSpPr txBox="1"/>
          <p:nvPr/>
        </p:nvSpPr>
        <p:spPr>
          <a:xfrm>
            <a:off x="6624862" y="5735421"/>
            <a:ext cx="502816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Arial"/>
              </a:rPr>
              <a:t>Fig. 3: Data source: IoT analytics database of project [11]</a:t>
            </a:r>
            <a:endParaRPr lang="en-US">
              <a:ea typeface="Calibri" panose="020F0502020204030204"/>
              <a:cs typeface="Calibri" panose="020F0502020204030204"/>
            </a:endParaRPr>
          </a:p>
        </p:txBody>
      </p:sp>
      <p:sp>
        <p:nvSpPr>
          <p:cNvPr id="11" name="TextBox 10">
            <a:extLst>
              <a:ext uri="{FF2B5EF4-FFF2-40B4-BE49-F238E27FC236}">
                <a16:creationId xmlns:a16="http://schemas.microsoft.com/office/drawing/2014/main" id="{F39D9535-23C8-9BF5-A26A-90444ADA52C6}"/>
              </a:ext>
            </a:extLst>
          </p:cNvPr>
          <p:cNvSpPr txBox="1"/>
          <p:nvPr/>
        </p:nvSpPr>
        <p:spPr>
          <a:xfrm>
            <a:off x="1652954" y="5734855"/>
            <a:ext cx="279236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Arial"/>
              </a:rPr>
              <a:t>Fig. 2: Various Sector of IoT</a:t>
            </a:r>
            <a:endParaRPr lang="en-US" sz="1600">
              <a:latin typeface="Times New Roman"/>
              <a:cs typeface="Times New Roman"/>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8</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3807023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2731655"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trike="noStrike" spc="-1" dirty="0" smtClean="0">
                <a:solidFill>
                  <a:srgbClr val="C00000"/>
                </a:solidFill>
                <a:latin typeface="Times New Roman"/>
                <a:cs typeface="Times New Roman"/>
              </a:rPr>
              <a:t>Introduction</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3" name="CustomShape 2">
            <a:extLst>
              <a:ext uri="{FF2B5EF4-FFF2-40B4-BE49-F238E27FC236}">
                <a16:creationId xmlns:a16="http://schemas.microsoft.com/office/drawing/2014/main" id="{8309A301-6FAC-9831-18E4-E4F2C31BB71B}"/>
              </a:ext>
            </a:extLst>
          </p:cNvPr>
          <p:cNvSpPr/>
          <p:nvPr/>
        </p:nvSpPr>
        <p:spPr>
          <a:xfrm>
            <a:off x="614560" y="1299036"/>
            <a:ext cx="10815440" cy="919391"/>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fontAlgn="base">
              <a:buFont typeface="Arial" panose="020B0604020202020204" pitchFamily="34" charset="0"/>
              <a:buChar char="•"/>
            </a:pPr>
            <a:r>
              <a:rPr lang="en-IN" sz="2200">
                <a:solidFill>
                  <a:srgbClr val="000000"/>
                </a:solidFill>
                <a:latin typeface="Times New Roman" panose="02020603050405020304" pitchFamily="18" charset="0"/>
                <a:cs typeface="Times New Roman" panose="02020603050405020304" pitchFamily="18" charset="0"/>
              </a:rPr>
              <a:t>The global IoT market was valued at approximately </a:t>
            </a:r>
            <a:r>
              <a:rPr lang="en-IN" sz="2200">
                <a:solidFill>
                  <a:srgbClr val="0000FF"/>
                </a:solidFill>
                <a:latin typeface="Times New Roman" panose="02020603050405020304" pitchFamily="18" charset="0"/>
                <a:cs typeface="Times New Roman" panose="02020603050405020304" pitchFamily="18" charset="0"/>
              </a:rPr>
              <a:t>$157.05 billion </a:t>
            </a:r>
            <a:r>
              <a:rPr lang="en-IN" sz="2200">
                <a:solidFill>
                  <a:srgbClr val="000000"/>
                </a:solidFill>
                <a:latin typeface="Times New Roman" panose="02020603050405020304" pitchFamily="18" charset="0"/>
                <a:cs typeface="Times New Roman" panose="02020603050405020304" pitchFamily="18" charset="0"/>
              </a:rPr>
              <a:t>in 2016.</a:t>
            </a:r>
            <a:r>
              <a:rPr lang="en-US" sz="2200">
                <a:solidFill>
                  <a:srgbClr val="000000"/>
                </a:solidFill>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200">
                <a:solidFill>
                  <a:srgbClr val="000000"/>
                </a:solidFill>
                <a:latin typeface="Times New Roman"/>
                <a:cs typeface="Times New Roman"/>
              </a:rPr>
              <a:t>The global IoT market is projected to surpass </a:t>
            </a:r>
            <a:r>
              <a:rPr lang="en-IN" sz="2200">
                <a:solidFill>
                  <a:srgbClr val="FF0000"/>
                </a:solidFill>
                <a:latin typeface="Times New Roman"/>
                <a:cs typeface="Times New Roman"/>
              </a:rPr>
              <a:t>$1.5 trillion by 2023</a:t>
            </a:r>
            <a:r>
              <a:rPr lang="en-IN" sz="2200">
                <a:solidFill>
                  <a:srgbClr val="000000"/>
                </a:solidFill>
                <a:latin typeface="Times New Roman"/>
                <a:cs typeface="Times New Roman"/>
              </a:rPr>
              <a:t>, demonstrating continued strong growth.</a:t>
            </a:r>
            <a:endParaRPr lang="en-US" sz="2200" b="0" i="0">
              <a:effectLst/>
              <a:latin typeface="Times New Roman"/>
              <a:cs typeface="Times New Roman"/>
            </a:endParaRPr>
          </a:p>
        </p:txBody>
      </p:sp>
      <p:sp>
        <p:nvSpPr>
          <p:cNvPr id="9" name="TextBox 8">
            <a:extLst>
              <a:ext uri="{FF2B5EF4-FFF2-40B4-BE49-F238E27FC236}">
                <a16:creationId xmlns:a16="http://schemas.microsoft.com/office/drawing/2014/main" id="{3E5EC5DC-A9EB-53F0-5B7A-DFD4E06085A7}"/>
              </a:ext>
            </a:extLst>
          </p:cNvPr>
          <p:cNvSpPr txBox="1"/>
          <p:nvPr/>
        </p:nvSpPr>
        <p:spPr>
          <a:xfrm>
            <a:off x="7120548" y="6031594"/>
            <a:ext cx="407823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Arial"/>
              </a:rPr>
              <a:t>Fig. 5 : Global IoT Market Share by Sub-Sector</a:t>
            </a:r>
            <a:endParaRPr lang="en-US" sz="1600">
              <a:latin typeface="Times New Roman"/>
              <a:ea typeface="Calibri"/>
              <a:cs typeface="Arial"/>
            </a:endParaRPr>
          </a:p>
        </p:txBody>
      </p:sp>
      <p:sp>
        <p:nvSpPr>
          <p:cNvPr id="11" name="TextBox 10">
            <a:extLst>
              <a:ext uri="{FF2B5EF4-FFF2-40B4-BE49-F238E27FC236}">
                <a16:creationId xmlns:a16="http://schemas.microsoft.com/office/drawing/2014/main" id="{F39D9535-23C8-9BF5-A26A-90444ADA52C6}"/>
              </a:ext>
            </a:extLst>
          </p:cNvPr>
          <p:cNvSpPr txBox="1"/>
          <p:nvPr/>
        </p:nvSpPr>
        <p:spPr>
          <a:xfrm>
            <a:off x="1090246" y="6016209"/>
            <a:ext cx="372689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Arial"/>
              </a:rPr>
              <a:t>Fig. 4: Global IoT Market Size year wise</a:t>
            </a:r>
            <a:endParaRPr lang="en-US" sz="1600" err="1">
              <a:latin typeface="Times New Roman"/>
              <a:cs typeface="Times New Roman"/>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9</a:t>
            </a:fld>
            <a:endParaRPr lang="en-US"/>
          </a:p>
        </p:txBody>
      </p:sp>
      <p:pic>
        <p:nvPicPr>
          <p:cNvPr id="2" name="Picture 7" descr="A picture containing text, font, diagram, line&#10;&#10;Description automatically generated">
            <a:extLst>
              <a:ext uri="{FF2B5EF4-FFF2-40B4-BE49-F238E27FC236}">
                <a16:creationId xmlns:a16="http://schemas.microsoft.com/office/drawing/2014/main" id="{D28A4696-F8E5-C62D-E129-6A5F405CADE8}"/>
              </a:ext>
            </a:extLst>
          </p:cNvPr>
          <p:cNvPicPr>
            <a:picLocks noChangeAspect="1"/>
          </p:cNvPicPr>
          <p:nvPr/>
        </p:nvPicPr>
        <p:blipFill>
          <a:blip r:embed="rId2"/>
          <a:stretch>
            <a:fillRect/>
          </a:stretch>
        </p:blipFill>
        <p:spPr>
          <a:xfrm>
            <a:off x="198188" y="3105225"/>
            <a:ext cx="5877464" cy="2758810"/>
          </a:xfrm>
          <a:prstGeom prst="rect">
            <a:avLst/>
          </a:prstGeom>
        </p:spPr>
      </p:pic>
      <p:pic>
        <p:nvPicPr>
          <p:cNvPr id="8" name="Picture 9" descr="A picture containing text, screenshot, diagram, circle&#10;&#10;Description automatically generated">
            <a:extLst>
              <a:ext uri="{FF2B5EF4-FFF2-40B4-BE49-F238E27FC236}">
                <a16:creationId xmlns:a16="http://schemas.microsoft.com/office/drawing/2014/main" id="{108F3507-8364-F61F-273F-6BFA7641240C}"/>
              </a:ext>
            </a:extLst>
          </p:cNvPr>
          <p:cNvPicPr>
            <a:picLocks noChangeAspect="1"/>
          </p:cNvPicPr>
          <p:nvPr/>
        </p:nvPicPr>
        <p:blipFill>
          <a:blip r:embed="rId3"/>
          <a:stretch>
            <a:fillRect/>
          </a:stretch>
        </p:blipFill>
        <p:spPr>
          <a:xfrm>
            <a:off x="6128072" y="3144524"/>
            <a:ext cx="5863086" cy="2757408"/>
          </a:xfrm>
          <a:prstGeom prst="rect">
            <a:avLst/>
          </a:prstGeom>
        </p:spPr>
      </p:pic>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24262908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2731655"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trike="noStrike" spc="-1" dirty="0" smtClean="0">
                <a:solidFill>
                  <a:srgbClr val="C00000"/>
                </a:solidFill>
                <a:latin typeface="Times New Roman"/>
                <a:cs typeface="Times New Roman"/>
              </a:rPr>
              <a:t>Introduction</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10</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8704" y="1172833"/>
            <a:ext cx="9315450" cy="4971489"/>
          </a:xfrm>
          <a:prstGeom prst="rect">
            <a:avLst/>
          </a:prstGeom>
        </p:spPr>
      </p:pic>
    </p:spTree>
    <p:extLst>
      <p:ext uri="{BB962C8B-B14F-4D97-AF65-F5344CB8AC3E}">
        <p14:creationId xmlns:p14="http://schemas.microsoft.com/office/powerpoint/2010/main" val="1191991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11</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65278" y="1860964"/>
            <a:ext cx="4937281" cy="3145815"/>
          </a:xfrm>
          <a:prstGeom prst="rect">
            <a:avLst/>
          </a:prstGeom>
        </p:spPr>
      </p:pic>
      <p:sp>
        <p:nvSpPr>
          <p:cNvPr id="7" name="Rectangle 6"/>
          <p:cNvSpPr/>
          <p:nvPr/>
        </p:nvSpPr>
        <p:spPr>
          <a:xfrm>
            <a:off x="8824469" y="6477218"/>
            <a:ext cx="3117135" cy="369332"/>
          </a:xfrm>
          <a:prstGeom prst="rect">
            <a:avLst/>
          </a:prstGeom>
        </p:spPr>
        <p:txBody>
          <a:bodyPr wrap="none">
            <a:spAutoFit/>
          </a:bodyPr>
          <a:lstStyle/>
          <a:p>
            <a:r>
              <a:rPr lang="en-US" b="1" dirty="0" smtClean="0"/>
              <a:t>Fig. Components </a:t>
            </a:r>
            <a:r>
              <a:rPr lang="en-US" b="1" dirty="0"/>
              <a:t>of IoT </a:t>
            </a:r>
            <a:r>
              <a:rPr lang="en-US" b="1" dirty="0" smtClean="0"/>
              <a:t>System</a:t>
            </a:r>
            <a:endParaRPr lang="en-US" b="1" dirty="0"/>
          </a:p>
        </p:txBody>
      </p:sp>
      <p:pic>
        <p:nvPicPr>
          <p:cNvPr id="8" name="Picture 7"/>
          <p:cNvPicPr>
            <a:picLocks noChangeAspect="1"/>
          </p:cNvPicPr>
          <p:nvPr/>
        </p:nvPicPr>
        <p:blipFill>
          <a:blip r:embed="rId7"/>
          <a:stretch>
            <a:fillRect/>
          </a:stretch>
        </p:blipFill>
        <p:spPr>
          <a:xfrm>
            <a:off x="457200" y="2441951"/>
            <a:ext cx="6474134" cy="2530965"/>
          </a:xfrm>
          <a:prstGeom prst="rect">
            <a:avLst/>
          </a:prstGeom>
        </p:spPr>
      </p:pic>
      <p:sp>
        <p:nvSpPr>
          <p:cNvPr id="9" name="Rectangle 8"/>
          <p:cNvSpPr/>
          <p:nvPr/>
        </p:nvSpPr>
        <p:spPr>
          <a:xfrm>
            <a:off x="322575" y="1218722"/>
            <a:ext cx="386323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Major IoT building blocks and layers</a:t>
            </a:r>
          </a:p>
        </p:txBody>
      </p:sp>
    </p:spTree>
    <p:extLst>
      <p:ext uri="{BB962C8B-B14F-4D97-AF65-F5344CB8AC3E}">
        <p14:creationId xmlns:p14="http://schemas.microsoft.com/office/powerpoint/2010/main" val="40698681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12</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26713" y="988415"/>
            <a:ext cx="4215160" cy="4597004"/>
          </a:xfrm>
          <a:prstGeom prst="rect">
            <a:avLst/>
          </a:prstGeom>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5260" y="1319102"/>
            <a:ext cx="6552392" cy="4093318"/>
          </a:xfrm>
          <a:prstGeom prst="rect">
            <a:avLst/>
          </a:prstGeom>
        </p:spPr>
      </p:pic>
      <p:sp>
        <p:nvSpPr>
          <p:cNvPr id="8" name="TextBox 7"/>
          <p:cNvSpPr txBox="1"/>
          <p:nvPr/>
        </p:nvSpPr>
        <p:spPr>
          <a:xfrm>
            <a:off x="1997195" y="5810849"/>
            <a:ext cx="3268523" cy="369332"/>
          </a:xfrm>
          <a:prstGeom prst="rect">
            <a:avLst/>
          </a:prstGeom>
          <a:noFill/>
        </p:spPr>
        <p:txBody>
          <a:bodyPr wrap="none" rtlCol="0">
            <a:spAutoFit/>
          </a:bodyPr>
          <a:lstStyle/>
          <a:p>
            <a:r>
              <a:rPr lang="en-US" b="1" dirty="0" smtClean="0"/>
              <a:t>Fig: Three Layer IoT Architecture</a:t>
            </a:r>
            <a:endParaRPr lang="en-US" b="1" dirty="0"/>
          </a:p>
        </p:txBody>
      </p:sp>
      <p:sp>
        <p:nvSpPr>
          <p:cNvPr id="13" name="TextBox 12"/>
          <p:cNvSpPr txBox="1"/>
          <p:nvPr/>
        </p:nvSpPr>
        <p:spPr>
          <a:xfrm>
            <a:off x="7724100" y="5810849"/>
            <a:ext cx="3149645" cy="369332"/>
          </a:xfrm>
          <a:prstGeom prst="rect">
            <a:avLst/>
          </a:prstGeom>
          <a:noFill/>
        </p:spPr>
        <p:txBody>
          <a:bodyPr wrap="none" rtlCol="0">
            <a:spAutoFit/>
          </a:bodyPr>
          <a:lstStyle/>
          <a:p>
            <a:r>
              <a:rPr lang="en-US" b="1" dirty="0" smtClean="0"/>
              <a:t>Fig: Four Layer IoT Architecture</a:t>
            </a:r>
            <a:endParaRPr lang="en-US" b="1" dirty="0"/>
          </a:p>
        </p:txBody>
      </p:sp>
    </p:spTree>
    <p:extLst>
      <p:ext uri="{BB962C8B-B14F-4D97-AF65-F5344CB8AC3E}">
        <p14:creationId xmlns:p14="http://schemas.microsoft.com/office/powerpoint/2010/main" val="20610870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13</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322575" y="971744"/>
            <a:ext cx="2035814"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IoT Protocol Stack</a:t>
            </a:r>
          </a:p>
        </p:txBody>
      </p:sp>
      <p:pic>
        <p:nvPicPr>
          <p:cNvPr id="2" name="Picture 1"/>
          <p:cNvPicPr>
            <a:picLocks noChangeAspect="1"/>
          </p:cNvPicPr>
          <p:nvPr/>
        </p:nvPicPr>
        <p:blipFill>
          <a:blip r:embed="rId6"/>
          <a:stretch>
            <a:fillRect/>
          </a:stretch>
        </p:blipFill>
        <p:spPr>
          <a:xfrm>
            <a:off x="1340482" y="1341076"/>
            <a:ext cx="9182610" cy="4978981"/>
          </a:xfrm>
          <a:prstGeom prst="rect">
            <a:avLst/>
          </a:prstGeom>
        </p:spPr>
      </p:pic>
    </p:spTree>
    <p:extLst>
      <p:ext uri="{BB962C8B-B14F-4D97-AF65-F5344CB8AC3E}">
        <p14:creationId xmlns:p14="http://schemas.microsoft.com/office/powerpoint/2010/main" val="18533839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14</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3" name="Picture 2"/>
          <p:cNvPicPr>
            <a:picLocks noChangeAspect="1"/>
          </p:cNvPicPr>
          <p:nvPr/>
        </p:nvPicPr>
        <p:blipFill>
          <a:blip r:embed="rId6"/>
          <a:stretch>
            <a:fillRect/>
          </a:stretch>
        </p:blipFill>
        <p:spPr>
          <a:xfrm>
            <a:off x="1486493" y="1039019"/>
            <a:ext cx="8147426" cy="2414052"/>
          </a:xfrm>
          <a:prstGeom prst="rect">
            <a:avLst/>
          </a:prstGeom>
        </p:spPr>
      </p:pic>
      <p:sp>
        <p:nvSpPr>
          <p:cNvPr id="6" name="Rectangle 5"/>
          <p:cNvSpPr/>
          <p:nvPr/>
        </p:nvSpPr>
        <p:spPr>
          <a:xfrm>
            <a:off x="607715" y="3838730"/>
            <a:ext cx="10932858" cy="1938992"/>
          </a:xfrm>
          <a:prstGeom prst="rect">
            <a:avLst/>
          </a:prstGeom>
        </p:spPr>
        <p:txBody>
          <a:bodyPr wrap="square">
            <a:spAutoFit/>
          </a:bodyPr>
          <a:lstStyle/>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CoAP </a:t>
            </a:r>
            <a:r>
              <a:rPr lang="en-US" sz="2400" dirty="0">
                <a:latin typeface="Times New Roman" panose="02020603050405020304" pitchFamily="18" charset="0"/>
                <a:cs typeface="Times New Roman" panose="02020603050405020304" pitchFamily="18" charset="0"/>
              </a:rPr>
              <a:t>is a specialized web transfer protocol for use with constrained nodes and constrained networks in the Internet of Things</a:t>
            </a:r>
            <a:r>
              <a:rPr lang="en-US"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CoAP is designed to enable simple, constrained devices to join the IoT even through constrained networks with low bandwidth and low availability.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8309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15</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2" name="Picture 1"/>
          <p:cNvPicPr>
            <a:picLocks noChangeAspect="1"/>
          </p:cNvPicPr>
          <p:nvPr/>
        </p:nvPicPr>
        <p:blipFill>
          <a:blip r:embed="rId6"/>
          <a:stretch>
            <a:fillRect/>
          </a:stretch>
        </p:blipFill>
        <p:spPr>
          <a:xfrm>
            <a:off x="1280814" y="1620636"/>
            <a:ext cx="9838310" cy="4403336"/>
          </a:xfrm>
          <a:prstGeom prst="rect">
            <a:avLst/>
          </a:prstGeom>
        </p:spPr>
      </p:pic>
      <p:sp>
        <p:nvSpPr>
          <p:cNvPr id="7" name="Rectangle 6"/>
          <p:cNvSpPr/>
          <p:nvPr/>
        </p:nvSpPr>
        <p:spPr>
          <a:xfrm>
            <a:off x="492225" y="1158971"/>
            <a:ext cx="2170659"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CoAP Features</a:t>
            </a:r>
          </a:p>
        </p:txBody>
      </p:sp>
    </p:spTree>
    <p:extLst>
      <p:ext uri="{BB962C8B-B14F-4D97-AF65-F5344CB8AC3E}">
        <p14:creationId xmlns:p14="http://schemas.microsoft.com/office/powerpoint/2010/main" val="1660912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609204"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Architecture and Components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16</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626496" y="1258919"/>
            <a:ext cx="2665730"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Transaction Model</a:t>
            </a:r>
            <a:endParaRPr 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6"/>
          <a:stretch>
            <a:fillRect/>
          </a:stretch>
        </p:blipFill>
        <p:spPr>
          <a:xfrm>
            <a:off x="5419375" y="1326223"/>
            <a:ext cx="5968720" cy="4451033"/>
          </a:xfrm>
          <a:prstGeom prst="rect">
            <a:avLst/>
          </a:prstGeom>
        </p:spPr>
      </p:pic>
      <p:sp>
        <p:nvSpPr>
          <p:cNvPr id="6" name="TextBox 5"/>
          <p:cNvSpPr txBox="1"/>
          <p:nvPr/>
        </p:nvSpPr>
        <p:spPr>
          <a:xfrm>
            <a:off x="727387" y="1900537"/>
            <a:ext cx="3066585" cy="738664"/>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Transport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CoAP is defined for UDP</a:t>
            </a:r>
          </a:p>
        </p:txBody>
      </p:sp>
      <p:sp>
        <p:nvSpPr>
          <p:cNvPr id="11" name="TextBox 10"/>
          <p:cNvSpPr txBox="1"/>
          <p:nvPr/>
        </p:nvSpPr>
        <p:spPr>
          <a:xfrm>
            <a:off x="696608" y="2759530"/>
            <a:ext cx="4538546" cy="1292662"/>
          </a:xfrm>
          <a:prstGeom prst="rect">
            <a:avLst/>
          </a:prstGeom>
          <a:noFill/>
        </p:spPr>
        <p:txBody>
          <a:bodyPr wrap="square" rtlCol="0">
            <a:spAutoFit/>
          </a:bodyPr>
          <a:lstStyle/>
          <a:p>
            <a:r>
              <a:rPr lang="en-US" sz="2400" b="1" dirty="0">
                <a:solidFill>
                  <a:srgbClr val="00B015"/>
                </a:solidFill>
                <a:latin typeface="Times New Roman" panose="02020603050405020304" pitchFamily="18" charset="0"/>
                <a:cs typeface="Times New Roman" panose="02020603050405020304" pitchFamily="18" charset="0"/>
              </a:rPr>
              <a:t>Messaging</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Simple message exchange between end-points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CON,NON,ACK,RST</a:t>
            </a:r>
          </a:p>
        </p:txBody>
      </p:sp>
      <p:sp>
        <p:nvSpPr>
          <p:cNvPr id="13" name="TextBox 12"/>
          <p:cNvSpPr txBox="1"/>
          <p:nvPr/>
        </p:nvSpPr>
        <p:spPr>
          <a:xfrm>
            <a:off x="696608" y="4145611"/>
            <a:ext cx="5191236" cy="1292662"/>
          </a:xfrm>
          <a:prstGeom prst="rect">
            <a:avLst/>
          </a:prstGeom>
          <a:noFill/>
        </p:spPr>
        <p:txBody>
          <a:bodyPr wrap="square" rtlCol="0">
            <a:spAutoFit/>
          </a:bodyPr>
          <a:lstStyle/>
          <a:p>
            <a:r>
              <a:rPr lang="en-US" sz="2400" b="1" dirty="0" smtClean="0">
                <a:solidFill>
                  <a:srgbClr val="00B0F0"/>
                </a:solidFill>
                <a:latin typeface="Times New Roman" panose="02020603050405020304" pitchFamily="18" charset="0"/>
                <a:cs typeface="Times New Roman" panose="02020603050405020304" pitchFamily="18" charset="0"/>
              </a:rPr>
              <a:t>Rest</a:t>
            </a:r>
            <a:endParaRPr lang="en-US" b="1" dirty="0" smtClean="0">
              <a:solidFill>
                <a:srgbClr val="00B0F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Request/response piggybacked on messages</a:t>
            </a: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Method, Response code and Options (URI, Contain Type)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94380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6899135"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IN" sz="3200" b="1" spc="-1" dirty="0" smtClean="0">
                <a:solidFill>
                  <a:srgbClr val="C00000"/>
                </a:solidFill>
                <a:latin typeface="Times New Roman"/>
                <a:cs typeface="Times New Roman"/>
              </a:rPr>
              <a:t>CoAP Client – Server Communication</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17</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626496" y="1258919"/>
            <a:ext cx="2484976"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Request Example</a:t>
            </a:r>
            <a:endParaRPr lang="en-US"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6"/>
          <a:stretch>
            <a:fillRect/>
          </a:stretch>
        </p:blipFill>
        <p:spPr>
          <a:xfrm>
            <a:off x="4226595" y="2332767"/>
            <a:ext cx="7161500" cy="2520176"/>
          </a:xfrm>
          <a:prstGeom prst="rect">
            <a:avLst/>
          </a:prstGeom>
        </p:spPr>
      </p:pic>
    </p:spTree>
    <p:extLst>
      <p:ext uri="{BB962C8B-B14F-4D97-AF65-F5344CB8AC3E}">
        <p14:creationId xmlns:p14="http://schemas.microsoft.com/office/powerpoint/2010/main" val="33305356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18</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626496" y="1258919"/>
            <a:ext cx="3493264"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Dealing with Packet Loss</a:t>
            </a:r>
            <a:endParaRPr 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6"/>
          <a:stretch>
            <a:fillRect/>
          </a:stretch>
        </p:blipFill>
        <p:spPr>
          <a:xfrm>
            <a:off x="5225420" y="1886066"/>
            <a:ext cx="5648325" cy="3152775"/>
          </a:xfrm>
          <a:prstGeom prst="rect">
            <a:avLst/>
          </a:prstGeom>
        </p:spPr>
      </p:pic>
      <p:sp>
        <p:nvSpPr>
          <p:cNvPr id="10" name="CustomShape 1">
            <a:extLst>
              <a:ext uri="{FF2B5EF4-FFF2-40B4-BE49-F238E27FC236}">
                <a16:creationId xmlns:a16="http://schemas.microsoft.com/office/drawing/2014/main" id="{9AC6AECF-5EA9-96CA-847A-B3818EDFFE05}"/>
              </a:ext>
            </a:extLst>
          </p:cNvPr>
          <p:cNvSpPr/>
          <p:nvPr/>
        </p:nvSpPr>
        <p:spPr>
          <a:xfrm>
            <a:off x="326855" y="128523"/>
            <a:ext cx="6787623"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IN" sz="3200" b="1" spc="-1" dirty="0" smtClean="0">
                <a:solidFill>
                  <a:srgbClr val="C00000"/>
                </a:solidFill>
                <a:latin typeface="Times New Roman"/>
                <a:cs typeface="Times New Roman"/>
              </a:rPr>
              <a:t>CoAP Client – Server Communication</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0267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19</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626496" y="1258919"/>
            <a:ext cx="2656496"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Separate Response</a:t>
            </a:r>
            <a:endParaRPr lang="en-US"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6"/>
          <a:stretch>
            <a:fillRect/>
          </a:stretch>
        </p:blipFill>
        <p:spPr>
          <a:xfrm>
            <a:off x="5625470" y="1899077"/>
            <a:ext cx="5762625" cy="3362325"/>
          </a:xfrm>
          <a:prstGeom prst="rect">
            <a:avLst/>
          </a:prstGeom>
        </p:spPr>
      </p:pic>
      <p:sp>
        <p:nvSpPr>
          <p:cNvPr id="10" name="CustomShape 1">
            <a:extLst>
              <a:ext uri="{FF2B5EF4-FFF2-40B4-BE49-F238E27FC236}">
                <a16:creationId xmlns:a16="http://schemas.microsoft.com/office/drawing/2014/main" id="{9AC6AECF-5EA9-96CA-847A-B3818EDFFE05}"/>
              </a:ext>
            </a:extLst>
          </p:cNvPr>
          <p:cNvSpPr/>
          <p:nvPr/>
        </p:nvSpPr>
        <p:spPr>
          <a:xfrm>
            <a:off x="206684" y="141603"/>
            <a:ext cx="6974701"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IN" sz="3200" b="1" spc="-1" dirty="0" smtClean="0">
                <a:solidFill>
                  <a:srgbClr val="C00000"/>
                </a:solidFill>
                <a:latin typeface="Times New Roman"/>
                <a:cs typeface="Times New Roman"/>
              </a:rPr>
              <a:t>CoAP Client – Server Communication</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7963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20</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7" name="Rectangle 6"/>
          <p:cNvSpPr/>
          <p:nvPr/>
        </p:nvSpPr>
        <p:spPr>
          <a:xfrm>
            <a:off x="615066" y="1987162"/>
            <a:ext cx="9373079" cy="3416320"/>
          </a:xfrm>
          <a:prstGeom prst="rect">
            <a:avLst/>
          </a:prstGeom>
        </p:spPr>
        <p:txBody>
          <a:bodyPr wrap="none">
            <a:spAutoFit/>
          </a:bodyPr>
          <a:lstStyle/>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RPL is a distance vector routing protocol</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protocol was designed to be highly adaptive to network conditions </a:t>
            </a:r>
          </a:p>
          <a:p>
            <a:r>
              <a:rPr lang="en-US" sz="2400" dirty="0" smtClean="0">
                <a:latin typeface="Times New Roman" panose="02020603050405020304" pitchFamily="18" charset="0"/>
                <a:cs typeface="Times New Roman" panose="02020603050405020304" pitchFamily="18" charset="0"/>
              </a:rPr>
              <a:t>    and to provide alternate router whenever default routes are inaccessible.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RPL provides a mechanism to disseminate information over the </a:t>
            </a:r>
          </a:p>
          <a:p>
            <a:r>
              <a:rPr lang="en-US" sz="2400" dirty="0" smtClean="0">
                <a:latin typeface="Times New Roman" panose="02020603050405020304" pitchFamily="18" charset="0"/>
                <a:cs typeface="Times New Roman" panose="02020603050405020304" pitchFamily="18" charset="0"/>
              </a:rPr>
              <a:t>   dynamically formed network topology </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Contains thousands of nodes.....</a:t>
            </a:r>
            <a:endParaRPr lang="en-US" sz="2400" dirty="0">
              <a:latin typeface="Times New Roman" panose="02020603050405020304" pitchFamily="18" charset="0"/>
              <a:cs typeface="Times New Roman" panose="02020603050405020304" pitchFamily="18" charset="0"/>
            </a:endParaRPr>
          </a:p>
        </p:txBody>
      </p:sp>
      <p:sp>
        <p:nvSpPr>
          <p:cNvPr id="10"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615065" y="1226709"/>
            <a:ext cx="845087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RPL </a:t>
            </a:r>
            <a:r>
              <a:rPr lang="en-US" sz="2400" b="1" dirty="0" smtClean="0">
                <a:latin typeface="Times New Roman" panose="02020603050405020304" pitchFamily="18" charset="0"/>
                <a:cs typeface="Times New Roman" panose="02020603050405020304" pitchFamily="18" charset="0"/>
              </a:rPr>
              <a:t>(Routing </a:t>
            </a:r>
            <a:r>
              <a:rPr lang="en-US" sz="2400" b="1" dirty="0">
                <a:latin typeface="Times New Roman" panose="02020603050405020304" pitchFamily="18" charset="0"/>
                <a:cs typeface="Times New Roman" panose="02020603050405020304" pitchFamily="18" charset="0"/>
              </a:rPr>
              <a:t>Protocol for Low-Power and Lossy </a:t>
            </a:r>
            <a:r>
              <a:rPr lang="en-US" sz="2400" b="1" dirty="0" smtClean="0">
                <a:latin typeface="Times New Roman" panose="02020603050405020304" pitchFamily="18" charset="0"/>
                <a:cs typeface="Times New Roman" panose="02020603050405020304" pitchFamily="18" charset="0"/>
              </a:rPr>
              <a:t>Networks)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19014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21</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3" name="Rectangle 2"/>
          <p:cNvSpPr/>
          <p:nvPr/>
        </p:nvSpPr>
        <p:spPr>
          <a:xfrm>
            <a:off x="520156" y="1541264"/>
            <a:ext cx="549387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DODAG (Destination-Oriented Directed Acyclic Graph):</a:t>
            </a:r>
          </a:p>
        </p:txBody>
      </p:sp>
      <p:sp>
        <p:nvSpPr>
          <p:cNvPr id="9" name="Rectangle 8"/>
          <p:cNvSpPr/>
          <p:nvPr/>
        </p:nvSpPr>
        <p:spPr>
          <a:xfrm>
            <a:off x="784860" y="2324085"/>
            <a:ext cx="5524500" cy="2031325"/>
          </a:xfrm>
          <a:prstGeom prst="rect">
            <a:avLst/>
          </a:prstGeom>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DODAG is a data structure used in IPv6-based Low-Power and Lossy Networks (LLNs) such as those found in the </a:t>
            </a:r>
            <a:r>
              <a:rPr lang="en-US" dirty="0" smtClean="0">
                <a:latin typeface="Times New Roman" panose="02020603050405020304" pitchFamily="18" charset="0"/>
                <a:cs typeface="Times New Roman" panose="02020603050405020304" pitchFamily="18" charset="0"/>
              </a:rPr>
              <a:t>IoT.</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Directed Acyclic Graph: DODAG is a directed acyclic graph, meaning it is a network topology with directional links and no cycles. </a:t>
            </a:r>
          </a:p>
        </p:txBody>
      </p:sp>
      <p:pic>
        <p:nvPicPr>
          <p:cNvPr id="11" name="Picture 10"/>
          <p:cNvPicPr>
            <a:picLocks noChangeAspect="1"/>
          </p:cNvPicPr>
          <p:nvPr/>
        </p:nvPicPr>
        <p:blipFill>
          <a:blip r:embed="rId6"/>
          <a:stretch>
            <a:fillRect/>
          </a:stretch>
        </p:blipFill>
        <p:spPr>
          <a:xfrm>
            <a:off x="6515099" y="2440472"/>
            <a:ext cx="5193035" cy="2234977"/>
          </a:xfrm>
          <a:prstGeom prst="rect">
            <a:avLst/>
          </a:prstGeom>
        </p:spPr>
      </p:pic>
      <p:pic>
        <p:nvPicPr>
          <p:cNvPr id="13" name="Picture 12"/>
          <p:cNvPicPr>
            <a:picLocks noChangeAspect="1"/>
          </p:cNvPicPr>
          <p:nvPr/>
        </p:nvPicPr>
        <p:blipFill>
          <a:blip r:embed="rId7"/>
          <a:stretch>
            <a:fillRect/>
          </a:stretch>
        </p:blipFill>
        <p:spPr>
          <a:xfrm>
            <a:off x="7344728" y="1554089"/>
            <a:ext cx="3533775" cy="676275"/>
          </a:xfrm>
          <a:prstGeom prst="rect">
            <a:avLst/>
          </a:prstGeom>
        </p:spPr>
      </p:pic>
      <p:sp>
        <p:nvSpPr>
          <p:cNvPr id="15"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7842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22</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11" name="Picture 10"/>
          <p:cNvPicPr>
            <a:picLocks noChangeAspect="1"/>
          </p:cNvPicPr>
          <p:nvPr/>
        </p:nvPicPr>
        <p:blipFill>
          <a:blip r:embed="rId6"/>
          <a:stretch>
            <a:fillRect/>
          </a:stretch>
        </p:blipFill>
        <p:spPr>
          <a:xfrm>
            <a:off x="206684" y="2740029"/>
            <a:ext cx="4549610" cy="1958060"/>
          </a:xfrm>
          <a:prstGeom prst="rect">
            <a:avLst/>
          </a:prstGeom>
        </p:spPr>
      </p:pic>
      <p:pic>
        <p:nvPicPr>
          <p:cNvPr id="13" name="Picture 12"/>
          <p:cNvPicPr>
            <a:picLocks noChangeAspect="1"/>
          </p:cNvPicPr>
          <p:nvPr/>
        </p:nvPicPr>
        <p:blipFill>
          <a:blip r:embed="rId7"/>
          <a:stretch>
            <a:fillRect/>
          </a:stretch>
        </p:blipFill>
        <p:spPr>
          <a:xfrm>
            <a:off x="1136083" y="2158949"/>
            <a:ext cx="2521517" cy="482554"/>
          </a:xfrm>
          <a:prstGeom prst="rect">
            <a:avLst/>
          </a:prstGeom>
        </p:spPr>
      </p:pic>
      <p:pic>
        <p:nvPicPr>
          <p:cNvPr id="2" name="Picture 1"/>
          <p:cNvPicPr>
            <a:picLocks noChangeAspect="1"/>
          </p:cNvPicPr>
          <p:nvPr/>
        </p:nvPicPr>
        <p:blipFill>
          <a:blip r:embed="rId8"/>
          <a:stretch>
            <a:fillRect/>
          </a:stretch>
        </p:blipFill>
        <p:spPr>
          <a:xfrm>
            <a:off x="5006341" y="2119055"/>
            <a:ext cx="6660944" cy="2947599"/>
          </a:xfrm>
          <a:prstGeom prst="rect">
            <a:avLst/>
          </a:prstGeom>
        </p:spPr>
      </p:pic>
      <p:sp>
        <p:nvSpPr>
          <p:cNvPr id="14"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4606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23</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3" name="Picture 2"/>
          <p:cNvPicPr>
            <a:picLocks noChangeAspect="1"/>
          </p:cNvPicPr>
          <p:nvPr/>
        </p:nvPicPr>
        <p:blipFill>
          <a:blip r:embed="rId6"/>
          <a:stretch>
            <a:fillRect/>
          </a:stretch>
        </p:blipFill>
        <p:spPr>
          <a:xfrm>
            <a:off x="2816903" y="1326280"/>
            <a:ext cx="6514482" cy="4534079"/>
          </a:xfrm>
          <a:prstGeom prst="rect">
            <a:avLst/>
          </a:prstGeom>
        </p:spPr>
      </p:pic>
      <p:sp>
        <p:nvSpPr>
          <p:cNvPr id="14"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187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24</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2" name="Picture 1"/>
          <p:cNvPicPr>
            <a:picLocks noChangeAspect="1"/>
          </p:cNvPicPr>
          <p:nvPr/>
        </p:nvPicPr>
        <p:blipFill>
          <a:blip r:embed="rId6"/>
          <a:stretch>
            <a:fillRect/>
          </a:stretch>
        </p:blipFill>
        <p:spPr>
          <a:xfrm>
            <a:off x="2553630" y="1253574"/>
            <a:ext cx="6731735" cy="4676784"/>
          </a:xfrm>
          <a:prstGeom prst="rect">
            <a:avLst/>
          </a:prstGeom>
        </p:spPr>
      </p:pic>
      <p:sp>
        <p:nvSpPr>
          <p:cNvPr id="9"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3463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25</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3" name="Picture 2"/>
          <p:cNvPicPr>
            <a:picLocks noChangeAspect="1"/>
          </p:cNvPicPr>
          <p:nvPr/>
        </p:nvPicPr>
        <p:blipFill>
          <a:blip r:embed="rId6"/>
          <a:stretch>
            <a:fillRect/>
          </a:stretch>
        </p:blipFill>
        <p:spPr>
          <a:xfrm>
            <a:off x="2437101" y="1273213"/>
            <a:ext cx="6558543" cy="4677331"/>
          </a:xfrm>
          <a:prstGeom prst="rect">
            <a:avLst/>
          </a:prstGeom>
        </p:spPr>
      </p:pic>
      <p:sp>
        <p:nvSpPr>
          <p:cNvPr id="11" name="CustomShape 1">
            <a:extLst>
              <a:ext uri="{FF2B5EF4-FFF2-40B4-BE49-F238E27FC236}">
                <a16:creationId xmlns:a16="http://schemas.microsoft.com/office/drawing/2014/main" id="{9AC6AECF-5EA9-96CA-847A-B3818EDFFE05}"/>
              </a:ext>
            </a:extLst>
          </p:cNvPr>
          <p:cNvSpPr/>
          <p:nvPr/>
        </p:nvSpPr>
        <p:spPr>
          <a:xfrm>
            <a:off x="440860" y="245049"/>
            <a:ext cx="1332184" cy="55001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a:t>
            </a:r>
            <a:r>
              <a:rPr lang="en-US" sz="3200" b="1" spc="-1" dirty="0" smtClean="0">
                <a:solidFill>
                  <a:srgbClr val="C00000"/>
                </a:solidFill>
                <a:latin typeface="Times New Roman"/>
                <a:cs typeface="Times New Roman"/>
              </a:rPr>
              <a:t>RPL</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60237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325268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Applications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26</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2" name="Picture 1"/>
          <p:cNvPicPr>
            <a:picLocks noChangeAspect="1"/>
          </p:cNvPicPr>
          <p:nvPr/>
        </p:nvPicPr>
        <p:blipFill>
          <a:blip r:embed="rId6"/>
          <a:stretch>
            <a:fillRect/>
          </a:stretch>
        </p:blipFill>
        <p:spPr>
          <a:xfrm>
            <a:off x="2410062" y="1411675"/>
            <a:ext cx="6612622" cy="4465018"/>
          </a:xfrm>
          <a:prstGeom prst="rect">
            <a:avLst/>
          </a:prstGeom>
        </p:spPr>
      </p:pic>
    </p:spTree>
    <p:extLst>
      <p:ext uri="{BB962C8B-B14F-4D97-AF65-F5344CB8AC3E}">
        <p14:creationId xmlns:p14="http://schemas.microsoft.com/office/powerpoint/2010/main" val="33512379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325268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Applications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27</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8" name="Picture 2"/>
          <p:cNvPicPr>
            <a:picLocks noChangeAspect="1" noChangeArrowheads="1"/>
          </p:cNvPicPr>
          <p:nvPr/>
        </p:nvPicPr>
        <p:blipFill>
          <a:blip r:embed="rId6"/>
          <a:srcRect l="18164" t="17578" r="19726" b="12109"/>
          <a:stretch>
            <a:fillRect/>
          </a:stretch>
        </p:blipFill>
        <p:spPr bwMode="auto">
          <a:xfrm>
            <a:off x="1933497" y="1026404"/>
            <a:ext cx="7700421" cy="5230474"/>
          </a:xfrm>
          <a:prstGeom prst="rect">
            <a:avLst/>
          </a:prstGeom>
          <a:noFill/>
          <a:ln w="9525">
            <a:noFill/>
            <a:miter lim="800000"/>
            <a:headEnd/>
            <a:tailEnd/>
          </a:ln>
          <a:effectLst/>
        </p:spPr>
      </p:pic>
    </p:spTree>
    <p:extLst>
      <p:ext uri="{BB962C8B-B14F-4D97-AF65-F5344CB8AC3E}">
        <p14:creationId xmlns:p14="http://schemas.microsoft.com/office/powerpoint/2010/main" val="31869522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325268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Applications</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28</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6" name="Picture 5"/>
          <p:cNvPicPr>
            <a:picLocks noChangeAspect="1"/>
          </p:cNvPicPr>
          <p:nvPr/>
        </p:nvPicPr>
        <p:blipFill>
          <a:blip r:embed="rId6"/>
          <a:stretch>
            <a:fillRect/>
          </a:stretch>
        </p:blipFill>
        <p:spPr>
          <a:xfrm>
            <a:off x="2568608" y="1170763"/>
            <a:ext cx="6554396" cy="4818953"/>
          </a:xfrm>
          <a:prstGeom prst="rect">
            <a:avLst/>
          </a:prstGeom>
        </p:spPr>
      </p:pic>
    </p:spTree>
    <p:extLst>
      <p:ext uri="{BB962C8B-B14F-4D97-AF65-F5344CB8AC3E}">
        <p14:creationId xmlns:p14="http://schemas.microsoft.com/office/powerpoint/2010/main" val="23920251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425629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Data Management</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29</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2" name="Picture 1"/>
          <p:cNvPicPr>
            <a:picLocks noChangeAspect="1"/>
          </p:cNvPicPr>
          <p:nvPr/>
        </p:nvPicPr>
        <p:blipFill>
          <a:blip r:embed="rId6"/>
          <a:stretch>
            <a:fillRect/>
          </a:stretch>
        </p:blipFill>
        <p:spPr>
          <a:xfrm>
            <a:off x="2011148" y="1674542"/>
            <a:ext cx="7410450" cy="3352800"/>
          </a:xfrm>
          <a:prstGeom prst="rect">
            <a:avLst/>
          </a:prstGeom>
        </p:spPr>
      </p:pic>
    </p:spTree>
    <p:extLst>
      <p:ext uri="{BB962C8B-B14F-4D97-AF65-F5344CB8AC3E}">
        <p14:creationId xmlns:p14="http://schemas.microsoft.com/office/powerpoint/2010/main" val="28885036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425629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Data Management</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30</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3" name="Picture 2"/>
          <p:cNvPicPr>
            <a:picLocks noChangeAspect="1"/>
          </p:cNvPicPr>
          <p:nvPr/>
        </p:nvPicPr>
        <p:blipFill>
          <a:blip r:embed="rId6"/>
          <a:stretch>
            <a:fillRect/>
          </a:stretch>
        </p:blipFill>
        <p:spPr>
          <a:xfrm>
            <a:off x="2902319" y="1677695"/>
            <a:ext cx="6343650" cy="4010025"/>
          </a:xfrm>
          <a:prstGeom prst="rect">
            <a:avLst/>
          </a:prstGeom>
        </p:spPr>
      </p:pic>
      <p:sp>
        <p:nvSpPr>
          <p:cNvPr id="6" name="Rectangle 5"/>
          <p:cNvSpPr/>
          <p:nvPr/>
        </p:nvSpPr>
        <p:spPr>
          <a:xfrm>
            <a:off x="322575" y="1130756"/>
            <a:ext cx="318003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Roll of BIGDATA and AI in IoT</a:t>
            </a:r>
          </a:p>
        </p:txBody>
      </p:sp>
    </p:spTree>
    <p:extLst>
      <p:ext uri="{BB962C8B-B14F-4D97-AF65-F5344CB8AC3E}">
        <p14:creationId xmlns:p14="http://schemas.microsoft.com/office/powerpoint/2010/main" val="42638334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425629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Data Management</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31</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6" name="Rectangle 5"/>
          <p:cNvSpPr/>
          <p:nvPr/>
        </p:nvSpPr>
        <p:spPr>
          <a:xfrm>
            <a:off x="322575" y="1130756"/>
            <a:ext cx="215539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Minimizing IoT Data</a:t>
            </a:r>
          </a:p>
        </p:txBody>
      </p:sp>
      <p:pic>
        <p:nvPicPr>
          <p:cNvPr id="2" name="Picture 1"/>
          <p:cNvPicPr>
            <a:picLocks noChangeAspect="1"/>
          </p:cNvPicPr>
          <p:nvPr/>
        </p:nvPicPr>
        <p:blipFill>
          <a:blip r:embed="rId6"/>
          <a:stretch>
            <a:fillRect/>
          </a:stretch>
        </p:blipFill>
        <p:spPr>
          <a:xfrm>
            <a:off x="2336049" y="2055163"/>
            <a:ext cx="6760647" cy="3842641"/>
          </a:xfrm>
          <a:prstGeom prst="rect">
            <a:avLst/>
          </a:prstGeom>
        </p:spPr>
      </p:pic>
    </p:spTree>
    <p:extLst>
      <p:ext uri="{BB962C8B-B14F-4D97-AF65-F5344CB8AC3E}">
        <p14:creationId xmlns:p14="http://schemas.microsoft.com/office/powerpoint/2010/main" val="377153238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6" y="128523"/>
            <a:ext cx="2628218"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trike="noStrike" spc="-1" dirty="0" smtClean="0">
                <a:solidFill>
                  <a:srgbClr val="C00000"/>
                </a:solidFill>
                <a:latin typeface="Times New Roman"/>
                <a:cs typeface="Times New Roman"/>
              </a:rPr>
              <a:t>IoT Security</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3" name="CustomShape 2">
            <a:extLst>
              <a:ext uri="{FF2B5EF4-FFF2-40B4-BE49-F238E27FC236}">
                <a16:creationId xmlns:a16="http://schemas.microsoft.com/office/drawing/2014/main" id="{8309A301-6FAC-9831-18E4-E4F2C31BB71B}"/>
              </a:ext>
            </a:extLst>
          </p:cNvPr>
          <p:cNvSpPr/>
          <p:nvPr/>
        </p:nvSpPr>
        <p:spPr>
          <a:xfrm>
            <a:off x="150511" y="1055624"/>
            <a:ext cx="11158135" cy="1399510"/>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p>
            <a:pPr marL="451485" indent="-342900">
              <a:spcBef>
                <a:spcPts val="1417"/>
              </a:spcBef>
              <a:buClr>
                <a:srgbClr val="000000"/>
              </a:buClr>
              <a:buSzPct val="45000"/>
              <a:buFont typeface="Arial" charset="2"/>
              <a:buChar char="•"/>
            </a:pPr>
            <a:r>
              <a:rPr lang="en-IN" sz="2200" spc="-1">
                <a:latin typeface="Times New Roman"/>
                <a:ea typeface="+mn-lt"/>
                <a:cs typeface="Times New Roman"/>
              </a:rPr>
              <a:t>With IoT system benefits, It is </a:t>
            </a:r>
            <a:r>
              <a:rPr lang="en-IN" sz="2200" spc="-1">
                <a:solidFill>
                  <a:srgbClr val="C00000"/>
                </a:solidFill>
                <a:latin typeface="Times New Roman"/>
                <a:ea typeface="+mn-lt"/>
                <a:cs typeface="Times New Roman"/>
              </a:rPr>
              <a:t>vulnerable to many attacks. </a:t>
            </a:r>
            <a:endParaRPr lang="en-IN" sz="2200" spc="-1">
              <a:solidFill>
                <a:srgbClr val="C00000"/>
              </a:solidFill>
              <a:latin typeface="Times New Roman" panose="02020603050405020304" pitchFamily="18" charset="0"/>
              <a:ea typeface="+mn-lt"/>
              <a:cs typeface="Times New Roman" panose="02020603050405020304" pitchFamily="18" charset="0"/>
            </a:endParaRPr>
          </a:p>
          <a:p>
            <a:pPr marL="451485" indent="-342900">
              <a:spcBef>
                <a:spcPts val="1417"/>
              </a:spcBef>
              <a:buClr>
                <a:srgbClr val="000000"/>
              </a:buClr>
              <a:buSzPct val="45000"/>
              <a:buFont typeface="Arial" charset="2"/>
              <a:buChar char="•"/>
            </a:pPr>
            <a:r>
              <a:rPr lang="en-IN" sz="2200" spc="-1">
                <a:latin typeface="Times New Roman"/>
                <a:ea typeface="+mn-lt"/>
                <a:cs typeface="Times New Roman"/>
              </a:rPr>
              <a:t>Attack objective to violate </a:t>
            </a:r>
            <a:r>
              <a:rPr lang="en-US" sz="2200" spc="-1">
                <a:solidFill>
                  <a:srgbClr val="00B050"/>
                </a:solidFill>
                <a:latin typeface="Times New Roman"/>
                <a:ea typeface="+mn-lt"/>
                <a:cs typeface="Times New Roman"/>
              </a:rPr>
              <a:t>authenticity</a:t>
            </a:r>
            <a:r>
              <a:rPr lang="en-US" sz="2200" spc="-1">
                <a:latin typeface="Times New Roman"/>
                <a:ea typeface="+mn-lt"/>
                <a:cs typeface="Times New Roman"/>
              </a:rPr>
              <a:t>, </a:t>
            </a:r>
            <a:r>
              <a:rPr lang="en-US" sz="2200" spc="-1">
                <a:solidFill>
                  <a:srgbClr val="FF0000"/>
                </a:solidFill>
                <a:latin typeface="Times New Roman"/>
                <a:ea typeface="+mn-lt"/>
                <a:cs typeface="Times New Roman"/>
              </a:rPr>
              <a:t>integrity</a:t>
            </a:r>
            <a:r>
              <a:rPr lang="en-US" sz="2200" spc="-1">
                <a:latin typeface="Times New Roman"/>
                <a:ea typeface="+mn-lt"/>
                <a:cs typeface="Times New Roman"/>
              </a:rPr>
              <a:t>, </a:t>
            </a:r>
            <a:r>
              <a:rPr lang="en-US" sz="2200" spc="-1">
                <a:solidFill>
                  <a:srgbClr val="0070C0"/>
                </a:solidFill>
                <a:latin typeface="Times New Roman"/>
                <a:ea typeface="+mn-lt"/>
                <a:cs typeface="Times New Roman"/>
              </a:rPr>
              <a:t>confidentiality</a:t>
            </a:r>
            <a:r>
              <a:rPr lang="en-US" sz="2200" spc="-1">
                <a:latin typeface="Times New Roman"/>
                <a:ea typeface="+mn-lt"/>
                <a:cs typeface="Times New Roman"/>
              </a:rPr>
              <a:t>, and availability.</a:t>
            </a:r>
          </a:p>
          <a:p>
            <a:pPr marL="451485" indent="-342900">
              <a:spcBef>
                <a:spcPts val="1417"/>
              </a:spcBef>
              <a:buClr>
                <a:srgbClr val="000000"/>
              </a:buClr>
              <a:buSzPct val="45000"/>
              <a:buFont typeface="Arial" charset="2"/>
              <a:buChar char="•"/>
            </a:pPr>
            <a:r>
              <a:rPr lang="en-US" sz="2200">
                <a:latin typeface="Times New Roman"/>
                <a:cs typeface="Times New Roman"/>
              </a:rPr>
              <a:t>The violation of any of them may incur serious consequences. </a:t>
            </a:r>
            <a:r>
              <a:rPr lang="en-US" sz="2400">
                <a:latin typeface="Times New Roman"/>
              </a:rPr>
              <a:t/>
            </a:r>
            <a:br>
              <a:rPr lang="en-US" sz="2400">
                <a:latin typeface="Times New Roman"/>
              </a:rPr>
            </a:br>
            <a:endParaRPr lang="en-IN" sz="2400" spc="-1">
              <a:latin typeface="Times New Roman" panose="02020603050405020304" pitchFamily="18" charset="0"/>
              <a:ea typeface="+mn-lt"/>
              <a:cs typeface="Times New Roman" panose="02020603050405020304" pitchFamily="18" charset="0"/>
            </a:endParaRPr>
          </a:p>
        </p:txBody>
      </p:sp>
      <p:pic>
        <p:nvPicPr>
          <p:cNvPr id="2" name="Picture 4" descr="Chart, diagram&#10;&#10;Description automatically generated">
            <a:extLst>
              <a:ext uri="{FF2B5EF4-FFF2-40B4-BE49-F238E27FC236}">
                <a16:creationId xmlns:a16="http://schemas.microsoft.com/office/drawing/2014/main" id="{116EA96E-B114-8572-16C9-22D2CD6F56E2}"/>
              </a:ext>
            </a:extLst>
          </p:cNvPr>
          <p:cNvPicPr>
            <a:picLocks noChangeAspect="1"/>
          </p:cNvPicPr>
          <p:nvPr/>
        </p:nvPicPr>
        <p:blipFill>
          <a:blip r:embed="rId2"/>
          <a:stretch>
            <a:fillRect/>
          </a:stretch>
        </p:blipFill>
        <p:spPr>
          <a:xfrm>
            <a:off x="385917" y="2584478"/>
            <a:ext cx="4795682" cy="3274494"/>
          </a:xfrm>
          <a:prstGeom prst="rect">
            <a:avLst/>
          </a:prstGeom>
        </p:spPr>
      </p:pic>
      <p:sp>
        <p:nvSpPr>
          <p:cNvPr id="4" name="Footer Placeholder 3">
            <a:extLst>
              <a:ext uri="{FF2B5EF4-FFF2-40B4-BE49-F238E27FC236}">
                <a16:creationId xmlns:a16="http://schemas.microsoft.com/office/drawing/2014/main" id="{088099C9-E913-EC08-D47D-46EB09871436}"/>
              </a:ext>
            </a:extLst>
          </p:cNvPr>
          <p:cNvSpPr>
            <a:spLocks noGrp="1"/>
          </p:cNvSpPr>
          <p:nvPr>
            <p:ph type="ftr" sz="quarter" idx="11"/>
          </p:nvPr>
        </p:nvSpPr>
        <p:spPr/>
        <p:txBody>
          <a:bodyPr/>
          <a:lstStyle/>
          <a:p>
            <a:r>
              <a:rPr lang="en-US"/>
              <a:t>Department of Computer Science and Engineering, IITG</a:t>
            </a:r>
          </a:p>
        </p:txBody>
      </p:sp>
      <p:sp>
        <p:nvSpPr>
          <p:cNvPr id="6" name="Slide Number Placeholder 5">
            <a:extLst>
              <a:ext uri="{FF2B5EF4-FFF2-40B4-BE49-F238E27FC236}">
                <a16:creationId xmlns:a16="http://schemas.microsoft.com/office/drawing/2014/main" id="{FC2837F1-D85A-D409-B1BF-E5739FFC2A49}"/>
              </a:ext>
            </a:extLst>
          </p:cNvPr>
          <p:cNvSpPr>
            <a:spLocks noGrp="1"/>
          </p:cNvSpPr>
          <p:nvPr>
            <p:ph type="sldNum" sz="quarter" idx="12"/>
          </p:nvPr>
        </p:nvSpPr>
        <p:spPr/>
        <p:txBody>
          <a:bodyPr/>
          <a:lstStyle/>
          <a:p>
            <a:fld id="{4DAFB949-428C-4290-8A69-E88B57575036}" type="slidenum">
              <a:rPr lang="en-US" smtClean="0"/>
              <a:pPr/>
              <a:t>32</a:t>
            </a:fld>
            <a:endParaRPr lang="en-US"/>
          </a:p>
        </p:txBody>
      </p:sp>
      <p:pic>
        <p:nvPicPr>
          <p:cNvPr id="7" name="Picture 2" descr="Chart, sunburst chart&#10;&#10;Description automatically generated">
            <a:extLst>
              <a:ext uri="{FF2B5EF4-FFF2-40B4-BE49-F238E27FC236}">
                <a16:creationId xmlns:a16="http://schemas.microsoft.com/office/drawing/2014/main" id="{70DF840B-6405-1B96-0978-2D76330D3BDB}"/>
              </a:ext>
            </a:extLst>
          </p:cNvPr>
          <p:cNvPicPr>
            <a:picLocks noChangeAspect="1"/>
          </p:cNvPicPr>
          <p:nvPr/>
        </p:nvPicPr>
        <p:blipFill>
          <a:blip r:embed="rId3"/>
          <a:stretch>
            <a:fillRect/>
          </a:stretch>
        </p:blipFill>
        <p:spPr>
          <a:xfrm>
            <a:off x="6567003" y="2679955"/>
            <a:ext cx="4538911" cy="3321595"/>
          </a:xfrm>
          <a:prstGeom prst="rect">
            <a:avLst/>
          </a:prstGeom>
        </p:spPr>
      </p:pic>
      <p:sp>
        <p:nvSpPr>
          <p:cNvPr id="5" name="TextBox 4">
            <a:extLst>
              <a:ext uri="{FF2B5EF4-FFF2-40B4-BE49-F238E27FC236}">
                <a16:creationId xmlns:a16="http://schemas.microsoft.com/office/drawing/2014/main" id="{969B482F-7806-7ACB-07EB-783162CB568D}"/>
              </a:ext>
            </a:extLst>
          </p:cNvPr>
          <p:cNvSpPr txBox="1"/>
          <p:nvPr/>
        </p:nvSpPr>
        <p:spPr>
          <a:xfrm>
            <a:off x="1356851" y="6002593"/>
            <a:ext cx="375425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Fig. 6: Breakdown of top IoT threats​</a:t>
            </a:r>
          </a:p>
        </p:txBody>
      </p:sp>
      <p:sp>
        <p:nvSpPr>
          <p:cNvPr id="9" name="TextBox 8">
            <a:extLst>
              <a:ext uri="{FF2B5EF4-FFF2-40B4-BE49-F238E27FC236}">
                <a16:creationId xmlns:a16="http://schemas.microsoft.com/office/drawing/2014/main" id="{FB1359D9-D74B-6F82-D826-B298CBBD091D}"/>
              </a:ext>
            </a:extLst>
          </p:cNvPr>
          <p:cNvSpPr txBox="1"/>
          <p:nvPr/>
        </p:nvSpPr>
        <p:spPr>
          <a:xfrm>
            <a:off x="6003449" y="6001550"/>
            <a:ext cx="589899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Fig. 7: Breakdown of IoT devices in smart home with vulnerability​</a:t>
            </a:r>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239569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203952" y="263717"/>
            <a:ext cx="6013561" cy="53825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Attacks Considered for t</a:t>
            </a:r>
            <a:r>
              <a:rPr lang="en-IN" sz="3200" b="1" spc="-1" dirty="0" smtClean="0">
                <a:solidFill>
                  <a:srgbClr val="C00000"/>
                </a:solidFill>
                <a:latin typeface="Times New Roman"/>
                <a:cs typeface="Times New Roman"/>
              </a:rPr>
              <a:t>his Talk</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16" name="CustomShape 2">
            <a:extLst>
              <a:ext uri="{FF2B5EF4-FFF2-40B4-BE49-F238E27FC236}">
                <a16:creationId xmlns:a16="http://schemas.microsoft.com/office/drawing/2014/main" id="{4FE25C1F-A981-D6E5-9CB4-CAA330548E48}"/>
              </a:ext>
            </a:extLst>
          </p:cNvPr>
          <p:cNvSpPr/>
          <p:nvPr/>
        </p:nvSpPr>
        <p:spPr>
          <a:xfrm>
            <a:off x="473007" y="1150745"/>
            <a:ext cx="11461419" cy="1079165"/>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p>
            <a:pPr marL="451485" indent="-342900">
              <a:spcBef>
                <a:spcPts val="1417"/>
              </a:spcBef>
              <a:buClr>
                <a:srgbClr val="000000"/>
              </a:buClr>
              <a:buSzPct val="45000"/>
              <a:buFont typeface="Arial"/>
              <a:buChar char="•"/>
            </a:pPr>
            <a:endParaRPr lang="en-IN" sz="2400" spc="-1">
              <a:solidFill>
                <a:srgbClr val="000000"/>
              </a:solidFill>
              <a:latin typeface="Calibri"/>
              <a:cs typeface="Calibri"/>
            </a:endParaRPr>
          </a:p>
          <a:p>
            <a:pPr marL="451485" indent="-342900">
              <a:spcBef>
                <a:spcPts val="1417"/>
              </a:spcBef>
              <a:buClr>
                <a:srgbClr val="000000"/>
              </a:buClr>
              <a:buSzPct val="45000"/>
              <a:buFont typeface="Arial"/>
              <a:buChar char="•"/>
            </a:pPr>
            <a:endParaRPr lang="en-IN" sz="2400" spc="-1">
              <a:solidFill>
                <a:srgbClr val="000000"/>
              </a:solidFill>
              <a:latin typeface="Times New Roman"/>
              <a:cs typeface="Times New Roman"/>
            </a:endParaRPr>
          </a:p>
          <a:p>
            <a:pPr marL="451485" indent="-342900">
              <a:spcBef>
                <a:spcPts val="1417"/>
              </a:spcBef>
              <a:buClr>
                <a:srgbClr val="000000"/>
              </a:buClr>
              <a:buSzPct val="45000"/>
              <a:buFont typeface="Arial"/>
              <a:buChar char="•"/>
            </a:pPr>
            <a:endParaRPr lang="en-IN" sz="2400" spc="-1">
              <a:ea typeface="+mn-lt"/>
              <a:cs typeface="+mn-lt"/>
            </a:endParaRPr>
          </a:p>
          <a:p>
            <a:pPr marL="451485" indent="-342900">
              <a:spcBef>
                <a:spcPts val="1417"/>
              </a:spcBef>
              <a:buClr>
                <a:srgbClr val="000000"/>
              </a:buClr>
              <a:buSzPct val="45000"/>
              <a:buFont typeface="Arial"/>
              <a:buChar char="•"/>
            </a:pPr>
            <a:endParaRPr lang="en-IN" sz="2400" spc="-1">
              <a:solidFill>
                <a:srgbClr val="000000"/>
              </a:solidFill>
              <a:latin typeface="Times New Roman"/>
              <a:cs typeface="Times New Roman"/>
            </a:endParaRPr>
          </a:p>
        </p:txBody>
      </p:sp>
      <p:sp>
        <p:nvSpPr>
          <p:cNvPr id="4" name="Footer Placeholder 3">
            <a:extLst>
              <a:ext uri="{FF2B5EF4-FFF2-40B4-BE49-F238E27FC236}">
                <a16:creationId xmlns:a16="http://schemas.microsoft.com/office/drawing/2014/main" id="{522AEBED-4C07-8EA1-31E3-2700ACC4B175}"/>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ECA31B60-F745-5FFC-1D1E-359BC0C923FA}"/>
              </a:ext>
            </a:extLst>
          </p:cNvPr>
          <p:cNvSpPr>
            <a:spLocks noGrp="1"/>
          </p:cNvSpPr>
          <p:nvPr>
            <p:ph type="sldNum" sz="quarter" idx="12"/>
          </p:nvPr>
        </p:nvSpPr>
        <p:spPr/>
        <p:txBody>
          <a:bodyPr/>
          <a:lstStyle/>
          <a:p>
            <a:fld id="{4DAFB949-428C-4290-8A69-E88B57575036}" type="slidenum">
              <a:rPr lang="en-US" smtClean="0"/>
              <a:pPr/>
              <a:t>33</a:t>
            </a:fld>
            <a:endParaRPr lang="en-US"/>
          </a:p>
        </p:txBody>
      </p:sp>
      <p:sp>
        <p:nvSpPr>
          <p:cNvPr id="2" name="TextBox 1">
            <a:extLst>
              <a:ext uri="{FF2B5EF4-FFF2-40B4-BE49-F238E27FC236}">
                <a16:creationId xmlns:a16="http://schemas.microsoft.com/office/drawing/2014/main" id="{EF0305B0-CCEE-784A-7D74-4424276FCF84}"/>
              </a:ext>
            </a:extLst>
          </p:cNvPr>
          <p:cNvSpPr txBox="1"/>
          <p:nvPr/>
        </p:nvSpPr>
        <p:spPr>
          <a:xfrm>
            <a:off x="6203716" y="1379210"/>
            <a:ext cx="5619134"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b="1" dirty="0">
                <a:solidFill>
                  <a:srgbClr val="FF0000"/>
                </a:solidFill>
                <a:latin typeface="Times New Roman"/>
                <a:cs typeface="Times New Roman"/>
              </a:rPr>
              <a:t>Exploits:</a:t>
            </a:r>
            <a:r>
              <a:rPr lang="en-IN" sz="2400" dirty="0">
                <a:latin typeface="Times New Roman"/>
                <a:cs typeface="Times New Roman"/>
              </a:rPr>
              <a:t> </a:t>
            </a:r>
            <a:r>
              <a:rPr lang="en-IN" sz="2800" dirty="0">
                <a:latin typeface="Times New Roman"/>
                <a:cs typeface="Times New Roman"/>
              </a:rPr>
              <a:t> </a:t>
            </a:r>
            <a:endParaRPr lang="en-US" sz="2800" dirty="0">
              <a:latin typeface="Times New Roman"/>
              <a:cs typeface="Times New Roman"/>
            </a:endParaRPr>
          </a:p>
          <a:p>
            <a:pPr marL="457200" indent="-457200">
              <a:buFont typeface="Arial"/>
              <a:buChar char="•"/>
            </a:pPr>
            <a:r>
              <a:rPr lang="en-IN" sz="2200" dirty="0">
                <a:latin typeface="Times New Roman"/>
                <a:cs typeface="Calibri"/>
              </a:rPr>
              <a:t>Denial-of-Service (</a:t>
            </a:r>
            <a:r>
              <a:rPr lang="en-IN" sz="2200" dirty="0" err="1">
                <a:latin typeface="Times New Roman"/>
                <a:cs typeface="Calibri"/>
              </a:rPr>
              <a:t>DoS</a:t>
            </a:r>
            <a:r>
              <a:rPr lang="en-IN" sz="2200" dirty="0">
                <a:latin typeface="Times New Roman"/>
                <a:cs typeface="Calibri"/>
              </a:rPr>
              <a:t>) </a:t>
            </a:r>
            <a:endParaRPr lang="en-US" sz="2200" dirty="0">
              <a:latin typeface="Times New Roman"/>
              <a:cs typeface="Times New Roman"/>
            </a:endParaRPr>
          </a:p>
          <a:p>
            <a:pPr marL="457200" indent="-457200">
              <a:buFont typeface="Arial"/>
              <a:buChar char="•"/>
            </a:pPr>
            <a:r>
              <a:rPr lang="en-IN" sz="2200" dirty="0">
                <a:latin typeface="Times New Roman"/>
                <a:cs typeface="Calibri"/>
              </a:rPr>
              <a:t>Distributed Denial-of-Service (</a:t>
            </a:r>
            <a:r>
              <a:rPr lang="en-IN" sz="2200" dirty="0" err="1">
                <a:latin typeface="Times New Roman"/>
                <a:cs typeface="Calibri"/>
              </a:rPr>
              <a:t>DDoS</a:t>
            </a:r>
            <a:r>
              <a:rPr lang="en-IN" sz="2200" dirty="0">
                <a:latin typeface="Times New Roman"/>
                <a:cs typeface="Calibri"/>
              </a:rPr>
              <a:t>)</a:t>
            </a:r>
          </a:p>
          <a:p>
            <a:pPr marL="457200" indent="-457200">
              <a:buFont typeface="Arial"/>
              <a:buChar char="•"/>
            </a:pPr>
            <a:r>
              <a:rPr lang="en-IN" sz="2200" dirty="0">
                <a:latin typeface="Times New Roman"/>
                <a:cs typeface="Calibri"/>
              </a:rPr>
              <a:t>Low-rate </a:t>
            </a:r>
            <a:r>
              <a:rPr lang="en-IN" sz="2200" dirty="0" err="1">
                <a:latin typeface="Times New Roman"/>
                <a:cs typeface="Calibri"/>
              </a:rPr>
              <a:t>DDoS</a:t>
            </a:r>
            <a:r>
              <a:rPr lang="en-IN" sz="2200" dirty="0">
                <a:latin typeface="Times New Roman"/>
                <a:cs typeface="Calibri"/>
              </a:rPr>
              <a:t> attacks (</a:t>
            </a:r>
            <a:r>
              <a:rPr lang="en-IN" sz="2200" dirty="0" err="1">
                <a:latin typeface="Times New Roman"/>
                <a:cs typeface="Calibri"/>
              </a:rPr>
              <a:t>LRDDoS</a:t>
            </a:r>
            <a:r>
              <a:rPr lang="en-IN" sz="2200" dirty="0">
                <a:latin typeface="Times New Roman"/>
                <a:cs typeface="Calibri"/>
              </a:rPr>
              <a:t>)</a:t>
            </a:r>
          </a:p>
          <a:p>
            <a:pPr marL="457200" indent="-457200">
              <a:buFont typeface="Arial"/>
              <a:buChar char="•"/>
            </a:pPr>
            <a:r>
              <a:rPr lang="en-IN" sz="2200" dirty="0">
                <a:latin typeface="Times New Roman"/>
                <a:cs typeface="Calibri"/>
              </a:rPr>
              <a:t>Rank attacks</a:t>
            </a:r>
          </a:p>
          <a:p>
            <a:pPr marL="457200" indent="-457200">
              <a:buFont typeface="Arial"/>
              <a:buChar char="•"/>
            </a:pPr>
            <a:r>
              <a:rPr lang="en-IN" sz="2200" dirty="0">
                <a:latin typeface="Times New Roman"/>
                <a:cs typeface="Calibri"/>
              </a:rPr>
              <a:t>Sinkhole attacks</a:t>
            </a:r>
          </a:p>
          <a:p>
            <a:pPr marL="457200" indent="-457200">
              <a:buFont typeface="Arial"/>
              <a:buChar char="•"/>
            </a:pPr>
            <a:r>
              <a:rPr lang="en-IN" sz="2200" dirty="0">
                <a:latin typeface="Times New Roman"/>
                <a:cs typeface="Calibri"/>
              </a:rPr>
              <a:t>Wormhole attacks</a:t>
            </a:r>
          </a:p>
          <a:p>
            <a:pPr marL="457200" indent="-457200">
              <a:buFont typeface="Arial"/>
              <a:buChar char="•"/>
            </a:pPr>
            <a:r>
              <a:rPr lang="en-IN" sz="2200" dirty="0">
                <a:latin typeface="Times New Roman"/>
                <a:cs typeface="Calibri"/>
              </a:rPr>
              <a:t>Buffer reservation attacks</a:t>
            </a:r>
          </a:p>
        </p:txBody>
      </p:sp>
      <p:sp>
        <p:nvSpPr>
          <p:cNvPr id="3" name="TextBox 2">
            <a:extLst>
              <a:ext uri="{FF2B5EF4-FFF2-40B4-BE49-F238E27FC236}">
                <a16:creationId xmlns:a16="http://schemas.microsoft.com/office/drawing/2014/main" id="{04B39195-320F-B550-1FA7-20E05B0C02C5}"/>
              </a:ext>
            </a:extLst>
          </p:cNvPr>
          <p:cNvSpPr txBox="1"/>
          <p:nvPr/>
        </p:nvSpPr>
        <p:spPr>
          <a:xfrm>
            <a:off x="6203716" y="4242558"/>
            <a:ext cx="4340941"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b="1">
                <a:solidFill>
                  <a:srgbClr val="0000FF"/>
                </a:solidFill>
                <a:latin typeface="Times New Roman"/>
                <a:cs typeface="Times New Roman"/>
              </a:rPr>
              <a:t>Malware attack:</a:t>
            </a:r>
            <a:r>
              <a:rPr lang="en-IN" sz="2800">
                <a:latin typeface="Times New Roman"/>
                <a:cs typeface="Times New Roman"/>
              </a:rPr>
              <a:t> </a:t>
            </a:r>
            <a:endParaRPr lang="en-US" sz="2800">
              <a:latin typeface="Times New Roman"/>
              <a:cs typeface="Times New Roman"/>
            </a:endParaRPr>
          </a:p>
          <a:p>
            <a:pPr marL="457200" indent="-457200">
              <a:buFont typeface="Arial"/>
              <a:buChar char="•"/>
            </a:pPr>
            <a:r>
              <a:rPr lang="en-IN" sz="2200">
                <a:latin typeface="Times New Roman"/>
                <a:cs typeface="Calibri"/>
              </a:rPr>
              <a:t>Botnets</a:t>
            </a:r>
            <a:endParaRPr lang="en-US" sz="2200">
              <a:latin typeface="Times New Roman"/>
              <a:cs typeface="Times New Roman"/>
            </a:endParaRPr>
          </a:p>
        </p:txBody>
      </p:sp>
      <p:pic>
        <p:nvPicPr>
          <p:cNvPr id="7" name="Picture 4" descr="Chart, diagram&#10;&#10;Description automatically generated">
            <a:extLst>
              <a:ext uri="{FF2B5EF4-FFF2-40B4-BE49-F238E27FC236}">
                <a16:creationId xmlns:a16="http://schemas.microsoft.com/office/drawing/2014/main" id="{9BCC32D2-01FE-7F38-BA36-452280940765}"/>
              </a:ext>
            </a:extLst>
          </p:cNvPr>
          <p:cNvPicPr>
            <a:picLocks noChangeAspect="1"/>
          </p:cNvPicPr>
          <p:nvPr/>
        </p:nvPicPr>
        <p:blipFill>
          <a:blip r:embed="rId2"/>
          <a:stretch>
            <a:fillRect/>
          </a:stretch>
        </p:blipFill>
        <p:spPr>
          <a:xfrm>
            <a:off x="139733" y="1552848"/>
            <a:ext cx="5205989" cy="3555847"/>
          </a:xfrm>
          <a:prstGeom prst="rect">
            <a:avLst/>
          </a:prstGeom>
        </p:spPr>
      </p:pic>
      <p:pic>
        <p:nvPicPr>
          <p:cNvPr id="11" name="Graphic 25">
            <a:extLst>
              <a:ext uri="{FF2B5EF4-FFF2-40B4-BE49-F238E27FC236}">
                <a16:creationId xmlns:a16="http://schemas.microsoft.com/office/drawing/2014/main" id="{4D9AA185-DDAE-DED5-8BF2-F6F6ABF4B51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7000528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Line 3">
            <a:extLst>
              <a:ext uri="{FF2B5EF4-FFF2-40B4-BE49-F238E27FC236}">
                <a16:creationId xmlns:a16="http://schemas.microsoft.com/office/drawing/2014/main" id="{0DD49778-4833-8E33-1AE4-AD67F8415D25}"/>
              </a:ext>
            </a:extLst>
          </p:cNvPr>
          <p:cNvSpPr/>
          <p:nvPr/>
        </p:nvSpPr>
        <p:spPr>
          <a:xfrm>
            <a:off x="523501" y="10066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TextBox 13">
            <a:extLst>
              <a:ext uri="{FF2B5EF4-FFF2-40B4-BE49-F238E27FC236}">
                <a16:creationId xmlns:a16="http://schemas.microsoft.com/office/drawing/2014/main" id="{312C4DB2-1C72-CE7B-5F51-8EAD3FF07A93}"/>
              </a:ext>
            </a:extLst>
          </p:cNvPr>
          <p:cNvSpPr txBox="1"/>
          <p:nvPr/>
        </p:nvSpPr>
        <p:spPr>
          <a:xfrm>
            <a:off x="236122" y="1913154"/>
            <a:ext cx="5559007"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200" dirty="0">
                <a:solidFill>
                  <a:srgbClr val="00B050"/>
                </a:solidFill>
                <a:latin typeface="Times New Roman"/>
                <a:cs typeface="Times New Roman"/>
              </a:rPr>
              <a:t>DDoS</a:t>
            </a:r>
            <a:r>
              <a:rPr lang="en-US" sz="2200" dirty="0">
                <a:latin typeface="Times New Roman"/>
                <a:cs typeface="Times New Roman"/>
              </a:rPr>
              <a:t> attacks are very harmful to IoT systems as these attacks disrupt </a:t>
            </a:r>
            <a:r>
              <a:rPr lang="en-US" sz="2200" dirty="0">
                <a:solidFill>
                  <a:srgbClr val="7030A0"/>
                </a:solidFill>
                <a:latin typeface="Times New Roman"/>
                <a:cs typeface="Times New Roman"/>
              </a:rPr>
              <a:t>the availability of systems.</a:t>
            </a:r>
          </a:p>
          <a:p>
            <a:pPr marL="342900" indent="-342900">
              <a:buFont typeface="Arial"/>
              <a:buChar char="•"/>
            </a:pPr>
            <a:endParaRPr lang="en-US" sz="2200" dirty="0">
              <a:solidFill>
                <a:srgbClr val="7030A0"/>
              </a:solidFill>
              <a:latin typeface="Times New Roman"/>
              <a:cs typeface="Times New Roman"/>
            </a:endParaRPr>
          </a:p>
          <a:p>
            <a:pPr marL="342900" indent="-342900">
              <a:buFont typeface="Arial"/>
              <a:buChar char="•"/>
            </a:pPr>
            <a:r>
              <a:rPr lang="en-IN" sz="2200" dirty="0">
                <a:solidFill>
                  <a:srgbClr val="000000"/>
                </a:solidFill>
                <a:latin typeface="Times New Roman"/>
                <a:cs typeface="Times New Roman"/>
              </a:rPr>
              <a:t>DDoS attacks, which can be broadly classified into following categories, as given below</a:t>
            </a:r>
            <a:endParaRPr lang="en-US" sz="2200" dirty="0">
              <a:solidFill>
                <a:srgbClr val="7030A0"/>
              </a:solidFill>
              <a:latin typeface="Times New Roman"/>
              <a:cs typeface="Times New Roman"/>
            </a:endParaRPr>
          </a:p>
          <a:p>
            <a:pPr marL="342900" indent="-342900">
              <a:buFont typeface="Arial"/>
              <a:buChar char="•"/>
            </a:pPr>
            <a:endParaRPr lang="en-US" sz="2400" dirty="0">
              <a:solidFill>
                <a:srgbClr val="7030A0"/>
              </a:solidFill>
              <a:latin typeface="Times New Roman"/>
              <a:cs typeface="Times New Roman"/>
            </a:endParaRPr>
          </a:p>
        </p:txBody>
      </p:sp>
      <p:sp>
        <p:nvSpPr>
          <p:cNvPr id="16" name="Rectangle 15">
            <a:extLst>
              <a:ext uri="{FF2B5EF4-FFF2-40B4-BE49-F238E27FC236}">
                <a16:creationId xmlns:a16="http://schemas.microsoft.com/office/drawing/2014/main" id="{277AB72A-169A-2869-FCBB-5BE813E7196F}"/>
              </a:ext>
            </a:extLst>
          </p:cNvPr>
          <p:cNvSpPr/>
          <p:nvPr/>
        </p:nvSpPr>
        <p:spPr>
          <a:xfrm>
            <a:off x="686808" y="4743188"/>
            <a:ext cx="4751814" cy="1384995"/>
          </a:xfrm>
          <a:prstGeom prst="rect">
            <a:avLst/>
          </a:prstGeom>
        </p:spPr>
        <p:txBody>
          <a:bodyPr wrap="non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indent="-400050">
              <a:buFont typeface="+mj-lt"/>
              <a:buAutoNum type="romanUcPeriod"/>
            </a:pPr>
            <a:r>
              <a:rPr lang="en-US" sz="2200">
                <a:solidFill>
                  <a:srgbClr val="FF0000"/>
                </a:solidFill>
                <a:latin typeface="Calibri"/>
              </a:rPr>
              <a:t>High-rate </a:t>
            </a:r>
            <a:r>
              <a:rPr lang="en-US" sz="2200" err="1">
                <a:solidFill>
                  <a:srgbClr val="FF0000"/>
                </a:solidFill>
                <a:latin typeface="Calibri"/>
              </a:rPr>
              <a:t>DDoS</a:t>
            </a:r>
            <a:r>
              <a:rPr lang="en-US" sz="2200">
                <a:solidFill>
                  <a:srgbClr val="FF0000"/>
                </a:solidFill>
                <a:latin typeface="Calibri"/>
              </a:rPr>
              <a:t> </a:t>
            </a:r>
            <a:r>
              <a:rPr lang="en-US" sz="2200">
                <a:latin typeface="Calibri"/>
              </a:rPr>
              <a:t>attack (</a:t>
            </a:r>
            <a:r>
              <a:rPr lang="en-US" sz="2200" err="1">
                <a:latin typeface="Calibri"/>
              </a:rPr>
              <a:t>HrDDoS</a:t>
            </a:r>
            <a:r>
              <a:rPr lang="en-US" sz="2200">
                <a:latin typeface="Calibri"/>
              </a:rPr>
              <a:t>):</a:t>
            </a:r>
          </a:p>
          <a:p>
            <a:pPr marL="400050" indent="-400050">
              <a:buFont typeface="+mj-lt"/>
              <a:buAutoNum type="romanUcPeriod"/>
            </a:pPr>
            <a:r>
              <a:rPr lang="en-US" sz="2200" i="1">
                <a:solidFill>
                  <a:srgbClr val="00B050"/>
                </a:solidFill>
                <a:latin typeface="Calibri"/>
              </a:rPr>
              <a:t>Low-rate </a:t>
            </a:r>
            <a:r>
              <a:rPr lang="en-US" sz="2200" i="1" err="1">
                <a:solidFill>
                  <a:srgbClr val="00B050"/>
                </a:solidFill>
                <a:latin typeface="Calibri"/>
              </a:rPr>
              <a:t>DDoS</a:t>
            </a:r>
            <a:r>
              <a:rPr lang="en-US" sz="2200" i="1">
                <a:solidFill>
                  <a:srgbClr val="00B050"/>
                </a:solidFill>
                <a:latin typeface="Calibri"/>
              </a:rPr>
              <a:t> </a:t>
            </a:r>
            <a:r>
              <a:rPr lang="en-US" sz="2200" i="1">
                <a:latin typeface="Calibri"/>
              </a:rPr>
              <a:t>Attacks (</a:t>
            </a:r>
            <a:r>
              <a:rPr lang="en-US" sz="2200" i="1" err="1">
                <a:latin typeface="Calibri"/>
              </a:rPr>
              <a:t>LrDDoS</a:t>
            </a:r>
            <a:r>
              <a:rPr lang="en-US" sz="2200" i="1">
                <a:latin typeface="Calibri"/>
              </a:rPr>
              <a:t>):</a:t>
            </a:r>
            <a:r>
              <a:rPr lang="en-US" sz="2200">
                <a:latin typeface="Calibri"/>
              </a:rPr>
              <a:t> </a:t>
            </a:r>
            <a:endParaRPr lang="en-US" sz="2200">
              <a:latin typeface="Calibri" panose="020F0502020204030204" pitchFamily="34" charset="0"/>
            </a:endParaRPr>
          </a:p>
          <a:p>
            <a:pPr marL="400050" indent="-400050">
              <a:buFont typeface="+mj-lt"/>
              <a:buAutoNum type="romanUcPeriod"/>
            </a:pPr>
            <a:r>
              <a:rPr lang="en-US" sz="2200" i="1">
                <a:solidFill>
                  <a:srgbClr val="0000FF"/>
                </a:solidFill>
                <a:latin typeface="Calibri"/>
              </a:rPr>
              <a:t>Mixed-rate </a:t>
            </a:r>
            <a:r>
              <a:rPr lang="en-US" sz="2200" i="1" err="1">
                <a:solidFill>
                  <a:srgbClr val="0000FF"/>
                </a:solidFill>
                <a:latin typeface="Calibri"/>
              </a:rPr>
              <a:t>DDoS</a:t>
            </a:r>
            <a:r>
              <a:rPr lang="en-US" sz="2200" i="1">
                <a:solidFill>
                  <a:srgbClr val="0000FF"/>
                </a:solidFill>
                <a:latin typeface="Calibri"/>
              </a:rPr>
              <a:t> </a:t>
            </a:r>
            <a:r>
              <a:rPr lang="en-US" sz="2200" i="1">
                <a:latin typeface="Calibri"/>
              </a:rPr>
              <a:t>Attacks (</a:t>
            </a:r>
            <a:r>
              <a:rPr lang="en-US" sz="2200" i="1" err="1">
                <a:latin typeface="Calibri"/>
              </a:rPr>
              <a:t>MrDDoS</a:t>
            </a:r>
            <a:r>
              <a:rPr lang="en-US" sz="2200" i="1">
                <a:latin typeface="Calibri"/>
              </a:rPr>
              <a:t>):</a:t>
            </a:r>
            <a:r>
              <a:rPr lang="en-US" sz="2200">
                <a:latin typeface="Calibri"/>
              </a:rPr>
              <a:t> </a:t>
            </a:r>
            <a:r>
              <a:rPr lang="en-US"/>
              <a:t/>
            </a:r>
            <a:br>
              <a:rPr lang="en-US"/>
            </a:br>
            <a:endParaRPr lang="en-US"/>
          </a:p>
        </p:txBody>
      </p:sp>
      <p:sp>
        <p:nvSpPr>
          <p:cNvPr id="3" name="CustomShape 1">
            <a:extLst>
              <a:ext uri="{FF2B5EF4-FFF2-40B4-BE49-F238E27FC236}">
                <a16:creationId xmlns:a16="http://schemas.microsoft.com/office/drawing/2014/main" id="{34705D33-081D-CD5B-726A-B485FBFD5FC0}"/>
              </a:ext>
            </a:extLst>
          </p:cNvPr>
          <p:cNvSpPr/>
          <p:nvPr/>
        </p:nvSpPr>
        <p:spPr>
          <a:xfrm>
            <a:off x="387792" y="1229771"/>
            <a:ext cx="3823472" cy="32931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2400" b="1" spc="-1" dirty="0">
                <a:solidFill>
                  <a:srgbClr val="0000FF"/>
                </a:solidFill>
                <a:latin typeface="Times New Roman"/>
                <a:cs typeface="Times New Roman"/>
              </a:rPr>
              <a:t>Attack: </a:t>
            </a:r>
            <a:r>
              <a:rPr lang="en-IN" sz="2400" b="1" spc="-1" dirty="0" err="1">
                <a:solidFill>
                  <a:srgbClr val="0000FF"/>
                </a:solidFill>
                <a:latin typeface="Times New Roman"/>
                <a:cs typeface="Times New Roman"/>
              </a:rPr>
              <a:t>DDoS</a:t>
            </a:r>
            <a:r>
              <a:rPr lang="en-IN" sz="2400" b="1" spc="-1" dirty="0">
                <a:solidFill>
                  <a:srgbClr val="0000FF"/>
                </a:solidFill>
                <a:latin typeface="Times New Roman"/>
                <a:cs typeface="Times New Roman"/>
              </a:rPr>
              <a:t>, Botnet Attack</a:t>
            </a:r>
            <a:endParaRPr lang="en-IN" sz="2400" b="1" strike="noStrike" spc="-1" dirty="0">
              <a:solidFill>
                <a:srgbClr val="0000FF"/>
              </a:solidFill>
              <a:latin typeface="Times New Roman"/>
              <a:cs typeface="Times New Roman"/>
            </a:endParaRPr>
          </a:p>
        </p:txBody>
      </p:sp>
      <p:sp>
        <p:nvSpPr>
          <p:cNvPr id="4" name="Footer Placeholder 3">
            <a:extLst>
              <a:ext uri="{FF2B5EF4-FFF2-40B4-BE49-F238E27FC236}">
                <a16:creationId xmlns:a16="http://schemas.microsoft.com/office/drawing/2014/main" id="{B9BEC676-9DA7-13D5-77D6-E13479822217}"/>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6D38CCB-2BF5-09A5-050B-ECB95786DE96}"/>
              </a:ext>
            </a:extLst>
          </p:cNvPr>
          <p:cNvSpPr>
            <a:spLocks noGrp="1"/>
          </p:cNvSpPr>
          <p:nvPr>
            <p:ph type="sldNum" sz="quarter" idx="12"/>
          </p:nvPr>
        </p:nvSpPr>
        <p:spPr/>
        <p:txBody>
          <a:bodyPr/>
          <a:lstStyle/>
          <a:p>
            <a:fld id="{4DAFB949-428C-4290-8A69-E88B57575036}" type="slidenum">
              <a:rPr lang="en-US" smtClean="0"/>
              <a:pPr/>
              <a:t>34</a:t>
            </a:fld>
            <a:endParaRPr lang="en-US"/>
          </a:p>
        </p:txBody>
      </p:sp>
      <p:sp>
        <p:nvSpPr>
          <p:cNvPr id="146" name="Line 29"/>
          <p:cNvSpPr>
            <a:spLocks noChangeShapeType="1"/>
          </p:cNvSpPr>
          <p:nvPr/>
        </p:nvSpPr>
        <p:spPr bwMode="auto">
          <a:xfrm>
            <a:off x="8851828" y="2130758"/>
            <a:ext cx="58561" cy="40345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7" name="Line 30"/>
          <p:cNvSpPr>
            <a:spLocks noChangeShapeType="1"/>
          </p:cNvSpPr>
          <p:nvPr/>
        </p:nvSpPr>
        <p:spPr bwMode="auto">
          <a:xfrm flipH="1">
            <a:off x="9080428" y="2202118"/>
            <a:ext cx="230475" cy="32033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8" name="Line 31"/>
          <p:cNvSpPr>
            <a:spLocks noChangeShapeType="1"/>
          </p:cNvSpPr>
          <p:nvPr/>
        </p:nvSpPr>
        <p:spPr bwMode="auto">
          <a:xfrm flipH="1" flipV="1">
            <a:off x="8986589" y="2686616"/>
            <a:ext cx="6096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9" name="Line 32"/>
          <p:cNvSpPr>
            <a:spLocks noChangeShapeType="1"/>
          </p:cNvSpPr>
          <p:nvPr/>
        </p:nvSpPr>
        <p:spPr bwMode="auto">
          <a:xfrm>
            <a:off x="8910388" y="2702492"/>
            <a:ext cx="1" cy="4413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0" name="Line 36"/>
          <p:cNvSpPr>
            <a:spLocks noChangeShapeType="1"/>
          </p:cNvSpPr>
          <p:nvPr/>
        </p:nvSpPr>
        <p:spPr bwMode="auto">
          <a:xfrm>
            <a:off x="6775416" y="2278629"/>
            <a:ext cx="182562"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1" name="Line 37"/>
          <p:cNvSpPr>
            <a:spLocks noChangeShapeType="1"/>
          </p:cNvSpPr>
          <p:nvPr/>
        </p:nvSpPr>
        <p:spPr bwMode="auto">
          <a:xfrm>
            <a:off x="6507694" y="2492147"/>
            <a:ext cx="297884" cy="24368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2" name="Line 38"/>
          <p:cNvSpPr>
            <a:spLocks noChangeShapeType="1"/>
          </p:cNvSpPr>
          <p:nvPr/>
        </p:nvSpPr>
        <p:spPr bwMode="auto">
          <a:xfrm>
            <a:off x="6119778" y="2659629"/>
            <a:ext cx="4572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3" name="Line 39"/>
          <p:cNvSpPr>
            <a:spLocks noChangeShapeType="1"/>
          </p:cNvSpPr>
          <p:nvPr/>
        </p:nvSpPr>
        <p:spPr bwMode="auto">
          <a:xfrm flipV="1">
            <a:off x="6272178" y="2888229"/>
            <a:ext cx="4572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4" name="Line 40"/>
          <p:cNvSpPr>
            <a:spLocks noChangeShapeType="1"/>
          </p:cNvSpPr>
          <p:nvPr/>
        </p:nvSpPr>
        <p:spPr bwMode="auto">
          <a:xfrm flipV="1">
            <a:off x="6268509" y="3426389"/>
            <a:ext cx="555925" cy="32702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5" name="Line 41"/>
          <p:cNvSpPr>
            <a:spLocks noChangeShapeType="1"/>
          </p:cNvSpPr>
          <p:nvPr/>
        </p:nvSpPr>
        <p:spPr bwMode="auto">
          <a:xfrm flipV="1">
            <a:off x="6815180" y="3524815"/>
            <a:ext cx="131771" cy="33178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6" name="Line 42"/>
          <p:cNvSpPr>
            <a:spLocks noChangeShapeType="1"/>
          </p:cNvSpPr>
          <p:nvPr/>
        </p:nvSpPr>
        <p:spPr bwMode="auto">
          <a:xfrm>
            <a:off x="7062287" y="2839016"/>
            <a:ext cx="435827"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7" name="Line 43"/>
          <p:cNvSpPr>
            <a:spLocks noChangeShapeType="1"/>
          </p:cNvSpPr>
          <p:nvPr/>
        </p:nvSpPr>
        <p:spPr bwMode="auto">
          <a:xfrm flipV="1">
            <a:off x="6918677" y="3372416"/>
            <a:ext cx="503237"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8" name="Line 59"/>
          <p:cNvSpPr>
            <a:spLocks noChangeShapeType="1"/>
          </p:cNvSpPr>
          <p:nvPr/>
        </p:nvSpPr>
        <p:spPr bwMode="auto">
          <a:xfrm flipV="1">
            <a:off x="7251751" y="4264589"/>
            <a:ext cx="76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9" name="Line 60"/>
          <p:cNvSpPr>
            <a:spLocks noChangeShapeType="1"/>
          </p:cNvSpPr>
          <p:nvPr/>
        </p:nvSpPr>
        <p:spPr bwMode="auto">
          <a:xfrm flipH="1" flipV="1">
            <a:off x="7480351" y="4340789"/>
            <a:ext cx="2286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0" name="Line 61"/>
          <p:cNvSpPr>
            <a:spLocks noChangeShapeType="1"/>
          </p:cNvSpPr>
          <p:nvPr/>
        </p:nvSpPr>
        <p:spPr bwMode="auto">
          <a:xfrm flipH="1" flipV="1">
            <a:off x="9039557" y="4356663"/>
            <a:ext cx="173773" cy="26224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1" name="Line 62"/>
          <p:cNvSpPr>
            <a:spLocks noChangeShapeType="1"/>
          </p:cNvSpPr>
          <p:nvPr/>
        </p:nvSpPr>
        <p:spPr bwMode="auto">
          <a:xfrm flipH="1">
            <a:off x="9443789" y="4134416"/>
            <a:ext cx="1524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2" name="Line 63"/>
          <p:cNvSpPr>
            <a:spLocks noChangeShapeType="1"/>
          </p:cNvSpPr>
          <p:nvPr/>
        </p:nvSpPr>
        <p:spPr bwMode="auto">
          <a:xfrm flipH="1">
            <a:off x="9519989" y="4363016"/>
            <a:ext cx="5334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3" name="Line 64"/>
          <p:cNvSpPr>
            <a:spLocks noChangeShapeType="1"/>
          </p:cNvSpPr>
          <p:nvPr/>
        </p:nvSpPr>
        <p:spPr bwMode="auto">
          <a:xfrm flipH="1" flipV="1">
            <a:off x="9672389" y="4667816"/>
            <a:ext cx="4572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4" name="Line 65"/>
          <p:cNvSpPr>
            <a:spLocks noChangeShapeType="1"/>
          </p:cNvSpPr>
          <p:nvPr/>
        </p:nvSpPr>
        <p:spPr bwMode="auto">
          <a:xfrm flipH="1" flipV="1">
            <a:off x="9596189" y="4744016"/>
            <a:ext cx="3810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5" name="Line 66"/>
          <p:cNvSpPr>
            <a:spLocks noChangeShapeType="1"/>
          </p:cNvSpPr>
          <p:nvPr/>
        </p:nvSpPr>
        <p:spPr bwMode="auto">
          <a:xfrm flipV="1">
            <a:off x="9443789" y="4744016"/>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6" name="Line 67"/>
          <p:cNvSpPr>
            <a:spLocks noChangeShapeType="1"/>
          </p:cNvSpPr>
          <p:nvPr/>
        </p:nvSpPr>
        <p:spPr bwMode="auto">
          <a:xfrm flipH="1">
            <a:off x="9824789" y="3220016"/>
            <a:ext cx="1905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7" name="Line 68"/>
          <p:cNvSpPr>
            <a:spLocks noChangeShapeType="1"/>
          </p:cNvSpPr>
          <p:nvPr/>
        </p:nvSpPr>
        <p:spPr bwMode="auto">
          <a:xfrm flipH="1">
            <a:off x="10208594" y="2818379"/>
            <a:ext cx="1524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8" name="Line 69"/>
          <p:cNvSpPr>
            <a:spLocks noChangeShapeType="1"/>
          </p:cNvSpPr>
          <p:nvPr/>
        </p:nvSpPr>
        <p:spPr bwMode="auto">
          <a:xfrm flipH="1">
            <a:off x="10360994" y="3123179"/>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9" name="Line 70"/>
          <p:cNvSpPr>
            <a:spLocks noChangeShapeType="1"/>
          </p:cNvSpPr>
          <p:nvPr/>
        </p:nvSpPr>
        <p:spPr bwMode="auto">
          <a:xfrm flipV="1">
            <a:off x="7480351" y="3426389"/>
            <a:ext cx="1524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pic>
        <p:nvPicPr>
          <p:cNvPr id="170" name="Picture 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49150" y="3411658"/>
            <a:ext cx="3508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71" name="Picture 7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72489" y="3589110"/>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72" name="Line 75"/>
          <p:cNvSpPr>
            <a:spLocks noChangeShapeType="1"/>
          </p:cNvSpPr>
          <p:nvPr/>
        </p:nvSpPr>
        <p:spPr bwMode="auto">
          <a:xfrm>
            <a:off x="8945915" y="3235890"/>
            <a:ext cx="650274" cy="3651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3" name="Line 77"/>
          <p:cNvSpPr>
            <a:spLocks noChangeShapeType="1"/>
          </p:cNvSpPr>
          <p:nvPr/>
        </p:nvSpPr>
        <p:spPr bwMode="auto">
          <a:xfrm flipH="1">
            <a:off x="8986589" y="3753416"/>
            <a:ext cx="5334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4" name="Line 79"/>
          <p:cNvSpPr>
            <a:spLocks noChangeShapeType="1"/>
          </p:cNvSpPr>
          <p:nvPr/>
        </p:nvSpPr>
        <p:spPr bwMode="auto">
          <a:xfrm flipH="1" flipV="1">
            <a:off x="8453189" y="3753416"/>
            <a:ext cx="457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5" name="Line 80"/>
          <p:cNvSpPr>
            <a:spLocks noChangeShapeType="1"/>
          </p:cNvSpPr>
          <p:nvPr/>
        </p:nvSpPr>
        <p:spPr bwMode="auto">
          <a:xfrm flipH="1">
            <a:off x="8300789" y="3215254"/>
            <a:ext cx="492726" cy="3095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6" name="Line 91"/>
          <p:cNvSpPr>
            <a:spLocks noChangeShapeType="1"/>
          </p:cNvSpPr>
          <p:nvPr/>
        </p:nvSpPr>
        <p:spPr bwMode="auto">
          <a:xfrm flipH="1" flipV="1">
            <a:off x="7726715" y="3143816"/>
            <a:ext cx="3810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7" name="Line 109"/>
          <p:cNvSpPr>
            <a:spLocks noChangeShapeType="1"/>
          </p:cNvSpPr>
          <p:nvPr/>
        </p:nvSpPr>
        <p:spPr bwMode="auto">
          <a:xfrm flipH="1">
            <a:off x="9900989" y="3673248"/>
            <a:ext cx="609600" cy="396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8" name="Line 110"/>
          <p:cNvSpPr>
            <a:spLocks noChangeShapeType="1"/>
          </p:cNvSpPr>
          <p:nvPr/>
        </p:nvSpPr>
        <p:spPr bwMode="auto">
          <a:xfrm>
            <a:off x="11005889" y="3665310"/>
            <a:ext cx="533400" cy="79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pic>
        <p:nvPicPr>
          <p:cNvPr id="179" name="Picture 1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8989" y="459161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80" name="Picture 1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5551" y="4188389"/>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81" name="Picture 1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7110" y="341051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82" name="Picture 1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6978" y="2735829"/>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83" name="Picture 1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81789" y="253421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84" name="Picture 14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3794" y="3046979"/>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85" name="Line 152"/>
          <p:cNvSpPr>
            <a:spLocks noChangeShapeType="1"/>
          </p:cNvSpPr>
          <p:nvPr/>
        </p:nvSpPr>
        <p:spPr bwMode="auto">
          <a:xfrm>
            <a:off x="6957978" y="2354829"/>
            <a:ext cx="76200" cy="304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6" name="Line 153"/>
          <p:cNvSpPr>
            <a:spLocks noChangeShapeType="1"/>
          </p:cNvSpPr>
          <p:nvPr/>
        </p:nvSpPr>
        <p:spPr bwMode="auto">
          <a:xfrm>
            <a:off x="7160791" y="2732653"/>
            <a:ext cx="304800" cy="304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7" name="Line 154"/>
          <p:cNvSpPr>
            <a:spLocks noChangeShapeType="1"/>
          </p:cNvSpPr>
          <p:nvPr/>
        </p:nvSpPr>
        <p:spPr bwMode="auto">
          <a:xfrm>
            <a:off x="7879115" y="3143816"/>
            <a:ext cx="304800" cy="304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8" name="Line 156"/>
          <p:cNvSpPr>
            <a:spLocks noChangeShapeType="1"/>
          </p:cNvSpPr>
          <p:nvPr/>
        </p:nvSpPr>
        <p:spPr bwMode="auto">
          <a:xfrm>
            <a:off x="8605589" y="3677216"/>
            <a:ext cx="304800" cy="304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9" name="Line 157"/>
          <p:cNvSpPr>
            <a:spLocks noChangeShapeType="1"/>
          </p:cNvSpPr>
          <p:nvPr/>
        </p:nvSpPr>
        <p:spPr bwMode="auto">
          <a:xfrm flipV="1">
            <a:off x="9062789" y="3677216"/>
            <a:ext cx="381000" cy="3810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0" name="Line 158"/>
          <p:cNvSpPr>
            <a:spLocks noChangeShapeType="1"/>
          </p:cNvSpPr>
          <p:nvPr/>
        </p:nvSpPr>
        <p:spPr bwMode="auto">
          <a:xfrm>
            <a:off x="10066399" y="3574996"/>
            <a:ext cx="348475" cy="379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1" name="Line 159"/>
          <p:cNvSpPr>
            <a:spLocks noChangeShapeType="1"/>
          </p:cNvSpPr>
          <p:nvPr/>
        </p:nvSpPr>
        <p:spPr bwMode="auto">
          <a:xfrm flipV="1">
            <a:off x="11082089" y="3512910"/>
            <a:ext cx="3810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2" name="Oval 173"/>
          <p:cNvSpPr>
            <a:spLocks noChangeArrowheads="1"/>
          </p:cNvSpPr>
          <p:nvPr/>
        </p:nvSpPr>
        <p:spPr bwMode="auto">
          <a:xfrm>
            <a:off x="6653178" y="2050029"/>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3" name="Oval 174"/>
          <p:cNvSpPr>
            <a:spLocks noChangeArrowheads="1"/>
          </p:cNvSpPr>
          <p:nvPr/>
        </p:nvSpPr>
        <p:spPr bwMode="auto">
          <a:xfrm>
            <a:off x="6325146" y="2348664"/>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4" name="Oval 175"/>
          <p:cNvSpPr>
            <a:spLocks noChangeArrowheads="1"/>
          </p:cNvSpPr>
          <p:nvPr/>
        </p:nvSpPr>
        <p:spPr bwMode="auto">
          <a:xfrm>
            <a:off x="6037784" y="252244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5" name="Oval 176"/>
          <p:cNvSpPr>
            <a:spLocks noChangeArrowheads="1"/>
          </p:cNvSpPr>
          <p:nvPr/>
        </p:nvSpPr>
        <p:spPr bwMode="auto">
          <a:xfrm>
            <a:off x="6268509" y="297077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6" name="Oval 177"/>
          <p:cNvSpPr>
            <a:spLocks noChangeArrowheads="1"/>
          </p:cNvSpPr>
          <p:nvPr/>
        </p:nvSpPr>
        <p:spPr bwMode="auto">
          <a:xfrm>
            <a:off x="6202713" y="3614508"/>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7" name="Oval 178"/>
          <p:cNvSpPr>
            <a:spLocks noChangeArrowheads="1"/>
          </p:cNvSpPr>
          <p:nvPr/>
        </p:nvSpPr>
        <p:spPr bwMode="auto">
          <a:xfrm>
            <a:off x="6650447" y="377563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8" name="Oval 189"/>
          <p:cNvSpPr>
            <a:spLocks noChangeArrowheads="1"/>
          </p:cNvSpPr>
          <p:nvPr/>
        </p:nvSpPr>
        <p:spPr bwMode="auto">
          <a:xfrm>
            <a:off x="7165223" y="4516421"/>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9" name="Oval 190"/>
          <p:cNvSpPr>
            <a:spLocks noChangeArrowheads="1"/>
          </p:cNvSpPr>
          <p:nvPr/>
        </p:nvSpPr>
        <p:spPr bwMode="auto">
          <a:xfrm>
            <a:off x="7566879" y="455351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0" name="Oval 191"/>
          <p:cNvSpPr>
            <a:spLocks noChangeArrowheads="1"/>
          </p:cNvSpPr>
          <p:nvPr/>
        </p:nvSpPr>
        <p:spPr bwMode="auto">
          <a:xfrm>
            <a:off x="9310903" y="497261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1" name="Oval 192"/>
          <p:cNvSpPr>
            <a:spLocks noChangeArrowheads="1"/>
          </p:cNvSpPr>
          <p:nvPr/>
        </p:nvSpPr>
        <p:spPr bwMode="auto">
          <a:xfrm>
            <a:off x="9786689" y="493451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2" name="Oval 193"/>
          <p:cNvSpPr>
            <a:spLocks noChangeArrowheads="1"/>
          </p:cNvSpPr>
          <p:nvPr/>
        </p:nvSpPr>
        <p:spPr bwMode="auto">
          <a:xfrm>
            <a:off x="10052012" y="4630721"/>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3" name="Oval 194"/>
          <p:cNvSpPr>
            <a:spLocks noChangeArrowheads="1"/>
          </p:cNvSpPr>
          <p:nvPr/>
        </p:nvSpPr>
        <p:spPr bwMode="auto">
          <a:xfrm>
            <a:off x="9920039" y="425547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4" name="Oval 195"/>
          <p:cNvSpPr>
            <a:spLocks noChangeArrowheads="1"/>
          </p:cNvSpPr>
          <p:nvPr/>
        </p:nvSpPr>
        <p:spPr bwMode="auto">
          <a:xfrm>
            <a:off x="9480030" y="408392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5" name="Oval 196"/>
          <p:cNvSpPr>
            <a:spLocks noChangeArrowheads="1"/>
          </p:cNvSpPr>
          <p:nvPr/>
        </p:nvSpPr>
        <p:spPr bwMode="auto">
          <a:xfrm>
            <a:off x="10284794" y="264057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6" name="Oval 197"/>
          <p:cNvSpPr>
            <a:spLocks noChangeArrowheads="1"/>
          </p:cNvSpPr>
          <p:nvPr/>
        </p:nvSpPr>
        <p:spPr bwMode="auto">
          <a:xfrm>
            <a:off x="10589594" y="297077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7" name="Oval 198"/>
          <p:cNvSpPr>
            <a:spLocks noChangeArrowheads="1"/>
          </p:cNvSpPr>
          <p:nvPr/>
        </p:nvSpPr>
        <p:spPr bwMode="auto">
          <a:xfrm>
            <a:off x="9438443" y="2675504"/>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8" name="Oval 199"/>
          <p:cNvSpPr>
            <a:spLocks noChangeArrowheads="1"/>
          </p:cNvSpPr>
          <p:nvPr/>
        </p:nvSpPr>
        <p:spPr bwMode="auto">
          <a:xfrm>
            <a:off x="9225411" y="2008753"/>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9" name="Oval 200"/>
          <p:cNvSpPr>
            <a:spLocks noChangeArrowheads="1"/>
          </p:cNvSpPr>
          <p:nvPr/>
        </p:nvSpPr>
        <p:spPr bwMode="auto">
          <a:xfrm>
            <a:off x="8699428" y="1902158"/>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pic>
        <p:nvPicPr>
          <p:cNvPr id="210"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5715" y="306761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1"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1328" y="302711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2"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3789" y="352481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5989" y="352481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3730" y="4085513"/>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Graphic 25">
            <a:extLst>
              <a:ext uri="{FF2B5EF4-FFF2-40B4-BE49-F238E27FC236}">
                <a16:creationId xmlns:a16="http://schemas.microsoft.com/office/drawing/2014/main" id="{4D9AA185-DDAE-DED5-8BF2-F6F6ABF4B51D}"/>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9633919" y="265035"/>
            <a:ext cx="2268526" cy="549547"/>
          </a:xfrm>
          <a:prstGeom prst="rect">
            <a:avLst/>
          </a:prstGeom>
        </p:spPr>
      </p:pic>
      <p:sp>
        <p:nvSpPr>
          <p:cNvPr id="6" name="TextBox 5"/>
          <p:cNvSpPr txBox="1"/>
          <p:nvPr/>
        </p:nvSpPr>
        <p:spPr>
          <a:xfrm>
            <a:off x="8442816" y="5752752"/>
            <a:ext cx="1805174" cy="338554"/>
          </a:xfrm>
          <a:prstGeom prst="rect">
            <a:avLst/>
          </a:prstGeom>
          <a:noFill/>
        </p:spPr>
        <p:txBody>
          <a:bodyPr wrap="none" lIns="91440" tIns="45720" rIns="91440" bIns="45720" rtlCol="0" anchor="t">
            <a:spAutoFit/>
          </a:bodyPr>
          <a:lstStyle/>
          <a:p>
            <a:r>
              <a:rPr lang="en-US" sz="1600">
                <a:latin typeface="Times New Roman"/>
                <a:cs typeface="Times New Roman"/>
              </a:rPr>
              <a:t>Fig. 7: DoS Attacks</a:t>
            </a:r>
          </a:p>
        </p:txBody>
      </p:sp>
      <p:sp>
        <p:nvSpPr>
          <p:cNvPr id="80" name="Rectangle 79"/>
          <p:cNvSpPr/>
          <p:nvPr/>
        </p:nvSpPr>
        <p:spPr>
          <a:xfrm>
            <a:off x="570915" y="345225"/>
            <a:ext cx="7061836" cy="523220"/>
          </a:xfrm>
          <a:prstGeom prst="rect">
            <a:avLst/>
          </a:prstGeom>
        </p:spPr>
        <p:txBody>
          <a:bodyPr wrap="square">
            <a:spAutoFit/>
          </a:bodyPr>
          <a:lstStyle/>
          <a:p>
            <a:r>
              <a:rPr lang="en-US" sz="2800" b="1" dirty="0" err="1" smtClean="0">
                <a:solidFill>
                  <a:srgbClr val="C00000"/>
                </a:solidFill>
                <a:latin typeface="Times New Roman"/>
                <a:cs typeface="Times New Roman"/>
              </a:rPr>
              <a:t>DDoS</a:t>
            </a:r>
            <a:r>
              <a:rPr lang="en-US" sz="2800" b="1" dirty="0" smtClean="0">
                <a:solidFill>
                  <a:srgbClr val="C00000"/>
                </a:solidFill>
                <a:latin typeface="Times New Roman"/>
                <a:cs typeface="Times New Roman"/>
              </a:rPr>
              <a:t> </a:t>
            </a:r>
            <a:r>
              <a:rPr lang="en-US" sz="2800" b="1" dirty="0">
                <a:solidFill>
                  <a:srgbClr val="C00000"/>
                </a:solidFill>
                <a:latin typeface="Times New Roman"/>
                <a:cs typeface="Times New Roman"/>
              </a:rPr>
              <a:t>and Botnet attacks in IoT</a:t>
            </a:r>
          </a:p>
        </p:txBody>
      </p:sp>
    </p:spTree>
    <p:extLst>
      <p:ext uri="{BB962C8B-B14F-4D97-AF65-F5344CB8AC3E}">
        <p14:creationId xmlns:p14="http://schemas.microsoft.com/office/powerpoint/2010/main" val="373837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wipe(up)">
                                      <p:cBhvr>
                                        <p:cTn id="7" dur="500"/>
                                        <p:tgtEl>
                                          <p:spTgt spid="18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6"/>
                                        </p:tgtEl>
                                        <p:attrNameLst>
                                          <p:attrName>style.visibility</p:attrName>
                                        </p:attrNameLst>
                                      </p:cBhvr>
                                      <p:to>
                                        <p:strVal val="visible"/>
                                      </p:to>
                                    </p:set>
                                    <p:animEffect transition="in" filter="wipe(left)">
                                      <p:cBhvr>
                                        <p:cTn id="11" dur="500"/>
                                        <p:tgtEl>
                                          <p:spTgt spid="18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7"/>
                                        </p:tgtEl>
                                        <p:attrNameLst>
                                          <p:attrName>style.visibility</p:attrName>
                                        </p:attrNameLst>
                                      </p:cBhvr>
                                      <p:to>
                                        <p:strVal val="visible"/>
                                      </p:to>
                                    </p:set>
                                    <p:animEffect transition="in" filter="wipe(left)">
                                      <p:cBhvr>
                                        <p:cTn id="15" dur="500"/>
                                        <p:tgtEl>
                                          <p:spTgt spid="18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88"/>
                                        </p:tgtEl>
                                        <p:attrNameLst>
                                          <p:attrName>style.visibility</p:attrName>
                                        </p:attrNameLst>
                                      </p:cBhvr>
                                      <p:to>
                                        <p:strVal val="visible"/>
                                      </p:to>
                                    </p:set>
                                    <p:animEffect transition="in" filter="wipe(left)">
                                      <p:cBhvr>
                                        <p:cTn id="19" dur="500"/>
                                        <p:tgtEl>
                                          <p:spTgt spid="188"/>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89"/>
                                        </p:tgtEl>
                                        <p:attrNameLst>
                                          <p:attrName>style.visibility</p:attrName>
                                        </p:attrNameLst>
                                      </p:cBhvr>
                                      <p:to>
                                        <p:strVal val="visible"/>
                                      </p:to>
                                    </p:set>
                                    <p:animEffect transition="in" filter="wipe(down)">
                                      <p:cBhvr>
                                        <p:cTn id="23" dur="500"/>
                                        <p:tgtEl>
                                          <p:spTgt spid="189"/>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90"/>
                                        </p:tgtEl>
                                        <p:attrNameLst>
                                          <p:attrName>style.visibility</p:attrName>
                                        </p:attrNameLst>
                                      </p:cBhvr>
                                      <p:to>
                                        <p:strVal val="visible"/>
                                      </p:to>
                                    </p:set>
                                    <p:animEffect transition="in" filter="wipe(left)">
                                      <p:cBhvr>
                                        <p:cTn id="27" dur="500"/>
                                        <p:tgtEl>
                                          <p:spTgt spid="190"/>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91"/>
                                        </p:tgtEl>
                                        <p:attrNameLst>
                                          <p:attrName>style.visibility</p:attrName>
                                        </p:attrNameLst>
                                      </p:cBhvr>
                                      <p:to>
                                        <p:strVal val="visible"/>
                                      </p:to>
                                    </p:set>
                                    <p:animEffect transition="in" filter="wipe(left)">
                                      <p:cBhvr>
                                        <p:cTn id="31"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Line 3">
            <a:extLst>
              <a:ext uri="{FF2B5EF4-FFF2-40B4-BE49-F238E27FC236}">
                <a16:creationId xmlns:a16="http://schemas.microsoft.com/office/drawing/2014/main" id="{0DD49778-4833-8E33-1AE4-AD67F8415D25}"/>
              </a:ext>
            </a:extLst>
          </p:cNvPr>
          <p:cNvSpPr/>
          <p:nvPr/>
        </p:nvSpPr>
        <p:spPr>
          <a:xfrm>
            <a:off x="509124" y="1035440"/>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pic>
        <p:nvPicPr>
          <p:cNvPr id="7" name="Picture 2" descr="Diagram&#10;&#10;Description automatically generated">
            <a:extLst>
              <a:ext uri="{FF2B5EF4-FFF2-40B4-BE49-F238E27FC236}">
                <a16:creationId xmlns:a16="http://schemas.microsoft.com/office/drawing/2014/main" id="{1A030F6C-EBDC-6DF8-04E5-538D29052E03}"/>
              </a:ext>
            </a:extLst>
          </p:cNvPr>
          <p:cNvPicPr>
            <a:picLocks noChangeAspect="1"/>
          </p:cNvPicPr>
          <p:nvPr/>
        </p:nvPicPr>
        <p:blipFill>
          <a:blip r:embed="rId2"/>
          <a:stretch>
            <a:fillRect/>
          </a:stretch>
        </p:blipFill>
        <p:spPr>
          <a:xfrm>
            <a:off x="7404828" y="1972403"/>
            <a:ext cx="4557788" cy="3700894"/>
          </a:xfrm>
          <a:prstGeom prst="rect">
            <a:avLst/>
          </a:prstGeom>
        </p:spPr>
      </p:pic>
      <p:sp>
        <p:nvSpPr>
          <p:cNvPr id="6" name="CustomShape 1">
            <a:extLst>
              <a:ext uri="{FF2B5EF4-FFF2-40B4-BE49-F238E27FC236}">
                <a16:creationId xmlns:a16="http://schemas.microsoft.com/office/drawing/2014/main" id="{BC0073BA-7119-901A-FE7F-4BB7B683658E}"/>
              </a:ext>
            </a:extLst>
          </p:cNvPr>
          <p:cNvSpPr/>
          <p:nvPr/>
        </p:nvSpPr>
        <p:spPr>
          <a:xfrm>
            <a:off x="2079223" y="5829705"/>
            <a:ext cx="2119300" cy="390801"/>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1600" spc="-1">
                <a:latin typeface="Times New Roman"/>
                <a:cs typeface="Times New Roman"/>
              </a:rPr>
              <a:t>Fig. 8: DDoS Attack</a:t>
            </a:r>
            <a:endParaRPr lang="en-IN" sz="1600" b="0" strike="noStrike" spc="-1">
              <a:latin typeface="Times New Roman"/>
              <a:cs typeface="Times New Roman"/>
            </a:endParaRPr>
          </a:p>
        </p:txBody>
      </p:sp>
      <p:sp>
        <p:nvSpPr>
          <p:cNvPr id="4" name="Footer Placeholder 3">
            <a:extLst>
              <a:ext uri="{FF2B5EF4-FFF2-40B4-BE49-F238E27FC236}">
                <a16:creationId xmlns:a16="http://schemas.microsoft.com/office/drawing/2014/main" id="{981AD883-D601-E3BD-F801-D29EE0B504FE}"/>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32B31903-A743-2867-59E8-E1BB5C97E1D7}"/>
              </a:ext>
            </a:extLst>
          </p:cNvPr>
          <p:cNvSpPr>
            <a:spLocks noGrp="1"/>
          </p:cNvSpPr>
          <p:nvPr>
            <p:ph type="sldNum" sz="quarter" idx="12"/>
          </p:nvPr>
        </p:nvSpPr>
        <p:spPr/>
        <p:txBody>
          <a:bodyPr/>
          <a:lstStyle/>
          <a:p>
            <a:fld id="{4DAFB949-428C-4290-8A69-E88B57575036}" type="slidenum">
              <a:rPr lang="en-US" smtClean="0"/>
              <a:pPr/>
              <a:t>35</a:t>
            </a:fld>
            <a:endParaRPr lang="en-US"/>
          </a:p>
        </p:txBody>
      </p:sp>
      <p:grpSp>
        <p:nvGrpSpPr>
          <p:cNvPr id="9" name="Group 5"/>
          <p:cNvGrpSpPr>
            <a:grpSpLocks/>
          </p:cNvGrpSpPr>
          <p:nvPr/>
        </p:nvGrpSpPr>
        <p:grpSpPr bwMode="auto">
          <a:xfrm>
            <a:off x="1423927" y="1694160"/>
            <a:ext cx="3964361" cy="3456780"/>
            <a:chOff x="2544" y="2064"/>
            <a:chExt cx="1095" cy="816"/>
          </a:xfrm>
        </p:grpSpPr>
        <p:grpSp>
          <p:nvGrpSpPr>
            <p:cNvPr id="10" name="Group 6"/>
            <p:cNvGrpSpPr>
              <a:grpSpLocks/>
            </p:cNvGrpSpPr>
            <p:nvPr/>
          </p:nvGrpSpPr>
          <p:grpSpPr bwMode="auto">
            <a:xfrm>
              <a:off x="2544" y="2064"/>
              <a:ext cx="1095" cy="816"/>
              <a:chOff x="960" y="240"/>
              <a:chExt cx="1095" cy="816"/>
            </a:xfrm>
          </p:grpSpPr>
          <p:sp>
            <p:nvSpPr>
              <p:cNvPr id="13" name="Oval 7"/>
              <p:cNvSpPr>
                <a:spLocks noChangeArrowheads="1"/>
              </p:cNvSpPr>
              <p:nvPr/>
            </p:nvSpPr>
            <p:spPr bwMode="auto">
              <a:xfrm rot="-1779725">
                <a:off x="1530" y="869"/>
                <a:ext cx="164" cy="187"/>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4" name="Oval 8"/>
              <p:cNvSpPr>
                <a:spLocks noChangeArrowheads="1"/>
              </p:cNvSpPr>
              <p:nvPr/>
            </p:nvSpPr>
            <p:spPr bwMode="auto">
              <a:xfrm rot="-1779725">
                <a:off x="1203" y="243"/>
                <a:ext cx="164" cy="186"/>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5" name="Oval 9"/>
              <p:cNvSpPr>
                <a:spLocks noChangeArrowheads="1"/>
              </p:cNvSpPr>
              <p:nvPr/>
            </p:nvSpPr>
            <p:spPr bwMode="auto">
              <a:xfrm rot="-1779725">
                <a:off x="1004" y="426"/>
                <a:ext cx="97" cy="110"/>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6" name="Oval 10"/>
              <p:cNvSpPr>
                <a:spLocks noChangeArrowheads="1"/>
              </p:cNvSpPr>
              <p:nvPr/>
            </p:nvSpPr>
            <p:spPr bwMode="auto">
              <a:xfrm rot="-1779725">
                <a:off x="1152" y="858"/>
                <a:ext cx="98" cy="110"/>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7" name="Oval 11"/>
              <p:cNvSpPr>
                <a:spLocks noChangeArrowheads="1"/>
              </p:cNvSpPr>
              <p:nvPr/>
            </p:nvSpPr>
            <p:spPr bwMode="auto">
              <a:xfrm rot="-1779725">
                <a:off x="1021" y="706"/>
                <a:ext cx="164" cy="186"/>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8" name="Oval 12"/>
              <p:cNvSpPr>
                <a:spLocks noChangeArrowheads="1"/>
              </p:cNvSpPr>
              <p:nvPr/>
            </p:nvSpPr>
            <p:spPr bwMode="auto">
              <a:xfrm rot="-1779725">
                <a:off x="1087" y="316"/>
                <a:ext cx="164" cy="186"/>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9" name="Oval 13"/>
              <p:cNvSpPr>
                <a:spLocks noChangeArrowheads="1"/>
              </p:cNvSpPr>
              <p:nvPr/>
            </p:nvSpPr>
            <p:spPr bwMode="auto">
              <a:xfrm rot="-1779725">
                <a:off x="1891" y="601"/>
                <a:ext cx="164" cy="187"/>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0" name="Oval 14"/>
              <p:cNvSpPr>
                <a:spLocks noChangeArrowheads="1"/>
              </p:cNvSpPr>
              <p:nvPr/>
            </p:nvSpPr>
            <p:spPr bwMode="auto">
              <a:xfrm rot="-1779725">
                <a:off x="1791" y="707"/>
                <a:ext cx="165" cy="186"/>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1" name="Oval 15"/>
              <p:cNvSpPr>
                <a:spLocks noChangeArrowheads="1"/>
              </p:cNvSpPr>
              <p:nvPr/>
            </p:nvSpPr>
            <p:spPr bwMode="auto">
              <a:xfrm rot="-1779725">
                <a:off x="960" y="495"/>
                <a:ext cx="298" cy="338"/>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2" name="Oval 16"/>
              <p:cNvSpPr>
                <a:spLocks noChangeArrowheads="1"/>
              </p:cNvSpPr>
              <p:nvPr/>
            </p:nvSpPr>
            <p:spPr bwMode="auto">
              <a:xfrm rot="-1779725">
                <a:off x="1133" y="414"/>
                <a:ext cx="566" cy="642"/>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3" name="Freeform 17"/>
              <p:cNvSpPr>
                <a:spLocks/>
              </p:cNvSpPr>
              <p:nvPr/>
            </p:nvSpPr>
            <p:spPr bwMode="auto">
              <a:xfrm rot="-1779725">
                <a:off x="1073" y="642"/>
                <a:ext cx="117" cy="171"/>
              </a:xfrm>
              <a:custGeom>
                <a:avLst/>
                <a:gdLst>
                  <a:gd name="T0" fmla="*/ 5 w 248"/>
                  <a:gd name="T1" fmla="*/ 0 h 320"/>
                  <a:gd name="T2" fmla="*/ 0 w 248"/>
                  <a:gd name="T3" fmla="*/ 12 h 320"/>
                  <a:gd name="T4" fmla="*/ 2 w 248"/>
                  <a:gd name="T5" fmla="*/ 14 h 320"/>
                  <a:gd name="T6" fmla="*/ 6 w 248"/>
                  <a:gd name="T7" fmla="*/ 1 h 320"/>
                  <a:gd name="T8" fmla="*/ 5 w 248"/>
                  <a:gd name="T9" fmla="*/ 0 h 320"/>
                  <a:gd name="T10" fmla="*/ 0 60000 65536"/>
                  <a:gd name="T11" fmla="*/ 0 60000 65536"/>
                  <a:gd name="T12" fmla="*/ 0 60000 65536"/>
                  <a:gd name="T13" fmla="*/ 0 60000 65536"/>
                  <a:gd name="T14" fmla="*/ 0 60000 65536"/>
                  <a:gd name="T15" fmla="*/ 0 w 248"/>
                  <a:gd name="T16" fmla="*/ 0 h 320"/>
                  <a:gd name="T17" fmla="*/ 248 w 248"/>
                  <a:gd name="T18" fmla="*/ 320 h 320"/>
                </a:gdLst>
                <a:ahLst/>
                <a:cxnLst>
                  <a:cxn ang="T10">
                    <a:pos x="T0" y="T1"/>
                  </a:cxn>
                  <a:cxn ang="T11">
                    <a:pos x="T2" y="T3"/>
                  </a:cxn>
                  <a:cxn ang="T12">
                    <a:pos x="T4" y="T5"/>
                  </a:cxn>
                  <a:cxn ang="T13">
                    <a:pos x="T6" y="T7"/>
                  </a:cxn>
                  <a:cxn ang="T14">
                    <a:pos x="T8" y="T9"/>
                  </a:cxn>
                </a:cxnLst>
                <a:rect l="T15" t="T16" r="T17" b="T18"/>
                <a:pathLst>
                  <a:path w="248" h="320">
                    <a:moveTo>
                      <a:pt x="212" y="0"/>
                    </a:moveTo>
                    <a:lnTo>
                      <a:pt x="0" y="280"/>
                    </a:lnTo>
                    <a:lnTo>
                      <a:pt x="105" y="320"/>
                    </a:lnTo>
                    <a:lnTo>
                      <a:pt x="248" y="28"/>
                    </a:lnTo>
                    <a:lnTo>
                      <a:pt x="21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4" name="Oval 18"/>
              <p:cNvSpPr>
                <a:spLocks noChangeArrowheads="1"/>
              </p:cNvSpPr>
              <p:nvPr/>
            </p:nvSpPr>
            <p:spPr bwMode="auto">
              <a:xfrm rot="-1779725">
                <a:off x="1342" y="372"/>
                <a:ext cx="566" cy="641"/>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5" name="Oval 19"/>
              <p:cNvSpPr>
                <a:spLocks noChangeArrowheads="1"/>
              </p:cNvSpPr>
              <p:nvPr/>
            </p:nvSpPr>
            <p:spPr bwMode="auto">
              <a:xfrm rot="-1779725">
                <a:off x="1759" y="326"/>
                <a:ext cx="198" cy="224"/>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7" name="Oval 20"/>
              <p:cNvSpPr>
                <a:spLocks noChangeArrowheads="1"/>
              </p:cNvSpPr>
              <p:nvPr/>
            </p:nvSpPr>
            <p:spPr bwMode="auto">
              <a:xfrm rot="-1779725">
                <a:off x="1843" y="682"/>
                <a:ext cx="131" cy="149"/>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8" name="Oval 21"/>
              <p:cNvSpPr>
                <a:spLocks noChangeArrowheads="1"/>
              </p:cNvSpPr>
              <p:nvPr/>
            </p:nvSpPr>
            <p:spPr bwMode="auto">
              <a:xfrm rot="-1779725">
                <a:off x="1654" y="319"/>
                <a:ext cx="131" cy="149"/>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29" name="Oval 22"/>
              <p:cNvSpPr>
                <a:spLocks noChangeArrowheads="1"/>
              </p:cNvSpPr>
              <p:nvPr/>
            </p:nvSpPr>
            <p:spPr bwMode="auto">
              <a:xfrm rot="-1779725">
                <a:off x="1799" y="476"/>
                <a:ext cx="198" cy="224"/>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30" name="Oval 23"/>
              <p:cNvSpPr>
                <a:spLocks noChangeArrowheads="1"/>
              </p:cNvSpPr>
              <p:nvPr/>
            </p:nvSpPr>
            <p:spPr bwMode="auto">
              <a:xfrm rot="-1779725">
                <a:off x="1071" y="338"/>
                <a:ext cx="299" cy="338"/>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31" name="Oval 24"/>
              <p:cNvSpPr>
                <a:spLocks noChangeArrowheads="1"/>
              </p:cNvSpPr>
              <p:nvPr/>
            </p:nvSpPr>
            <p:spPr bwMode="auto">
              <a:xfrm rot="-1779725">
                <a:off x="1367" y="241"/>
                <a:ext cx="299" cy="339"/>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32" name="Oval 25"/>
              <p:cNvSpPr>
                <a:spLocks noChangeArrowheads="1"/>
              </p:cNvSpPr>
              <p:nvPr/>
            </p:nvSpPr>
            <p:spPr bwMode="auto">
              <a:xfrm rot="-1779725">
                <a:off x="1216" y="248"/>
                <a:ext cx="299" cy="338"/>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33" name="Oval 26"/>
              <p:cNvSpPr>
                <a:spLocks noChangeArrowheads="1"/>
              </p:cNvSpPr>
              <p:nvPr/>
            </p:nvSpPr>
            <p:spPr bwMode="auto">
              <a:xfrm rot="-1779725">
                <a:off x="1318" y="665"/>
                <a:ext cx="299" cy="338"/>
              </a:xfrm>
              <a:prstGeom prst="ellipse">
                <a:avLst/>
              </a:prstGeom>
              <a:solidFill>
                <a:srgbClr val="FFFFFF"/>
              </a:solidFill>
              <a:ln w="12700">
                <a:solidFill>
                  <a:schemeClr val="tx1"/>
                </a:solidFill>
                <a:round/>
                <a:headEnd/>
                <a:tailEnd/>
              </a:ln>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34" name="Freeform 27"/>
              <p:cNvSpPr>
                <a:spLocks/>
              </p:cNvSpPr>
              <p:nvPr/>
            </p:nvSpPr>
            <p:spPr bwMode="auto">
              <a:xfrm rot="-1779725">
                <a:off x="1160" y="240"/>
                <a:ext cx="746" cy="727"/>
              </a:xfrm>
              <a:custGeom>
                <a:avLst/>
                <a:gdLst>
                  <a:gd name="T0" fmla="*/ 8 w 1582"/>
                  <a:gd name="T1" fmla="*/ 0 h 1363"/>
                  <a:gd name="T2" fmla="*/ 16 w 1582"/>
                  <a:gd name="T3" fmla="*/ 7 h 1363"/>
                  <a:gd name="T4" fmla="*/ 24 w 1582"/>
                  <a:gd name="T5" fmla="*/ 5 h 1363"/>
                  <a:gd name="T6" fmla="*/ 29 w 1582"/>
                  <a:gd name="T7" fmla="*/ 20 h 1363"/>
                  <a:gd name="T8" fmla="*/ 30 w 1582"/>
                  <a:gd name="T9" fmla="*/ 21 h 1363"/>
                  <a:gd name="T10" fmla="*/ 33 w 1582"/>
                  <a:gd name="T11" fmla="*/ 25 h 1363"/>
                  <a:gd name="T12" fmla="*/ 34 w 1582"/>
                  <a:gd name="T13" fmla="*/ 29 h 1363"/>
                  <a:gd name="T14" fmla="*/ 37 w 1582"/>
                  <a:gd name="T15" fmla="*/ 35 h 1363"/>
                  <a:gd name="T16" fmla="*/ 36 w 1582"/>
                  <a:gd name="T17" fmla="*/ 37 h 1363"/>
                  <a:gd name="T18" fmla="*/ 31 w 1582"/>
                  <a:gd name="T19" fmla="*/ 57 h 1363"/>
                  <a:gd name="T20" fmla="*/ 27 w 1582"/>
                  <a:gd name="T21" fmla="*/ 59 h 1363"/>
                  <a:gd name="T22" fmla="*/ 14 w 1582"/>
                  <a:gd name="T23" fmla="*/ 57 h 1363"/>
                  <a:gd name="T24" fmla="*/ 13 w 1582"/>
                  <a:gd name="T25" fmla="*/ 54 h 1363"/>
                  <a:gd name="T26" fmla="*/ 5 w 1582"/>
                  <a:gd name="T27" fmla="*/ 50 h 1363"/>
                  <a:gd name="T28" fmla="*/ 3 w 1582"/>
                  <a:gd name="T29" fmla="*/ 52 h 1363"/>
                  <a:gd name="T30" fmla="*/ 0 w 1582"/>
                  <a:gd name="T31" fmla="*/ 20 h 1363"/>
                  <a:gd name="T32" fmla="*/ 8 w 1582"/>
                  <a:gd name="T33" fmla="*/ 0 h 13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82"/>
                  <a:gd name="T52" fmla="*/ 0 h 1363"/>
                  <a:gd name="T53" fmla="*/ 1582 w 1582"/>
                  <a:gd name="T54" fmla="*/ 1363 h 13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82" h="1363">
                    <a:moveTo>
                      <a:pt x="373" y="0"/>
                    </a:moveTo>
                    <a:lnTo>
                      <a:pt x="660" y="169"/>
                    </a:lnTo>
                    <a:lnTo>
                      <a:pt x="1006" y="125"/>
                    </a:lnTo>
                    <a:lnTo>
                      <a:pt x="1227" y="453"/>
                    </a:lnTo>
                    <a:lnTo>
                      <a:pt x="1285" y="479"/>
                    </a:lnTo>
                    <a:lnTo>
                      <a:pt x="1440" y="582"/>
                    </a:lnTo>
                    <a:lnTo>
                      <a:pt x="1480" y="666"/>
                    </a:lnTo>
                    <a:lnTo>
                      <a:pt x="1582" y="817"/>
                    </a:lnTo>
                    <a:lnTo>
                      <a:pt x="1565" y="866"/>
                    </a:lnTo>
                    <a:lnTo>
                      <a:pt x="1325" y="1310"/>
                    </a:lnTo>
                    <a:lnTo>
                      <a:pt x="1157" y="1363"/>
                    </a:lnTo>
                    <a:lnTo>
                      <a:pt x="607" y="1314"/>
                    </a:lnTo>
                    <a:lnTo>
                      <a:pt x="567" y="1243"/>
                    </a:lnTo>
                    <a:lnTo>
                      <a:pt x="204" y="1163"/>
                    </a:lnTo>
                    <a:lnTo>
                      <a:pt x="137" y="1194"/>
                    </a:lnTo>
                    <a:lnTo>
                      <a:pt x="0" y="461"/>
                    </a:lnTo>
                    <a:lnTo>
                      <a:pt x="37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11" name="Text Box 28"/>
            <p:cNvSpPr txBox="1">
              <a:spLocks noChangeArrowheads="1"/>
            </p:cNvSpPr>
            <p:nvPr/>
          </p:nvSpPr>
          <p:spPr bwMode="auto">
            <a:xfrm>
              <a:off x="2687" y="2313"/>
              <a:ext cx="38"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sz="2800">
                <a:latin typeface="Times New Roman" panose="02020603050405020304" pitchFamily="18" charset="0"/>
              </a:endParaRPr>
            </a:p>
          </p:txBody>
        </p:sp>
      </p:grpSp>
      <p:sp>
        <p:nvSpPr>
          <p:cNvPr id="35" name="Line 29"/>
          <p:cNvSpPr>
            <a:spLocks noChangeShapeType="1"/>
          </p:cNvSpPr>
          <p:nvPr/>
        </p:nvSpPr>
        <p:spPr bwMode="auto">
          <a:xfrm>
            <a:off x="3727584" y="1843512"/>
            <a:ext cx="159788" cy="12038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6" name="Line 30"/>
          <p:cNvSpPr>
            <a:spLocks noChangeShapeType="1"/>
          </p:cNvSpPr>
          <p:nvPr/>
        </p:nvSpPr>
        <p:spPr bwMode="auto">
          <a:xfrm flipH="1">
            <a:off x="4103479" y="1458914"/>
            <a:ext cx="79609" cy="5172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 name="Line 31"/>
          <p:cNvSpPr>
            <a:spLocks noChangeShapeType="1"/>
          </p:cNvSpPr>
          <p:nvPr/>
        </p:nvSpPr>
        <p:spPr bwMode="auto">
          <a:xfrm flipH="1">
            <a:off x="4216061" y="1720943"/>
            <a:ext cx="404693" cy="27117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 name="Line 32"/>
          <p:cNvSpPr>
            <a:spLocks noChangeShapeType="1"/>
          </p:cNvSpPr>
          <p:nvPr/>
        </p:nvSpPr>
        <p:spPr bwMode="auto">
          <a:xfrm>
            <a:off x="4042588" y="2014807"/>
            <a:ext cx="140500" cy="6987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 name="Line 40"/>
          <p:cNvSpPr>
            <a:spLocks noChangeShapeType="1"/>
          </p:cNvSpPr>
          <p:nvPr/>
        </p:nvSpPr>
        <p:spPr bwMode="auto">
          <a:xfrm>
            <a:off x="615175" y="1930096"/>
            <a:ext cx="4572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0" name="Line 41"/>
          <p:cNvSpPr>
            <a:spLocks noChangeShapeType="1"/>
          </p:cNvSpPr>
          <p:nvPr/>
        </p:nvSpPr>
        <p:spPr bwMode="auto">
          <a:xfrm flipV="1">
            <a:off x="615175" y="2234896"/>
            <a:ext cx="228600"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1" name="Line 43"/>
          <p:cNvSpPr>
            <a:spLocks noChangeShapeType="1"/>
          </p:cNvSpPr>
          <p:nvPr/>
        </p:nvSpPr>
        <p:spPr bwMode="auto">
          <a:xfrm>
            <a:off x="1090393" y="2254998"/>
            <a:ext cx="781050" cy="1474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2" name="Line 44"/>
          <p:cNvSpPr>
            <a:spLocks noChangeShapeType="1"/>
          </p:cNvSpPr>
          <p:nvPr/>
        </p:nvSpPr>
        <p:spPr bwMode="auto">
          <a:xfrm>
            <a:off x="793220" y="3329885"/>
            <a:ext cx="1029731" cy="82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 name="Line 45"/>
          <p:cNvSpPr>
            <a:spLocks noChangeShapeType="1"/>
          </p:cNvSpPr>
          <p:nvPr/>
        </p:nvSpPr>
        <p:spPr bwMode="auto">
          <a:xfrm>
            <a:off x="608623" y="3081606"/>
            <a:ext cx="3048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 name="Line 46"/>
          <p:cNvSpPr>
            <a:spLocks noChangeShapeType="1"/>
          </p:cNvSpPr>
          <p:nvPr/>
        </p:nvSpPr>
        <p:spPr bwMode="auto">
          <a:xfrm flipV="1">
            <a:off x="184283" y="3372593"/>
            <a:ext cx="692645" cy="88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5" name="Line 47"/>
          <p:cNvSpPr>
            <a:spLocks noChangeShapeType="1"/>
          </p:cNvSpPr>
          <p:nvPr/>
        </p:nvSpPr>
        <p:spPr bwMode="auto">
          <a:xfrm flipV="1">
            <a:off x="607727" y="3475521"/>
            <a:ext cx="313710" cy="28819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 name="Line 48"/>
          <p:cNvSpPr>
            <a:spLocks noChangeShapeType="1"/>
          </p:cNvSpPr>
          <p:nvPr/>
        </p:nvSpPr>
        <p:spPr bwMode="auto">
          <a:xfrm flipV="1">
            <a:off x="1107063" y="3939485"/>
            <a:ext cx="219558"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 name="Line 49"/>
          <p:cNvSpPr>
            <a:spLocks noChangeShapeType="1"/>
          </p:cNvSpPr>
          <p:nvPr/>
        </p:nvSpPr>
        <p:spPr bwMode="auto">
          <a:xfrm flipV="1">
            <a:off x="1195327" y="3974737"/>
            <a:ext cx="348630" cy="6505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8" name="Line 50"/>
          <p:cNvSpPr>
            <a:spLocks noChangeShapeType="1"/>
          </p:cNvSpPr>
          <p:nvPr/>
        </p:nvSpPr>
        <p:spPr bwMode="auto">
          <a:xfrm flipH="1" flipV="1">
            <a:off x="1682503" y="4037886"/>
            <a:ext cx="52206" cy="43499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9" name="Line 51"/>
          <p:cNvSpPr>
            <a:spLocks noChangeShapeType="1"/>
          </p:cNvSpPr>
          <p:nvPr/>
        </p:nvSpPr>
        <p:spPr bwMode="auto">
          <a:xfrm flipV="1">
            <a:off x="1616939" y="3537030"/>
            <a:ext cx="369836" cy="41550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0" name="Line 56"/>
          <p:cNvSpPr>
            <a:spLocks noChangeShapeType="1"/>
          </p:cNvSpPr>
          <p:nvPr/>
        </p:nvSpPr>
        <p:spPr bwMode="auto">
          <a:xfrm flipV="1">
            <a:off x="3211523" y="4758006"/>
            <a:ext cx="146852"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1" name="Line 57"/>
          <p:cNvSpPr>
            <a:spLocks noChangeShapeType="1"/>
          </p:cNvSpPr>
          <p:nvPr/>
        </p:nvSpPr>
        <p:spPr bwMode="auto">
          <a:xfrm flipV="1">
            <a:off x="2877665" y="5216097"/>
            <a:ext cx="762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2" name="Line 58"/>
          <p:cNvSpPr>
            <a:spLocks noChangeShapeType="1"/>
          </p:cNvSpPr>
          <p:nvPr/>
        </p:nvSpPr>
        <p:spPr bwMode="auto">
          <a:xfrm flipH="1" flipV="1">
            <a:off x="3106265" y="5216097"/>
            <a:ext cx="3048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 name="Line 61"/>
          <p:cNvSpPr>
            <a:spLocks noChangeShapeType="1"/>
          </p:cNvSpPr>
          <p:nvPr/>
        </p:nvSpPr>
        <p:spPr bwMode="auto">
          <a:xfrm flipH="1" flipV="1">
            <a:off x="5110975" y="4529406"/>
            <a:ext cx="5334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4" name="Line 62"/>
          <p:cNvSpPr>
            <a:spLocks noChangeShapeType="1"/>
          </p:cNvSpPr>
          <p:nvPr/>
        </p:nvSpPr>
        <p:spPr bwMode="auto">
          <a:xfrm flipH="1">
            <a:off x="5796775" y="4529406"/>
            <a:ext cx="1524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5" name="Line 63"/>
          <p:cNvSpPr>
            <a:spLocks noChangeShapeType="1"/>
          </p:cNvSpPr>
          <p:nvPr/>
        </p:nvSpPr>
        <p:spPr bwMode="auto">
          <a:xfrm flipH="1">
            <a:off x="5872975" y="4758006"/>
            <a:ext cx="5334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6" name="Line 64"/>
          <p:cNvSpPr>
            <a:spLocks noChangeShapeType="1"/>
          </p:cNvSpPr>
          <p:nvPr/>
        </p:nvSpPr>
        <p:spPr bwMode="auto">
          <a:xfrm flipH="1" flipV="1">
            <a:off x="6025375" y="5062806"/>
            <a:ext cx="4572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7" name="Line 65"/>
          <p:cNvSpPr>
            <a:spLocks noChangeShapeType="1"/>
          </p:cNvSpPr>
          <p:nvPr/>
        </p:nvSpPr>
        <p:spPr bwMode="auto">
          <a:xfrm flipH="1" flipV="1">
            <a:off x="5949175" y="5139006"/>
            <a:ext cx="3810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8" name="Line 66"/>
          <p:cNvSpPr>
            <a:spLocks noChangeShapeType="1"/>
          </p:cNvSpPr>
          <p:nvPr/>
        </p:nvSpPr>
        <p:spPr bwMode="auto">
          <a:xfrm flipV="1">
            <a:off x="5796775" y="5139006"/>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9" name="Line 67"/>
          <p:cNvSpPr>
            <a:spLocks noChangeShapeType="1"/>
          </p:cNvSpPr>
          <p:nvPr/>
        </p:nvSpPr>
        <p:spPr bwMode="auto">
          <a:xfrm flipH="1">
            <a:off x="5110975" y="2929206"/>
            <a:ext cx="8382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0" name="Line 68"/>
          <p:cNvSpPr>
            <a:spLocks noChangeShapeType="1"/>
          </p:cNvSpPr>
          <p:nvPr/>
        </p:nvSpPr>
        <p:spPr bwMode="auto">
          <a:xfrm flipH="1">
            <a:off x="6253975" y="2548206"/>
            <a:ext cx="1524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1" name="Line 69"/>
          <p:cNvSpPr>
            <a:spLocks noChangeShapeType="1"/>
          </p:cNvSpPr>
          <p:nvPr/>
        </p:nvSpPr>
        <p:spPr bwMode="auto">
          <a:xfrm flipH="1">
            <a:off x="6406375" y="2853006"/>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pic>
        <p:nvPicPr>
          <p:cNvPr id="62" name="Picture 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6539" y="3211383"/>
            <a:ext cx="3508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63" name="Line 75"/>
          <p:cNvSpPr>
            <a:spLocks noChangeShapeType="1"/>
          </p:cNvSpPr>
          <p:nvPr/>
        </p:nvSpPr>
        <p:spPr bwMode="auto">
          <a:xfrm>
            <a:off x="4272775" y="2929206"/>
            <a:ext cx="6096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4" name="Line 76"/>
          <p:cNvSpPr>
            <a:spLocks noChangeShapeType="1"/>
          </p:cNvSpPr>
          <p:nvPr/>
        </p:nvSpPr>
        <p:spPr bwMode="auto">
          <a:xfrm>
            <a:off x="4958575" y="3615006"/>
            <a:ext cx="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5" name="Line 77"/>
          <p:cNvSpPr>
            <a:spLocks noChangeShapeType="1"/>
          </p:cNvSpPr>
          <p:nvPr/>
        </p:nvSpPr>
        <p:spPr bwMode="auto">
          <a:xfrm flipH="1">
            <a:off x="4272775" y="3538806"/>
            <a:ext cx="5334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6" name="Line 78"/>
          <p:cNvSpPr>
            <a:spLocks noChangeShapeType="1"/>
          </p:cNvSpPr>
          <p:nvPr/>
        </p:nvSpPr>
        <p:spPr bwMode="auto">
          <a:xfrm flipH="1" flipV="1">
            <a:off x="4348975" y="4224606"/>
            <a:ext cx="4572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 name="Line 79"/>
          <p:cNvSpPr>
            <a:spLocks noChangeShapeType="1"/>
          </p:cNvSpPr>
          <p:nvPr/>
        </p:nvSpPr>
        <p:spPr bwMode="auto">
          <a:xfrm flipH="1" flipV="1">
            <a:off x="3739375" y="3538806"/>
            <a:ext cx="4572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8" name="Line 80"/>
          <p:cNvSpPr>
            <a:spLocks noChangeShapeType="1"/>
          </p:cNvSpPr>
          <p:nvPr/>
        </p:nvSpPr>
        <p:spPr bwMode="auto">
          <a:xfrm flipH="1">
            <a:off x="3586975" y="2853006"/>
            <a:ext cx="457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9" name="Line 82"/>
          <p:cNvSpPr>
            <a:spLocks noChangeShapeType="1"/>
          </p:cNvSpPr>
          <p:nvPr/>
        </p:nvSpPr>
        <p:spPr bwMode="auto">
          <a:xfrm flipH="1">
            <a:off x="3358375" y="3615006"/>
            <a:ext cx="30480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0" name="Line 83"/>
          <p:cNvSpPr>
            <a:spLocks noChangeShapeType="1"/>
          </p:cNvSpPr>
          <p:nvPr/>
        </p:nvSpPr>
        <p:spPr bwMode="auto">
          <a:xfrm flipH="1" flipV="1">
            <a:off x="2901175" y="2776806"/>
            <a:ext cx="5334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 name="Line 85"/>
          <p:cNvSpPr>
            <a:spLocks noChangeShapeType="1"/>
          </p:cNvSpPr>
          <p:nvPr/>
        </p:nvSpPr>
        <p:spPr bwMode="auto">
          <a:xfrm flipV="1">
            <a:off x="2596375" y="3005406"/>
            <a:ext cx="1524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2" name="Line 87"/>
          <p:cNvSpPr>
            <a:spLocks noChangeShapeType="1"/>
          </p:cNvSpPr>
          <p:nvPr/>
        </p:nvSpPr>
        <p:spPr bwMode="auto">
          <a:xfrm>
            <a:off x="2748775" y="4072206"/>
            <a:ext cx="4572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3" name="Line 88"/>
          <p:cNvSpPr>
            <a:spLocks noChangeShapeType="1"/>
          </p:cNvSpPr>
          <p:nvPr/>
        </p:nvSpPr>
        <p:spPr bwMode="auto">
          <a:xfrm flipV="1">
            <a:off x="2748775" y="3615006"/>
            <a:ext cx="6858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4" name="Line 89"/>
          <p:cNvSpPr>
            <a:spLocks noChangeShapeType="1"/>
          </p:cNvSpPr>
          <p:nvPr/>
        </p:nvSpPr>
        <p:spPr bwMode="auto">
          <a:xfrm flipV="1">
            <a:off x="2062975" y="2776806"/>
            <a:ext cx="5334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5" name="Line 90"/>
          <p:cNvSpPr>
            <a:spLocks noChangeShapeType="1"/>
          </p:cNvSpPr>
          <p:nvPr/>
        </p:nvSpPr>
        <p:spPr bwMode="auto">
          <a:xfrm>
            <a:off x="2824975" y="3919806"/>
            <a:ext cx="11430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6" name="Line 91"/>
          <p:cNvSpPr>
            <a:spLocks noChangeShapeType="1"/>
          </p:cNvSpPr>
          <p:nvPr/>
        </p:nvSpPr>
        <p:spPr bwMode="auto">
          <a:xfrm flipH="1" flipV="1">
            <a:off x="2215375" y="2243406"/>
            <a:ext cx="3810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7" name="Line 93"/>
          <p:cNvSpPr>
            <a:spLocks noChangeShapeType="1"/>
          </p:cNvSpPr>
          <p:nvPr/>
        </p:nvSpPr>
        <p:spPr bwMode="auto">
          <a:xfrm>
            <a:off x="2062975" y="3538806"/>
            <a:ext cx="3810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8" name="Line 109"/>
          <p:cNvSpPr>
            <a:spLocks noChangeShapeType="1"/>
          </p:cNvSpPr>
          <p:nvPr/>
        </p:nvSpPr>
        <p:spPr bwMode="auto">
          <a:xfrm flipH="1">
            <a:off x="5187175" y="3462606"/>
            <a:ext cx="1143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pic>
        <p:nvPicPr>
          <p:cNvPr id="79" name="Picture 1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91975" y="498660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0" name="Picture 1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1465" y="5063697"/>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1" name="Picture 1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6707" y="3267498"/>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2" name="Picture 1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2441" y="3880932"/>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3" name="Picture 1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3775" y="215869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4" name="Picture 1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39979" y="1930668"/>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5" name="Picture 14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9175" y="2776806"/>
            <a:ext cx="5334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86" name="Line 159"/>
          <p:cNvSpPr>
            <a:spLocks noChangeShapeType="1"/>
          </p:cNvSpPr>
          <p:nvPr/>
        </p:nvSpPr>
        <p:spPr bwMode="auto">
          <a:xfrm>
            <a:off x="691375" y="1853896"/>
            <a:ext cx="381000" cy="2286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 name="Line 160"/>
          <p:cNvSpPr>
            <a:spLocks noChangeShapeType="1"/>
          </p:cNvSpPr>
          <p:nvPr/>
        </p:nvSpPr>
        <p:spPr bwMode="auto">
          <a:xfrm flipV="1">
            <a:off x="807743" y="3551721"/>
            <a:ext cx="189893" cy="218395"/>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8" name="Line 161"/>
          <p:cNvSpPr>
            <a:spLocks noChangeShapeType="1"/>
          </p:cNvSpPr>
          <p:nvPr/>
        </p:nvSpPr>
        <p:spPr bwMode="auto">
          <a:xfrm flipV="1">
            <a:off x="1216815" y="4140206"/>
            <a:ext cx="141401" cy="26779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9" name="Line 162"/>
          <p:cNvSpPr>
            <a:spLocks noChangeShapeType="1"/>
          </p:cNvSpPr>
          <p:nvPr/>
        </p:nvSpPr>
        <p:spPr bwMode="auto">
          <a:xfrm flipH="1" flipV="1">
            <a:off x="3334865" y="5216097"/>
            <a:ext cx="228600" cy="2286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 name="Line 163"/>
          <p:cNvSpPr>
            <a:spLocks noChangeShapeType="1"/>
          </p:cNvSpPr>
          <p:nvPr/>
        </p:nvSpPr>
        <p:spPr bwMode="auto">
          <a:xfrm flipH="1" flipV="1">
            <a:off x="6025375" y="5139006"/>
            <a:ext cx="304800" cy="1524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 name="Line 164"/>
          <p:cNvSpPr>
            <a:spLocks noChangeShapeType="1"/>
          </p:cNvSpPr>
          <p:nvPr/>
        </p:nvSpPr>
        <p:spPr bwMode="auto">
          <a:xfrm flipH="1">
            <a:off x="6025375" y="4834206"/>
            <a:ext cx="304800" cy="1524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 name="Line 165"/>
          <p:cNvSpPr>
            <a:spLocks noChangeShapeType="1"/>
          </p:cNvSpPr>
          <p:nvPr/>
        </p:nvSpPr>
        <p:spPr bwMode="auto">
          <a:xfrm flipH="1">
            <a:off x="6025375" y="2472006"/>
            <a:ext cx="152400" cy="3048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3" name="Line 166"/>
          <p:cNvSpPr>
            <a:spLocks noChangeShapeType="1"/>
          </p:cNvSpPr>
          <p:nvPr/>
        </p:nvSpPr>
        <p:spPr bwMode="auto">
          <a:xfrm flipH="1">
            <a:off x="4015157" y="1618726"/>
            <a:ext cx="42827" cy="2667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 name="Line 167"/>
          <p:cNvSpPr>
            <a:spLocks noChangeShapeType="1"/>
          </p:cNvSpPr>
          <p:nvPr/>
        </p:nvSpPr>
        <p:spPr bwMode="auto">
          <a:xfrm>
            <a:off x="1447025" y="2248422"/>
            <a:ext cx="387349" cy="71183"/>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 name="Line 168"/>
          <p:cNvSpPr>
            <a:spLocks noChangeShapeType="1"/>
          </p:cNvSpPr>
          <p:nvPr/>
        </p:nvSpPr>
        <p:spPr bwMode="auto">
          <a:xfrm>
            <a:off x="1424935" y="3275886"/>
            <a:ext cx="305171" cy="40937"/>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 name="Line 169"/>
          <p:cNvSpPr>
            <a:spLocks noChangeShapeType="1"/>
          </p:cNvSpPr>
          <p:nvPr/>
        </p:nvSpPr>
        <p:spPr bwMode="auto">
          <a:xfrm flipV="1">
            <a:off x="1601162" y="3581490"/>
            <a:ext cx="181071" cy="204008"/>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7" name="Line 170"/>
          <p:cNvSpPr>
            <a:spLocks noChangeShapeType="1"/>
          </p:cNvSpPr>
          <p:nvPr/>
        </p:nvSpPr>
        <p:spPr bwMode="auto">
          <a:xfrm flipV="1">
            <a:off x="3121855" y="4781202"/>
            <a:ext cx="97868" cy="255529"/>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8" name="Line 171"/>
          <p:cNvSpPr>
            <a:spLocks noChangeShapeType="1"/>
          </p:cNvSpPr>
          <p:nvPr/>
        </p:nvSpPr>
        <p:spPr bwMode="auto">
          <a:xfrm flipH="1" flipV="1">
            <a:off x="5110975" y="4681806"/>
            <a:ext cx="381000" cy="381000"/>
          </a:xfrm>
          <a:prstGeom prst="line">
            <a:avLst/>
          </a:prstGeom>
          <a:noFill/>
          <a:ln w="762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9" name="Line 172"/>
          <p:cNvSpPr>
            <a:spLocks noChangeShapeType="1"/>
          </p:cNvSpPr>
          <p:nvPr/>
        </p:nvSpPr>
        <p:spPr bwMode="auto">
          <a:xfrm flipH="1">
            <a:off x="5263375" y="2853006"/>
            <a:ext cx="533400" cy="2286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0" name="Line 173"/>
          <p:cNvSpPr>
            <a:spLocks noChangeShapeType="1"/>
          </p:cNvSpPr>
          <p:nvPr/>
        </p:nvSpPr>
        <p:spPr bwMode="auto">
          <a:xfrm>
            <a:off x="3956832" y="2207671"/>
            <a:ext cx="103164" cy="340535"/>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 name="Line 174"/>
          <p:cNvSpPr>
            <a:spLocks noChangeShapeType="1"/>
          </p:cNvSpPr>
          <p:nvPr/>
        </p:nvSpPr>
        <p:spPr bwMode="auto">
          <a:xfrm>
            <a:off x="2367775" y="2243406"/>
            <a:ext cx="228600" cy="3048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 name="Line 176"/>
          <p:cNvSpPr>
            <a:spLocks noChangeShapeType="1"/>
          </p:cNvSpPr>
          <p:nvPr/>
        </p:nvSpPr>
        <p:spPr bwMode="auto">
          <a:xfrm flipV="1">
            <a:off x="3510775" y="3767406"/>
            <a:ext cx="228600" cy="53340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 name="Line 177"/>
          <p:cNvSpPr>
            <a:spLocks noChangeShapeType="1"/>
          </p:cNvSpPr>
          <p:nvPr/>
        </p:nvSpPr>
        <p:spPr bwMode="auto">
          <a:xfrm flipV="1">
            <a:off x="2329940" y="2967306"/>
            <a:ext cx="220927" cy="242548"/>
          </a:xfrm>
          <a:prstGeom prst="line">
            <a:avLst/>
          </a:prstGeom>
          <a:noFill/>
          <a:ln w="762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 name="Line 178"/>
          <p:cNvSpPr>
            <a:spLocks noChangeShapeType="1"/>
          </p:cNvSpPr>
          <p:nvPr/>
        </p:nvSpPr>
        <p:spPr bwMode="auto">
          <a:xfrm>
            <a:off x="2977375" y="2624406"/>
            <a:ext cx="533400" cy="533400"/>
          </a:xfrm>
          <a:prstGeom prst="line">
            <a:avLst/>
          </a:prstGeom>
          <a:noFill/>
          <a:ln w="1143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 name="Line 179"/>
          <p:cNvSpPr>
            <a:spLocks noChangeShapeType="1"/>
          </p:cNvSpPr>
          <p:nvPr/>
        </p:nvSpPr>
        <p:spPr bwMode="auto">
          <a:xfrm>
            <a:off x="3891775" y="3462606"/>
            <a:ext cx="533400" cy="533400"/>
          </a:xfrm>
          <a:prstGeom prst="line">
            <a:avLst/>
          </a:prstGeom>
          <a:noFill/>
          <a:ln w="1524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 name="Line 180"/>
          <p:cNvSpPr>
            <a:spLocks noChangeShapeType="1"/>
          </p:cNvSpPr>
          <p:nvPr/>
        </p:nvSpPr>
        <p:spPr bwMode="auto">
          <a:xfrm flipV="1">
            <a:off x="4348975" y="3386406"/>
            <a:ext cx="457200" cy="457200"/>
          </a:xfrm>
          <a:prstGeom prst="line">
            <a:avLst/>
          </a:prstGeom>
          <a:noFill/>
          <a:ln w="1524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 name="Line 181"/>
          <p:cNvSpPr>
            <a:spLocks noChangeShapeType="1"/>
          </p:cNvSpPr>
          <p:nvPr/>
        </p:nvSpPr>
        <p:spPr bwMode="auto">
          <a:xfrm flipH="1" flipV="1">
            <a:off x="4806175" y="3615006"/>
            <a:ext cx="0" cy="457200"/>
          </a:xfrm>
          <a:prstGeom prst="line">
            <a:avLst/>
          </a:prstGeom>
          <a:noFill/>
          <a:ln w="762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8" name="Line 182"/>
          <p:cNvSpPr>
            <a:spLocks noChangeShapeType="1"/>
          </p:cNvSpPr>
          <p:nvPr/>
        </p:nvSpPr>
        <p:spPr bwMode="auto">
          <a:xfrm>
            <a:off x="4310910" y="3058630"/>
            <a:ext cx="297439" cy="227225"/>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9" name="Line 183"/>
          <p:cNvSpPr>
            <a:spLocks noChangeShapeType="1"/>
          </p:cNvSpPr>
          <p:nvPr/>
        </p:nvSpPr>
        <p:spPr bwMode="auto">
          <a:xfrm>
            <a:off x="5285785" y="3470543"/>
            <a:ext cx="1508143" cy="1"/>
          </a:xfrm>
          <a:prstGeom prst="line">
            <a:avLst/>
          </a:prstGeom>
          <a:noFill/>
          <a:ln w="304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0" name="Oval 189"/>
          <p:cNvSpPr>
            <a:spLocks noChangeArrowheads="1"/>
          </p:cNvSpPr>
          <p:nvPr/>
        </p:nvSpPr>
        <p:spPr bwMode="auto">
          <a:xfrm>
            <a:off x="386575" y="1777696"/>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1" name="Oval 190"/>
          <p:cNvSpPr>
            <a:spLocks noChangeArrowheads="1"/>
          </p:cNvSpPr>
          <p:nvPr/>
        </p:nvSpPr>
        <p:spPr bwMode="auto">
          <a:xfrm>
            <a:off x="386575" y="223489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2" name="Oval 191"/>
          <p:cNvSpPr>
            <a:spLocks noChangeArrowheads="1"/>
          </p:cNvSpPr>
          <p:nvPr/>
        </p:nvSpPr>
        <p:spPr bwMode="auto">
          <a:xfrm>
            <a:off x="380023" y="292920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3" name="Oval 192"/>
          <p:cNvSpPr>
            <a:spLocks noChangeArrowheads="1"/>
          </p:cNvSpPr>
          <p:nvPr/>
        </p:nvSpPr>
        <p:spPr bwMode="auto">
          <a:xfrm>
            <a:off x="491515" y="3654364"/>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4" name="Oval 193"/>
          <p:cNvSpPr>
            <a:spLocks noChangeArrowheads="1"/>
          </p:cNvSpPr>
          <p:nvPr/>
        </p:nvSpPr>
        <p:spPr bwMode="auto">
          <a:xfrm>
            <a:off x="177643" y="3346693"/>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5" name="Oval 194"/>
          <p:cNvSpPr>
            <a:spLocks noChangeArrowheads="1"/>
          </p:cNvSpPr>
          <p:nvPr/>
        </p:nvSpPr>
        <p:spPr bwMode="auto">
          <a:xfrm>
            <a:off x="878463" y="393948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6" name="Oval 195"/>
          <p:cNvSpPr>
            <a:spLocks noChangeArrowheads="1"/>
          </p:cNvSpPr>
          <p:nvPr/>
        </p:nvSpPr>
        <p:spPr bwMode="auto">
          <a:xfrm>
            <a:off x="1098021" y="4472885"/>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7" name="Oval 196"/>
          <p:cNvSpPr>
            <a:spLocks noChangeArrowheads="1"/>
          </p:cNvSpPr>
          <p:nvPr/>
        </p:nvSpPr>
        <p:spPr bwMode="auto">
          <a:xfrm>
            <a:off x="1630926" y="431797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8" name="Oval 199"/>
          <p:cNvSpPr>
            <a:spLocks noChangeArrowheads="1"/>
          </p:cNvSpPr>
          <p:nvPr/>
        </p:nvSpPr>
        <p:spPr bwMode="auto">
          <a:xfrm>
            <a:off x="2725265" y="5444697"/>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19" name="Oval 200"/>
          <p:cNvSpPr>
            <a:spLocks noChangeArrowheads="1"/>
          </p:cNvSpPr>
          <p:nvPr/>
        </p:nvSpPr>
        <p:spPr bwMode="auto">
          <a:xfrm>
            <a:off x="3334865" y="5444697"/>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0" name="Oval 203"/>
          <p:cNvSpPr>
            <a:spLocks noChangeArrowheads="1"/>
          </p:cNvSpPr>
          <p:nvPr/>
        </p:nvSpPr>
        <p:spPr bwMode="auto">
          <a:xfrm>
            <a:off x="5720575" y="559620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1" name="Oval 204"/>
          <p:cNvSpPr>
            <a:spLocks noChangeArrowheads="1"/>
          </p:cNvSpPr>
          <p:nvPr/>
        </p:nvSpPr>
        <p:spPr bwMode="auto">
          <a:xfrm>
            <a:off x="6253975" y="5291406"/>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2" name="Oval 205"/>
          <p:cNvSpPr>
            <a:spLocks noChangeArrowheads="1"/>
          </p:cNvSpPr>
          <p:nvPr/>
        </p:nvSpPr>
        <p:spPr bwMode="auto">
          <a:xfrm>
            <a:off x="6482575" y="513900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3" name="Oval 206"/>
          <p:cNvSpPr>
            <a:spLocks noChangeArrowheads="1"/>
          </p:cNvSpPr>
          <p:nvPr/>
        </p:nvSpPr>
        <p:spPr bwMode="auto">
          <a:xfrm>
            <a:off x="6406375" y="4605606"/>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4" name="Oval 207"/>
          <p:cNvSpPr>
            <a:spLocks noChangeArrowheads="1"/>
          </p:cNvSpPr>
          <p:nvPr/>
        </p:nvSpPr>
        <p:spPr bwMode="auto">
          <a:xfrm>
            <a:off x="5872975" y="430080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5" name="Oval 208"/>
          <p:cNvSpPr>
            <a:spLocks noChangeArrowheads="1"/>
          </p:cNvSpPr>
          <p:nvPr/>
        </p:nvSpPr>
        <p:spPr bwMode="auto">
          <a:xfrm>
            <a:off x="6330175" y="2370406"/>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6" name="Oval 209"/>
          <p:cNvSpPr>
            <a:spLocks noChangeArrowheads="1"/>
          </p:cNvSpPr>
          <p:nvPr/>
        </p:nvSpPr>
        <p:spPr bwMode="auto">
          <a:xfrm>
            <a:off x="6634975" y="2700606"/>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7" name="Oval 210"/>
          <p:cNvSpPr>
            <a:spLocks noChangeArrowheads="1"/>
          </p:cNvSpPr>
          <p:nvPr/>
        </p:nvSpPr>
        <p:spPr bwMode="auto">
          <a:xfrm>
            <a:off x="4442166" y="1588541"/>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8" name="Oval 211"/>
          <p:cNvSpPr>
            <a:spLocks noChangeArrowheads="1"/>
          </p:cNvSpPr>
          <p:nvPr/>
        </p:nvSpPr>
        <p:spPr bwMode="auto">
          <a:xfrm>
            <a:off x="4083799" y="1388461"/>
            <a:ext cx="228600" cy="228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sp>
        <p:nvSpPr>
          <p:cNvPr id="129" name="Oval 212"/>
          <p:cNvSpPr>
            <a:spLocks noChangeArrowheads="1"/>
          </p:cNvSpPr>
          <p:nvPr/>
        </p:nvSpPr>
        <p:spPr bwMode="auto">
          <a:xfrm>
            <a:off x="3551593" y="1670101"/>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pic>
        <p:nvPicPr>
          <p:cNvPr id="130"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4375" y="21672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3975" y="26244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1775" y="26244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9975" y="33102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175" y="33102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1575" y="36912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87" y="3221011"/>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3575" y="43770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1775" y="39960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9975" y="4224606"/>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TextBox 176"/>
          <p:cNvSpPr txBox="1">
            <a:spLocks noChangeArrowheads="1"/>
          </p:cNvSpPr>
          <p:nvPr/>
        </p:nvSpPr>
        <p:spPr bwMode="auto">
          <a:xfrm>
            <a:off x="6087341" y="3810462"/>
            <a:ext cx="1362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cs typeface="Arial" panose="020B0604020202020204" pitchFamily="34" charset="0"/>
              </a:defRPr>
            </a:lvl1pPr>
            <a:lvl2pPr marL="37931725" indent="-37474525" eaLnBrk="0" hangingPunct="0">
              <a:defRPr sz="2400">
                <a:solidFill>
                  <a:schemeClr val="tx1"/>
                </a:solidFill>
                <a:latin typeface="Arial" panose="020B0604020202020204" pitchFamily="34" charset="0"/>
                <a:cs typeface="Arial" panose="020B0604020202020204" pitchFamily="34" charset="0"/>
              </a:defRPr>
            </a:lvl2pPr>
            <a:lvl3pPr eaLnBrk="0" hangingPunct="0">
              <a:defRPr sz="2400">
                <a:solidFill>
                  <a:schemeClr val="tx1"/>
                </a:solidFill>
                <a:latin typeface="Arial" panose="020B0604020202020204" pitchFamily="34" charset="0"/>
                <a:cs typeface="Arial" panose="020B0604020202020204" pitchFamily="34" charset="0"/>
              </a:defRPr>
            </a:lvl3pPr>
            <a:lvl4pPr eaLnBrk="0" hangingPunct="0">
              <a:defRPr sz="2400">
                <a:solidFill>
                  <a:schemeClr val="tx1"/>
                </a:solidFill>
                <a:latin typeface="Arial" panose="020B0604020202020204" pitchFamily="34" charset="0"/>
                <a:cs typeface="Arial" panose="020B0604020202020204" pitchFamily="34" charset="0"/>
              </a:defRPr>
            </a:lvl4pPr>
            <a:lvl5pPr eaLnBrk="0" hangingPunct="0">
              <a:defRPr sz="2400">
                <a:solidFill>
                  <a:schemeClr val="tx1"/>
                </a:solidFill>
                <a:latin typeface="Arial" panose="020B0604020202020204" pitchFamily="34" charset="0"/>
                <a:cs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Collateral </a:t>
            </a:r>
            <a:br>
              <a:rPr lang="en-US" altLang="en-US" sz="1400"/>
            </a:br>
            <a:r>
              <a:rPr lang="en-US" altLang="en-US" sz="1400"/>
              <a:t>damage points</a:t>
            </a:r>
          </a:p>
        </p:txBody>
      </p:sp>
      <p:pic>
        <p:nvPicPr>
          <p:cNvPr id="141" name="Graphic 25">
            <a:extLst>
              <a:ext uri="{FF2B5EF4-FFF2-40B4-BE49-F238E27FC236}">
                <a16:creationId xmlns:a16="http://schemas.microsoft.com/office/drawing/2014/main" id="{4D9AA185-DDAE-DED5-8BF2-F6F6ABF4B51D}"/>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9633919" y="265035"/>
            <a:ext cx="2268526" cy="549547"/>
          </a:xfrm>
          <a:prstGeom prst="rect">
            <a:avLst/>
          </a:prstGeom>
        </p:spPr>
      </p:pic>
      <p:sp>
        <p:nvSpPr>
          <p:cNvPr id="2" name="Rectangle 1"/>
          <p:cNvSpPr/>
          <p:nvPr/>
        </p:nvSpPr>
        <p:spPr>
          <a:xfrm>
            <a:off x="8680581" y="5858365"/>
            <a:ext cx="1906677" cy="338554"/>
          </a:xfrm>
          <a:prstGeom prst="rect">
            <a:avLst/>
          </a:prstGeom>
        </p:spPr>
        <p:txBody>
          <a:bodyPr wrap="none" lIns="91440" tIns="45720" rIns="91440" bIns="45720" anchor="t">
            <a:spAutoFit/>
          </a:bodyPr>
          <a:lstStyle/>
          <a:p>
            <a:pPr algn="ctr"/>
            <a:r>
              <a:rPr lang="en-IN" sz="1600" spc="-1">
                <a:latin typeface="Times New Roman"/>
                <a:cs typeface="Times New Roman"/>
              </a:rPr>
              <a:t>Fig. 9: Botnet Attack</a:t>
            </a:r>
          </a:p>
        </p:txBody>
      </p:sp>
      <p:sp>
        <p:nvSpPr>
          <p:cNvPr id="143" name="Rectangle 142"/>
          <p:cNvSpPr/>
          <p:nvPr/>
        </p:nvSpPr>
        <p:spPr>
          <a:xfrm>
            <a:off x="477496" y="289394"/>
            <a:ext cx="7061836" cy="523220"/>
          </a:xfrm>
          <a:prstGeom prst="rect">
            <a:avLst/>
          </a:prstGeom>
        </p:spPr>
        <p:txBody>
          <a:bodyPr wrap="square">
            <a:spAutoFit/>
          </a:bodyPr>
          <a:lstStyle/>
          <a:p>
            <a:r>
              <a:rPr lang="en-US" sz="2800" b="1" dirty="0" err="1" smtClean="0">
                <a:solidFill>
                  <a:srgbClr val="C00000"/>
                </a:solidFill>
                <a:latin typeface="Times New Roman"/>
                <a:cs typeface="Times New Roman"/>
              </a:rPr>
              <a:t>DDoS</a:t>
            </a:r>
            <a:r>
              <a:rPr lang="en-US" sz="2800" b="1" dirty="0" smtClean="0">
                <a:solidFill>
                  <a:srgbClr val="C00000"/>
                </a:solidFill>
                <a:latin typeface="Times New Roman"/>
                <a:cs typeface="Times New Roman"/>
              </a:rPr>
              <a:t> </a:t>
            </a:r>
            <a:r>
              <a:rPr lang="en-US" sz="2800" b="1" dirty="0">
                <a:solidFill>
                  <a:srgbClr val="C00000"/>
                </a:solidFill>
                <a:latin typeface="Times New Roman"/>
                <a:cs typeface="Times New Roman"/>
              </a:rPr>
              <a:t>and Botnet attacks in IoT</a:t>
            </a:r>
          </a:p>
        </p:txBody>
      </p:sp>
    </p:spTree>
    <p:extLst>
      <p:ext uri="{BB962C8B-B14F-4D97-AF65-F5344CB8AC3E}">
        <p14:creationId xmlns:p14="http://schemas.microsoft.com/office/powerpoint/2010/main" val="230315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left)">
                                      <p:cBhvr>
                                        <p:cTn id="7" dur="500"/>
                                        <p:tgtEl>
                                          <p:spTgt spid="8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7"/>
                                        </p:tgtEl>
                                        <p:attrNameLst>
                                          <p:attrName>style.visibility</p:attrName>
                                        </p:attrNameLst>
                                      </p:cBhvr>
                                      <p:to>
                                        <p:strVal val="visible"/>
                                      </p:to>
                                    </p:set>
                                    <p:animEffect transition="in" filter="wipe(left)">
                                      <p:cBhvr>
                                        <p:cTn id="11" dur="500"/>
                                        <p:tgtEl>
                                          <p:spTgt spid="87"/>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wipe(down)">
                                      <p:cBhvr>
                                        <p:cTn id="15" dur="500"/>
                                        <p:tgtEl>
                                          <p:spTgt spid="88"/>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wipe(down)">
                                      <p:cBhvr>
                                        <p:cTn id="19" dur="500"/>
                                        <p:tgtEl>
                                          <p:spTgt spid="89"/>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wipe(right)">
                                      <p:cBhvr>
                                        <p:cTn id="23" dur="500"/>
                                        <p:tgtEl>
                                          <p:spTgt spid="90"/>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wipe(right)">
                                      <p:cBhvr>
                                        <p:cTn id="27" dur="500"/>
                                        <p:tgtEl>
                                          <p:spTgt spid="91"/>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2"/>
                                        </p:tgtEl>
                                        <p:attrNameLst>
                                          <p:attrName>style.visibility</p:attrName>
                                        </p:attrNameLst>
                                      </p:cBhvr>
                                      <p:to>
                                        <p:strVal val="visible"/>
                                      </p:to>
                                    </p:set>
                                    <p:animEffect transition="in" filter="wipe(up)">
                                      <p:cBhvr>
                                        <p:cTn id="31" dur="500"/>
                                        <p:tgtEl>
                                          <p:spTgt spid="92"/>
                                        </p:tgtEl>
                                      </p:cBhvr>
                                    </p:animEffect>
                                  </p:childTnLst>
                                </p:cTn>
                              </p:par>
                            </p:childTnLst>
                          </p:cTn>
                        </p:par>
                        <p:par>
                          <p:cTn id="32" fill="hold">
                            <p:stCondLst>
                              <p:cond delay="3500"/>
                            </p:stCondLst>
                            <p:childTnLst>
                              <p:par>
                                <p:cTn id="33" presetID="22" presetClass="entr" presetSubtype="2" fill="hold" nodeType="afterEffect">
                                  <p:stCondLst>
                                    <p:cond delay="0"/>
                                  </p:stCondLst>
                                  <p:childTnLst>
                                    <p:set>
                                      <p:cBhvr>
                                        <p:cTn id="34" dur="1" fill="hold">
                                          <p:stCondLst>
                                            <p:cond delay="0"/>
                                          </p:stCondLst>
                                        </p:cTn>
                                        <p:tgtEl>
                                          <p:spTgt spid="93"/>
                                        </p:tgtEl>
                                        <p:attrNameLst>
                                          <p:attrName>style.visibility</p:attrName>
                                        </p:attrNameLst>
                                      </p:cBhvr>
                                      <p:to>
                                        <p:strVal val="visible"/>
                                      </p:to>
                                    </p:set>
                                    <p:animEffect transition="in" filter="wipe(right)">
                                      <p:cBhvr>
                                        <p:cTn id="35" dur="500"/>
                                        <p:tgtEl>
                                          <p:spTgt spid="93"/>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wipe(left)">
                                      <p:cBhvr>
                                        <p:cTn id="39" dur="500"/>
                                        <p:tgtEl>
                                          <p:spTgt spid="94"/>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95"/>
                                        </p:tgtEl>
                                        <p:attrNameLst>
                                          <p:attrName>style.visibility</p:attrName>
                                        </p:attrNameLst>
                                      </p:cBhvr>
                                      <p:to>
                                        <p:strVal val="visible"/>
                                      </p:to>
                                    </p:set>
                                    <p:animEffect transition="in" filter="wipe(left)">
                                      <p:cBhvr>
                                        <p:cTn id="43" dur="500"/>
                                        <p:tgtEl>
                                          <p:spTgt spid="95"/>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96"/>
                                        </p:tgtEl>
                                        <p:attrNameLst>
                                          <p:attrName>style.visibility</p:attrName>
                                        </p:attrNameLst>
                                      </p:cBhvr>
                                      <p:to>
                                        <p:strVal val="visible"/>
                                      </p:to>
                                    </p:set>
                                    <p:animEffect transition="in" filter="wipe(down)">
                                      <p:cBhvr>
                                        <p:cTn id="47" dur="500"/>
                                        <p:tgtEl>
                                          <p:spTgt spid="96"/>
                                        </p:tgtEl>
                                      </p:cBhvr>
                                    </p:animEffect>
                                  </p:childTnLst>
                                </p:cTn>
                              </p:par>
                            </p:childTnLst>
                          </p:cTn>
                        </p:par>
                        <p:par>
                          <p:cTn id="48" fill="hold">
                            <p:stCondLst>
                              <p:cond delay="5500"/>
                            </p:stCondLst>
                            <p:childTnLst>
                              <p:par>
                                <p:cTn id="49" presetID="22" presetClass="entr" presetSubtype="4" fill="hold" nodeType="afterEffect">
                                  <p:stCondLst>
                                    <p:cond delay="0"/>
                                  </p:stCondLst>
                                  <p:childTnLst>
                                    <p:set>
                                      <p:cBhvr>
                                        <p:cTn id="50" dur="1" fill="hold">
                                          <p:stCondLst>
                                            <p:cond delay="0"/>
                                          </p:stCondLst>
                                        </p:cTn>
                                        <p:tgtEl>
                                          <p:spTgt spid="97"/>
                                        </p:tgtEl>
                                        <p:attrNameLst>
                                          <p:attrName>style.visibility</p:attrName>
                                        </p:attrNameLst>
                                      </p:cBhvr>
                                      <p:to>
                                        <p:strVal val="visible"/>
                                      </p:to>
                                    </p:set>
                                    <p:animEffect transition="in" filter="wipe(down)">
                                      <p:cBhvr>
                                        <p:cTn id="51" dur="500"/>
                                        <p:tgtEl>
                                          <p:spTgt spid="97"/>
                                        </p:tgtEl>
                                      </p:cBhvr>
                                    </p:animEffect>
                                  </p:childTnLst>
                                </p:cTn>
                              </p:par>
                            </p:childTnLst>
                          </p:cTn>
                        </p:par>
                        <p:par>
                          <p:cTn id="52" fill="hold">
                            <p:stCondLst>
                              <p:cond delay="6000"/>
                            </p:stCondLst>
                            <p:childTnLst>
                              <p:par>
                                <p:cTn id="53" presetID="22" presetClass="entr" presetSubtype="4" fill="hold" nodeType="afterEffect">
                                  <p:stCondLst>
                                    <p:cond delay="0"/>
                                  </p:stCondLst>
                                  <p:childTnLst>
                                    <p:set>
                                      <p:cBhvr>
                                        <p:cTn id="54" dur="1" fill="hold">
                                          <p:stCondLst>
                                            <p:cond delay="0"/>
                                          </p:stCondLst>
                                        </p:cTn>
                                        <p:tgtEl>
                                          <p:spTgt spid="98"/>
                                        </p:tgtEl>
                                        <p:attrNameLst>
                                          <p:attrName>style.visibility</p:attrName>
                                        </p:attrNameLst>
                                      </p:cBhvr>
                                      <p:to>
                                        <p:strVal val="visible"/>
                                      </p:to>
                                    </p:set>
                                    <p:animEffect transition="in" filter="wipe(down)">
                                      <p:cBhvr>
                                        <p:cTn id="55" dur="500"/>
                                        <p:tgtEl>
                                          <p:spTgt spid="98"/>
                                        </p:tgtEl>
                                      </p:cBhvr>
                                    </p:animEffect>
                                  </p:childTnLst>
                                </p:cTn>
                              </p:par>
                            </p:childTnLst>
                          </p:cTn>
                        </p:par>
                        <p:par>
                          <p:cTn id="56" fill="hold">
                            <p:stCondLst>
                              <p:cond delay="6500"/>
                            </p:stCondLst>
                            <p:childTnLst>
                              <p:par>
                                <p:cTn id="57" presetID="22" presetClass="entr" presetSubtype="2" fill="hold" nodeType="afterEffect">
                                  <p:stCondLst>
                                    <p:cond delay="0"/>
                                  </p:stCondLst>
                                  <p:childTnLst>
                                    <p:set>
                                      <p:cBhvr>
                                        <p:cTn id="58" dur="1" fill="hold">
                                          <p:stCondLst>
                                            <p:cond delay="0"/>
                                          </p:stCondLst>
                                        </p:cTn>
                                        <p:tgtEl>
                                          <p:spTgt spid="99"/>
                                        </p:tgtEl>
                                        <p:attrNameLst>
                                          <p:attrName>style.visibility</p:attrName>
                                        </p:attrNameLst>
                                      </p:cBhvr>
                                      <p:to>
                                        <p:strVal val="visible"/>
                                      </p:to>
                                    </p:set>
                                    <p:animEffect transition="in" filter="wipe(right)">
                                      <p:cBhvr>
                                        <p:cTn id="59" dur="500"/>
                                        <p:tgtEl>
                                          <p:spTgt spid="99"/>
                                        </p:tgtEl>
                                      </p:cBhvr>
                                    </p:animEffect>
                                  </p:childTnLst>
                                </p:cTn>
                              </p:par>
                            </p:childTnLst>
                          </p:cTn>
                        </p:par>
                        <p:par>
                          <p:cTn id="60" fill="hold">
                            <p:stCondLst>
                              <p:cond delay="7000"/>
                            </p:stCondLst>
                            <p:childTnLst>
                              <p:par>
                                <p:cTn id="61" presetID="22" presetClass="entr" presetSubtype="2" fill="hold" nodeType="afterEffect">
                                  <p:stCondLst>
                                    <p:cond delay="0"/>
                                  </p:stCondLst>
                                  <p:childTnLst>
                                    <p:set>
                                      <p:cBhvr>
                                        <p:cTn id="62" dur="1" fill="hold">
                                          <p:stCondLst>
                                            <p:cond delay="0"/>
                                          </p:stCondLst>
                                        </p:cTn>
                                        <p:tgtEl>
                                          <p:spTgt spid="100"/>
                                        </p:tgtEl>
                                        <p:attrNameLst>
                                          <p:attrName>style.visibility</p:attrName>
                                        </p:attrNameLst>
                                      </p:cBhvr>
                                      <p:to>
                                        <p:strVal val="visible"/>
                                      </p:to>
                                    </p:set>
                                    <p:animEffect transition="in" filter="wipe(right)">
                                      <p:cBhvr>
                                        <p:cTn id="63" dur="500"/>
                                        <p:tgtEl>
                                          <p:spTgt spid="100"/>
                                        </p:tgtEl>
                                      </p:cBhvr>
                                    </p:animEffect>
                                  </p:childTnLst>
                                </p:cTn>
                              </p:par>
                            </p:childTnLst>
                          </p:cTn>
                        </p:par>
                        <p:par>
                          <p:cTn id="64" fill="hold">
                            <p:stCondLst>
                              <p:cond delay="7500"/>
                            </p:stCondLst>
                            <p:childTnLst>
                              <p:par>
                                <p:cTn id="65" presetID="22" presetClass="entr" presetSubtype="1" fill="hold" nodeType="afterEffect">
                                  <p:stCondLst>
                                    <p:cond delay="0"/>
                                  </p:stCondLst>
                                  <p:childTnLst>
                                    <p:set>
                                      <p:cBhvr>
                                        <p:cTn id="66" dur="1" fill="hold">
                                          <p:stCondLst>
                                            <p:cond delay="0"/>
                                          </p:stCondLst>
                                        </p:cTn>
                                        <p:tgtEl>
                                          <p:spTgt spid="101"/>
                                        </p:tgtEl>
                                        <p:attrNameLst>
                                          <p:attrName>style.visibility</p:attrName>
                                        </p:attrNameLst>
                                      </p:cBhvr>
                                      <p:to>
                                        <p:strVal val="visible"/>
                                      </p:to>
                                    </p:set>
                                    <p:animEffect transition="in" filter="wipe(up)">
                                      <p:cBhvr>
                                        <p:cTn id="67" dur="500"/>
                                        <p:tgtEl>
                                          <p:spTgt spid="101"/>
                                        </p:tgtEl>
                                      </p:cBhvr>
                                    </p:animEffect>
                                  </p:childTnLst>
                                </p:cTn>
                              </p:par>
                            </p:childTnLst>
                          </p:cTn>
                        </p:par>
                        <p:par>
                          <p:cTn id="68" fill="hold">
                            <p:stCondLst>
                              <p:cond delay="8000"/>
                            </p:stCondLst>
                            <p:childTnLst>
                              <p:par>
                                <p:cTn id="69" presetID="22" presetClass="entr" presetSubtype="4" fill="hold" nodeType="after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down)">
                                      <p:cBhvr>
                                        <p:cTn id="71" dur="500"/>
                                        <p:tgtEl>
                                          <p:spTgt spid="102"/>
                                        </p:tgtEl>
                                      </p:cBhvr>
                                    </p:animEffect>
                                  </p:childTnLst>
                                </p:cTn>
                              </p:par>
                            </p:childTnLst>
                          </p:cTn>
                        </p:par>
                        <p:par>
                          <p:cTn id="72" fill="hold">
                            <p:stCondLst>
                              <p:cond delay="8500"/>
                            </p:stCondLst>
                            <p:childTnLst>
                              <p:par>
                                <p:cTn id="73" presetID="22" presetClass="entr" presetSubtype="4" fill="hold" nodeType="afterEffect">
                                  <p:stCondLst>
                                    <p:cond delay="0"/>
                                  </p:stCondLst>
                                  <p:childTnLst>
                                    <p:set>
                                      <p:cBhvr>
                                        <p:cTn id="74" dur="1" fill="hold">
                                          <p:stCondLst>
                                            <p:cond delay="0"/>
                                          </p:stCondLst>
                                        </p:cTn>
                                        <p:tgtEl>
                                          <p:spTgt spid="103"/>
                                        </p:tgtEl>
                                        <p:attrNameLst>
                                          <p:attrName>style.visibility</p:attrName>
                                        </p:attrNameLst>
                                      </p:cBhvr>
                                      <p:to>
                                        <p:strVal val="visible"/>
                                      </p:to>
                                    </p:set>
                                    <p:animEffect transition="in" filter="wipe(down)">
                                      <p:cBhvr>
                                        <p:cTn id="75" dur="500"/>
                                        <p:tgtEl>
                                          <p:spTgt spid="103"/>
                                        </p:tgtEl>
                                      </p:cBhvr>
                                    </p:animEffect>
                                  </p:childTnLst>
                                </p:cTn>
                              </p:par>
                            </p:childTnLst>
                          </p:cTn>
                        </p:par>
                        <p:par>
                          <p:cTn id="76" fill="hold">
                            <p:stCondLst>
                              <p:cond delay="9000"/>
                            </p:stCondLst>
                            <p:childTnLst>
                              <p:par>
                                <p:cTn id="77" presetID="22" presetClass="entr" presetSubtype="1" fill="hold" nodeType="afterEffect">
                                  <p:stCondLst>
                                    <p:cond delay="0"/>
                                  </p:stCondLst>
                                  <p:childTnLst>
                                    <p:set>
                                      <p:cBhvr>
                                        <p:cTn id="78" dur="1" fill="hold">
                                          <p:stCondLst>
                                            <p:cond delay="0"/>
                                          </p:stCondLst>
                                        </p:cTn>
                                        <p:tgtEl>
                                          <p:spTgt spid="104"/>
                                        </p:tgtEl>
                                        <p:attrNameLst>
                                          <p:attrName>style.visibility</p:attrName>
                                        </p:attrNameLst>
                                      </p:cBhvr>
                                      <p:to>
                                        <p:strVal val="visible"/>
                                      </p:to>
                                    </p:set>
                                    <p:animEffect transition="in" filter="wipe(up)">
                                      <p:cBhvr>
                                        <p:cTn id="79" dur="500"/>
                                        <p:tgtEl>
                                          <p:spTgt spid="104"/>
                                        </p:tgtEl>
                                      </p:cBhvr>
                                    </p:animEffect>
                                  </p:childTnLst>
                                </p:cTn>
                              </p:par>
                            </p:childTnLst>
                          </p:cTn>
                        </p:par>
                        <p:par>
                          <p:cTn id="80" fill="hold">
                            <p:stCondLst>
                              <p:cond delay="9500"/>
                            </p:stCondLst>
                            <p:childTnLst>
                              <p:par>
                                <p:cTn id="81" presetID="22" presetClass="entr" presetSubtype="1" fill="hold" nodeType="afterEffect">
                                  <p:stCondLst>
                                    <p:cond delay="0"/>
                                  </p:stCondLst>
                                  <p:childTnLst>
                                    <p:set>
                                      <p:cBhvr>
                                        <p:cTn id="82" dur="1" fill="hold">
                                          <p:stCondLst>
                                            <p:cond delay="0"/>
                                          </p:stCondLst>
                                        </p:cTn>
                                        <p:tgtEl>
                                          <p:spTgt spid="105"/>
                                        </p:tgtEl>
                                        <p:attrNameLst>
                                          <p:attrName>style.visibility</p:attrName>
                                        </p:attrNameLst>
                                      </p:cBhvr>
                                      <p:to>
                                        <p:strVal val="visible"/>
                                      </p:to>
                                    </p:set>
                                    <p:animEffect transition="in" filter="wipe(up)">
                                      <p:cBhvr>
                                        <p:cTn id="83" dur="500"/>
                                        <p:tgtEl>
                                          <p:spTgt spid="105"/>
                                        </p:tgtEl>
                                      </p:cBhvr>
                                    </p:animEffect>
                                  </p:childTnLst>
                                </p:cTn>
                              </p:par>
                            </p:childTnLst>
                          </p:cTn>
                        </p:par>
                        <p:par>
                          <p:cTn id="84" fill="hold">
                            <p:stCondLst>
                              <p:cond delay="10000"/>
                            </p:stCondLst>
                            <p:childTnLst>
                              <p:par>
                                <p:cTn id="85" presetID="22" presetClass="entr" presetSubtype="8" fill="hold" nodeType="afterEffect">
                                  <p:stCondLst>
                                    <p:cond delay="0"/>
                                  </p:stCondLst>
                                  <p:childTnLst>
                                    <p:set>
                                      <p:cBhvr>
                                        <p:cTn id="86" dur="1" fill="hold">
                                          <p:stCondLst>
                                            <p:cond delay="0"/>
                                          </p:stCondLst>
                                        </p:cTn>
                                        <p:tgtEl>
                                          <p:spTgt spid="106"/>
                                        </p:tgtEl>
                                        <p:attrNameLst>
                                          <p:attrName>style.visibility</p:attrName>
                                        </p:attrNameLst>
                                      </p:cBhvr>
                                      <p:to>
                                        <p:strVal val="visible"/>
                                      </p:to>
                                    </p:set>
                                    <p:animEffect transition="in" filter="wipe(left)">
                                      <p:cBhvr>
                                        <p:cTn id="87" dur="500"/>
                                        <p:tgtEl>
                                          <p:spTgt spid="106"/>
                                        </p:tgtEl>
                                      </p:cBhvr>
                                    </p:animEffect>
                                  </p:childTnLst>
                                </p:cTn>
                              </p:par>
                            </p:childTnLst>
                          </p:cTn>
                        </p:par>
                        <p:par>
                          <p:cTn id="88" fill="hold">
                            <p:stCondLst>
                              <p:cond delay="10500"/>
                            </p:stCondLst>
                            <p:childTnLst>
                              <p:par>
                                <p:cTn id="89" presetID="22" presetClass="entr" presetSubtype="4" fill="hold" nodeType="afterEffect">
                                  <p:stCondLst>
                                    <p:cond delay="0"/>
                                  </p:stCondLst>
                                  <p:childTnLst>
                                    <p:set>
                                      <p:cBhvr>
                                        <p:cTn id="90" dur="1" fill="hold">
                                          <p:stCondLst>
                                            <p:cond delay="0"/>
                                          </p:stCondLst>
                                        </p:cTn>
                                        <p:tgtEl>
                                          <p:spTgt spid="107"/>
                                        </p:tgtEl>
                                        <p:attrNameLst>
                                          <p:attrName>style.visibility</p:attrName>
                                        </p:attrNameLst>
                                      </p:cBhvr>
                                      <p:to>
                                        <p:strVal val="visible"/>
                                      </p:to>
                                    </p:set>
                                    <p:animEffect transition="in" filter="wipe(down)">
                                      <p:cBhvr>
                                        <p:cTn id="91" dur="500"/>
                                        <p:tgtEl>
                                          <p:spTgt spid="107"/>
                                        </p:tgtEl>
                                      </p:cBhvr>
                                    </p:animEffect>
                                  </p:childTnLst>
                                </p:cTn>
                              </p:par>
                            </p:childTnLst>
                          </p:cTn>
                        </p:par>
                        <p:par>
                          <p:cTn id="92" fill="hold">
                            <p:stCondLst>
                              <p:cond delay="11000"/>
                            </p:stCondLst>
                            <p:childTnLst>
                              <p:par>
                                <p:cTn id="93" presetID="22" presetClass="entr" presetSubtype="1" fill="hold" nodeType="afterEffect">
                                  <p:stCondLst>
                                    <p:cond delay="0"/>
                                  </p:stCondLst>
                                  <p:childTnLst>
                                    <p:set>
                                      <p:cBhvr>
                                        <p:cTn id="94" dur="1" fill="hold">
                                          <p:stCondLst>
                                            <p:cond delay="0"/>
                                          </p:stCondLst>
                                        </p:cTn>
                                        <p:tgtEl>
                                          <p:spTgt spid="108"/>
                                        </p:tgtEl>
                                        <p:attrNameLst>
                                          <p:attrName>style.visibility</p:attrName>
                                        </p:attrNameLst>
                                      </p:cBhvr>
                                      <p:to>
                                        <p:strVal val="visible"/>
                                      </p:to>
                                    </p:set>
                                    <p:animEffect transition="in" filter="wipe(up)">
                                      <p:cBhvr>
                                        <p:cTn id="95" dur="500"/>
                                        <p:tgtEl>
                                          <p:spTgt spid="108"/>
                                        </p:tgtEl>
                                      </p:cBhvr>
                                    </p:animEffect>
                                  </p:childTnLst>
                                </p:cTn>
                              </p:par>
                            </p:childTnLst>
                          </p:cTn>
                        </p:par>
                        <p:par>
                          <p:cTn id="96" fill="hold">
                            <p:stCondLst>
                              <p:cond delay="11500"/>
                            </p:stCondLst>
                            <p:childTnLst>
                              <p:par>
                                <p:cTn id="97" presetID="22" presetClass="entr" presetSubtype="8" fill="hold" nodeType="afterEffect">
                                  <p:stCondLst>
                                    <p:cond delay="0"/>
                                  </p:stCondLst>
                                  <p:childTnLst>
                                    <p:set>
                                      <p:cBhvr>
                                        <p:cTn id="98" dur="1" fill="hold">
                                          <p:stCondLst>
                                            <p:cond delay="0"/>
                                          </p:stCondLst>
                                        </p:cTn>
                                        <p:tgtEl>
                                          <p:spTgt spid="109"/>
                                        </p:tgtEl>
                                        <p:attrNameLst>
                                          <p:attrName>style.visibility</p:attrName>
                                        </p:attrNameLst>
                                      </p:cBhvr>
                                      <p:to>
                                        <p:strVal val="visible"/>
                                      </p:to>
                                    </p:set>
                                    <p:animEffect transition="in" filter="wipe(left)">
                                      <p:cBhvr>
                                        <p:cTn id="9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325268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t>
            </a:r>
            <a:r>
              <a:rPr lang="en-IN" sz="3200" b="1" spc="-1" dirty="0" smtClean="0">
                <a:solidFill>
                  <a:srgbClr val="C00000"/>
                </a:solidFill>
                <a:latin typeface="Times New Roman"/>
                <a:cs typeface="Times New Roman"/>
              </a:rPr>
              <a:t>Attack</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36</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8986" y="1824884"/>
            <a:ext cx="5506342" cy="3837754"/>
          </a:xfrm>
          <a:prstGeom prst="rect">
            <a:avLst/>
          </a:prstGeom>
        </p:spPr>
      </p:pic>
      <p:sp>
        <p:nvSpPr>
          <p:cNvPr id="9" name="Rectangle 8"/>
          <p:cNvSpPr/>
          <p:nvPr/>
        </p:nvSpPr>
        <p:spPr>
          <a:xfrm>
            <a:off x="313326" y="1248933"/>
            <a:ext cx="1981889" cy="400110"/>
          </a:xfrm>
          <a:prstGeom prst="rect">
            <a:avLst/>
          </a:prstGeom>
        </p:spPr>
        <p:txBody>
          <a:bodyPr wrap="none">
            <a:spAutoFit/>
          </a:bodyPr>
          <a:lstStyle/>
          <a:p>
            <a:pPr marL="285750" indent="-285750">
              <a:buFont typeface="Wingdings" panose="05000000000000000000" pitchFamily="2" charset="2"/>
              <a:buChar char="§"/>
            </a:pPr>
            <a:r>
              <a:rPr lang="en-US" sz="2000" dirty="0" smtClean="0">
                <a:latin typeface="Arial" panose="020B0604020202020204" pitchFamily="34" charset="0"/>
              </a:rPr>
              <a:t>Rank </a:t>
            </a:r>
            <a:r>
              <a:rPr lang="en-US" sz="2000" dirty="0">
                <a:latin typeface="Arial" panose="020B0604020202020204" pitchFamily="34" charset="0"/>
              </a:rPr>
              <a:t>Attack: </a:t>
            </a:r>
            <a:endParaRPr lang="en-US" sz="2000" dirty="0"/>
          </a:p>
        </p:txBody>
      </p:sp>
      <p:pic>
        <p:nvPicPr>
          <p:cNvPr id="2" name="Picture 1"/>
          <p:cNvPicPr>
            <a:picLocks noChangeAspect="1"/>
          </p:cNvPicPr>
          <p:nvPr/>
        </p:nvPicPr>
        <p:blipFill>
          <a:blip r:embed="rId7"/>
          <a:stretch>
            <a:fillRect/>
          </a:stretch>
        </p:blipFill>
        <p:spPr>
          <a:xfrm>
            <a:off x="6074144" y="2266224"/>
            <a:ext cx="5501722" cy="2955073"/>
          </a:xfrm>
          <a:prstGeom prst="rect">
            <a:avLst/>
          </a:prstGeom>
        </p:spPr>
      </p:pic>
      <p:sp>
        <p:nvSpPr>
          <p:cNvPr id="3" name="TextBox 2"/>
          <p:cNvSpPr txBox="1"/>
          <p:nvPr/>
        </p:nvSpPr>
        <p:spPr>
          <a:xfrm>
            <a:off x="6913756" y="1448988"/>
            <a:ext cx="2520176"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Sinkhole attack</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35725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3">
            <a:extLst>
              <a:ext uri="{FF2B5EF4-FFF2-40B4-BE49-F238E27FC236}">
                <a16:creationId xmlns:a16="http://schemas.microsoft.com/office/drawing/2014/main" id="{AA11700B-C2EE-2017-E234-9E0EFC0E8256}"/>
              </a:ext>
            </a:extLst>
          </p:cNvPr>
          <p:cNvSpPr/>
          <p:nvPr/>
        </p:nvSpPr>
        <p:spPr>
          <a:xfrm>
            <a:off x="206684" y="920313"/>
            <a:ext cx="11734920" cy="360"/>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4" name="CustomShape 1">
            <a:extLst>
              <a:ext uri="{FF2B5EF4-FFF2-40B4-BE49-F238E27FC236}">
                <a16:creationId xmlns:a16="http://schemas.microsoft.com/office/drawing/2014/main" id="{9AC6AECF-5EA9-96CA-847A-B3818EDFFE05}"/>
              </a:ext>
            </a:extLst>
          </p:cNvPr>
          <p:cNvSpPr/>
          <p:nvPr/>
        </p:nvSpPr>
        <p:spPr>
          <a:xfrm>
            <a:off x="326855" y="128523"/>
            <a:ext cx="3252686"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C00000"/>
                </a:solidFill>
                <a:latin typeface="Times New Roman"/>
                <a:cs typeface="Times New Roman"/>
              </a:rPr>
              <a:t> IoT </a:t>
            </a:r>
            <a:r>
              <a:rPr lang="en-IN" sz="3200" b="1" spc="-1" dirty="0" smtClean="0">
                <a:solidFill>
                  <a:srgbClr val="C00000"/>
                </a:solidFill>
                <a:latin typeface="Times New Roman"/>
                <a:cs typeface="Times New Roman"/>
              </a:rPr>
              <a:t>Attack</a:t>
            </a:r>
            <a:endParaRPr lang="en-IN" sz="3200" b="1" strike="noStrike" spc="-1" dirty="0">
              <a:solidFill>
                <a:srgbClr val="C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6676A-AC16-16C3-DEE1-E0192DA25120}"/>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72C1ACB7-ACDD-0C33-01FC-DAA6E2AB1994}"/>
              </a:ext>
            </a:extLst>
          </p:cNvPr>
          <p:cNvSpPr>
            <a:spLocks noGrp="1"/>
          </p:cNvSpPr>
          <p:nvPr>
            <p:ph type="sldNum" sz="quarter" idx="12"/>
          </p:nvPr>
        </p:nvSpPr>
        <p:spPr/>
        <p:txBody>
          <a:bodyPr/>
          <a:lstStyle/>
          <a:p>
            <a:fld id="{4DAFB949-428C-4290-8A69-E88B57575036}" type="slidenum">
              <a:rPr lang="en-US" smtClean="0"/>
              <a:pPr/>
              <a:t>37</a:t>
            </a:fld>
            <a:endParaRPr lang="en-US"/>
          </a:p>
        </p:txBody>
      </p:sp>
      <p:pic>
        <p:nvPicPr>
          <p:cNvPr id="12"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5"/>
              </a:ext>
            </a:extLst>
          </a:blip>
          <a:stretch>
            <a:fillRect/>
          </a:stretch>
        </p:blipFill>
        <p:spPr>
          <a:xfrm>
            <a:off x="9633919" y="265035"/>
            <a:ext cx="2268526" cy="549547"/>
          </a:xfrm>
          <a:prstGeom prst="rect">
            <a:avLst/>
          </a:prstGeom>
        </p:spPr>
      </p:pic>
      <p:sp>
        <p:nvSpPr>
          <p:cNvPr id="9" name="Rectangle 8"/>
          <p:cNvSpPr/>
          <p:nvPr/>
        </p:nvSpPr>
        <p:spPr>
          <a:xfrm>
            <a:off x="313326" y="1248933"/>
            <a:ext cx="3342775" cy="400110"/>
          </a:xfrm>
          <a:prstGeom prst="rect">
            <a:avLst/>
          </a:prstGeom>
        </p:spPr>
        <p:txBody>
          <a:bodyPr wrap="none">
            <a:spAutoFit/>
          </a:bodyPr>
          <a:lstStyle/>
          <a:p>
            <a:pPr marL="285750" indent="-285750">
              <a:buFont typeface="Wingdings" panose="05000000000000000000" pitchFamily="2" charset="2"/>
              <a:buChar char="§"/>
            </a:pPr>
            <a:r>
              <a:rPr lang="en-US" sz="2000" dirty="0">
                <a:latin typeface="Arial" panose="020B0604020202020204" pitchFamily="34" charset="0"/>
              </a:rPr>
              <a:t>buffer reservation attacks</a:t>
            </a:r>
            <a:endParaRPr lang="en-US" sz="2000" dirty="0"/>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2056" y="2270552"/>
            <a:ext cx="6524625" cy="2619375"/>
          </a:xfrm>
          <a:prstGeom prst="rect">
            <a:avLst/>
          </a:prstGeom>
        </p:spPr>
      </p:pic>
    </p:spTree>
    <p:extLst>
      <p:ext uri="{BB962C8B-B14F-4D97-AF65-F5344CB8AC3E}">
        <p14:creationId xmlns:p14="http://schemas.microsoft.com/office/powerpoint/2010/main" val="6108735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a:extLst>
              <a:ext uri="{FF2B5EF4-FFF2-40B4-BE49-F238E27FC236}">
                <a16:creationId xmlns:a16="http://schemas.microsoft.com/office/drawing/2014/main" id="{B3171D7D-BA47-CA49-72CF-1B2FA83101F3}"/>
              </a:ext>
            </a:extLst>
          </p:cNvPr>
          <p:cNvSpPr/>
          <p:nvPr/>
        </p:nvSpPr>
        <p:spPr>
          <a:xfrm>
            <a:off x="3429089" y="1587493"/>
            <a:ext cx="5159741" cy="67344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b="1" spc="-1" dirty="0">
                <a:solidFill>
                  <a:srgbClr val="FF0000"/>
                </a:solidFill>
                <a:latin typeface="Times New Roman"/>
                <a:cs typeface="Times New Roman"/>
              </a:rPr>
              <a:t>Possible IoT </a:t>
            </a:r>
            <a:r>
              <a:rPr lang="en-IN" sz="3200" b="1" spc="-1" dirty="0" smtClean="0">
                <a:solidFill>
                  <a:srgbClr val="FF0000"/>
                </a:solidFill>
                <a:latin typeface="Times New Roman"/>
                <a:cs typeface="Times New Roman"/>
              </a:rPr>
              <a:t>Projects</a:t>
            </a:r>
            <a:endParaRPr lang="en-IN" sz="3200" b="1" strike="noStrike" spc="-1" dirty="0">
              <a:solidFill>
                <a:srgbClr val="FF0000"/>
              </a:solidFill>
              <a:latin typeface="Times New Roman" panose="02020603050405020304" pitchFamily="18" charset="0"/>
              <a:cs typeface="Times New Roman" panose="02020603050405020304" pitchFamily="18" charset="0"/>
            </a:endParaRPr>
          </a:p>
        </p:txBody>
      </p:sp>
      <p:sp>
        <p:nvSpPr>
          <p:cNvPr id="6" name="Line 3">
            <a:extLst>
              <a:ext uri="{FF2B5EF4-FFF2-40B4-BE49-F238E27FC236}">
                <a16:creationId xmlns:a16="http://schemas.microsoft.com/office/drawing/2014/main" id="{6D134C2F-401B-CEAF-011A-58C7A43719D5}"/>
              </a:ext>
            </a:extLst>
          </p:cNvPr>
          <p:cNvSpPr/>
          <p:nvPr/>
        </p:nvSpPr>
        <p:spPr>
          <a:xfrm>
            <a:off x="464886" y="2518962"/>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4" name="Footer Placeholder 3">
            <a:extLst>
              <a:ext uri="{FF2B5EF4-FFF2-40B4-BE49-F238E27FC236}">
                <a16:creationId xmlns:a16="http://schemas.microsoft.com/office/drawing/2014/main" id="{8BAF4C55-741F-2B1F-0DFA-636287134777}"/>
              </a:ext>
            </a:extLst>
          </p:cNvPr>
          <p:cNvSpPr>
            <a:spLocks noGrp="1"/>
          </p:cNvSpPr>
          <p:nvPr>
            <p:ph type="ftr" sz="quarter" idx="11"/>
          </p:nvPr>
        </p:nvSpPr>
        <p:spPr/>
        <p:txBody>
          <a:bodyPr/>
          <a:lstStyle/>
          <a:p>
            <a:r>
              <a:rPr lang="en-US"/>
              <a:t>Department of Computer Science and Engineering, IITG</a:t>
            </a:r>
          </a:p>
        </p:txBody>
      </p:sp>
      <p:sp>
        <p:nvSpPr>
          <p:cNvPr id="7" name="Slide Number Placeholder 6">
            <a:extLst>
              <a:ext uri="{FF2B5EF4-FFF2-40B4-BE49-F238E27FC236}">
                <a16:creationId xmlns:a16="http://schemas.microsoft.com/office/drawing/2014/main" id="{EE7AFCDA-738C-9696-97A9-5F6C98BC25E4}"/>
              </a:ext>
            </a:extLst>
          </p:cNvPr>
          <p:cNvSpPr>
            <a:spLocks noGrp="1"/>
          </p:cNvSpPr>
          <p:nvPr>
            <p:ph type="sldNum" sz="quarter" idx="12"/>
          </p:nvPr>
        </p:nvSpPr>
        <p:spPr/>
        <p:txBody>
          <a:bodyPr/>
          <a:lstStyle/>
          <a:p>
            <a:fld id="{4DAFB949-428C-4290-8A69-E88B57575036}" type="slidenum">
              <a:rPr lang="en-US" dirty="0" smtClean="0"/>
              <a:pPr/>
              <a:t>38</a:t>
            </a:fld>
            <a:endParaRPr lang="en-US"/>
          </a:p>
        </p:txBody>
      </p:sp>
      <p:pic>
        <p:nvPicPr>
          <p:cNvPr id="11"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Tree>
    <p:extLst>
      <p:ext uri="{BB962C8B-B14F-4D97-AF65-F5344CB8AC3E}">
        <p14:creationId xmlns:p14="http://schemas.microsoft.com/office/powerpoint/2010/main" val="874347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3">
            <a:extLst>
              <a:ext uri="{FF2B5EF4-FFF2-40B4-BE49-F238E27FC236}">
                <a16:creationId xmlns:a16="http://schemas.microsoft.com/office/drawing/2014/main" id="{6D134C2F-401B-CEAF-011A-58C7A43719D5}"/>
              </a:ext>
            </a:extLst>
          </p:cNvPr>
          <p:cNvSpPr/>
          <p:nvPr/>
        </p:nvSpPr>
        <p:spPr>
          <a:xfrm>
            <a:off x="371101" y="8542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0" name="CustomShape 1">
            <a:extLst>
              <a:ext uri="{FF2B5EF4-FFF2-40B4-BE49-F238E27FC236}">
                <a16:creationId xmlns:a16="http://schemas.microsoft.com/office/drawing/2014/main" id="{8743A9BD-48EE-0C93-FA3B-B5DA310361EA}"/>
              </a:ext>
            </a:extLst>
          </p:cNvPr>
          <p:cNvSpPr/>
          <p:nvPr/>
        </p:nvSpPr>
        <p:spPr>
          <a:xfrm>
            <a:off x="371101" y="1591105"/>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Find Out When Someone Takes Your Stuff – IoT Home </a:t>
            </a:r>
            <a:r>
              <a:rPr lang="en-US" sz="2400" b="1" spc="-1" dirty="0" smtClean="0">
                <a:solidFill>
                  <a:srgbClr val="0000FF"/>
                </a:solidFill>
                <a:latin typeface="Times New Roman"/>
                <a:cs typeface="Times New Roman"/>
              </a:rPr>
              <a:t>Security</a:t>
            </a:r>
          </a:p>
          <a:p>
            <a:pPr algn="ctr"/>
            <a:endParaRPr lang="en-US" sz="2400" b="1" spc="-1" dirty="0">
              <a:solidFill>
                <a:srgbClr val="0000FF"/>
              </a:solidFill>
              <a:latin typeface="Times New Roman"/>
              <a:cs typeface="Times New Roman"/>
            </a:endParaRPr>
          </a:p>
        </p:txBody>
      </p:sp>
      <p:sp>
        <p:nvSpPr>
          <p:cNvPr id="3" name="Footer Placeholder 2">
            <a:extLst>
              <a:ext uri="{FF2B5EF4-FFF2-40B4-BE49-F238E27FC236}">
                <a16:creationId xmlns:a16="http://schemas.microsoft.com/office/drawing/2014/main" id="{238F2E44-A8A6-9DFD-7CD1-C29D3E328956}"/>
              </a:ext>
            </a:extLst>
          </p:cNvPr>
          <p:cNvSpPr>
            <a:spLocks noGrp="1"/>
          </p:cNvSpPr>
          <p:nvPr>
            <p:ph type="ftr" sz="quarter" idx="11"/>
          </p:nvPr>
        </p:nvSpPr>
        <p:spPr/>
        <p:txBody>
          <a:bodyPr/>
          <a:lstStyle/>
          <a:p>
            <a:r>
              <a:rPr lang="en-US"/>
              <a:t>Department of Computer Science and Engineering, IITG</a:t>
            </a:r>
          </a:p>
        </p:txBody>
      </p:sp>
      <p:sp>
        <p:nvSpPr>
          <p:cNvPr id="4" name="Slide Number Placeholder 3">
            <a:extLst>
              <a:ext uri="{FF2B5EF4-FFF2-40B4-BE49-F238E27FC236}">
                <a16:creationId xmlns:a16="http://schemas.microsoft.com/office/drawing/2014/main" id="{28F076CB-6F7D-43A7-A492-5C6024158E9F}"/>
              </a:ext>
            </a:extLst>
          </p:cNvPr>
          <p:cNvSpPr>
            <a:spLocks noGrp="1"/>
          </p:cNvSpPr>
          <p:nvPr>
            <p:ph type="sldNum" sz="quarter" idx="12"/>
          </p:nvPr>
        </p:nvSpPr>
        <p:spPr/>
        <p:txBody>
          <a:bodyPr/>
          <a:lstStyle/>
          <a:p>
            <a:fld id="{4DAFB949-428C-4290-8A69-E88B57575036}" type="slidenum">
              <a:rPr lang="en-US" smtClean="0"/>
              <a:pPr/>
              <a:t>39</a:t>
            </a:fld>
            <a:endParaRPr lang="en-US"/>
          </a:p>
        </p:txBody>
      </p:sp>
      <p:pic>
        <p:nvPicPr>
          <p:cNvPr id="13"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
        <p:nvSpPr>
          <p:cNvPr id="9" name="Rectangle 8"/>
          <p:cNvSpPr/>
          <p:nvPr/>
        </p:nvSpPr>
        <p:spPr>
          <a:xfrm>
            <a:off x="382998" y="233681"/>
            <a:ext cx="7061836" cy="523220"/>
          </a:xfrm>
          <a:prstGeom prst="rect">
            <a:avLst/>
          </a:prstGeom>
        </p:spPr>
        <p:txBody>
          <a:bodyPr wrap="square">
            <a:spAutoFit/>
          </a:bodyPr>
          <a:lstStyle/>
          <a:p>
            <a:r>
              <a:rPr lang="en-US" sz="2800" b="1" dirty="0">
                <a:solidFill>
                  <a:srgbClr val="C00000"/>
                </a:solidFill>
                <a:latin typeface="Times New Roman"/>
                <a:cs typeface="Times New Roman"/>
              </a:rPr>
              <a:t>Simple IoT Project</a:t>
            </a:r>
          </a:p>
        </p:txBody>
      </p:sp>
      <p:pic>
        <p:nvPicPr>
          <p:cNvPr id="2" name="Picture 1"/>
          <p:cNvPicPr>
            <a:picLocks noChangeAspect="1"/>
          </p:cNvPicPr>
          <p:nvPr/>
        </p:nvPicPr>
        <p:blipFill>
          <a:blip r:embed="rId5"/>
          <a:stretch>
            <a:fillRect/>
          </a:stretch>
        </p:blipFill>
        <p:spPr>
          <a:xfrm>
            <a:off x="525384" y="2379678"/>
            <a:ext cx="4695825" cy="2781300"/>
          </a:xfrm>
          <a:prstGeom prst="rect">
            <a:avLst/>
          </a:prstGeom>
        </p:spPr>
      </p:pic>
      <p:sp>
        <p:nvSpPr>
          <p:cNvPr id="11" name="CustomShape 1">
            <a:extLst>
              <a:ext uri="{FF2B5EF4-FFF2-40B4-BE49-F238E27FC236}">
                <a16:creationId xmlns:a16="http://schemas.microsoft.com/office/drawing/2014/main" id="{8743A9BD-48EE-0C93-FA3B-B5DA310361EA}"/>
              </a:ext>
            </a:extLst>
          </p:cNvPr>
          <p:cNvSpPr/>
          <p:nvPr/>
        </p:nvSpPr>
        <p:spPr>
          <a:xfrm>
            <a:off x="6272960" y="1662713"/>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Smoke Detecting IoT Device Using Gas Sensor – IoT Home Safety</a:t>
            </a:r>
          </a:p>
          <a:p>
            <a:pPr algn="ctr"/>
            <a:endParaRPr lang="en-US" sz="2400" b="1" spc="-1" dirty="0">
              <a:solidFill>
                <a:srgbClr val="0000FF"/>
              </a:solidFill>
              <a:latin typeface="Times New Roman"/>
              <a:cs typeface="Times New Roman"/>
            </a:endParaRPr>
          </a:p>
        </p:txBody>
      </p:sp>
      <p:pic>
        <p:nvPicPr>
          <p:cNvPr id="7" name="Picture 6"/>
          <p:cNvPicPr>
            <a:picLocks noChangeAspect="1"/>
          </p:cNvPicPr>
          <p:nvPr/>
        </p:nvPicPr>
        <p:blipFill>
          <a:blip r:embed="rId6"/>
          <a:stretch>
            <a:fillRect/>
          </a:stretch>
        </p:blipFill>
        <p:spPr>
          <a:xfrm>
            <a:off x="6395623" y="2379678"/>
            <a:ext cx="4667250" cy="2886075"/>
          </a:xfrm>
          <a:prstGeom prst="rect">
            <a:avLst/>
          </a:prstGeom>
        </p:spPr>
      </p:pic>
    </p:spTree>
    <p:extLst>
      <p:ext uri="{BB962C8B-B14F-4D97-AF65-F5344CB8AC3E}">
        <p14:creationId xmlns:p14="http://schemas.microsoft.com/office/powerpoint/2010/main" val="26501539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3">
            <a:extLst>
              <a:ext uri="{FF2B5EF4-FFF2-40B4-BE49-F238E27FC236}">
                <a16:creationId xmlns:a16="http://schemas.microsoft.com/office/drawing/2014/main" id="{6D134C2F-401B-CEAF-011A-58C7A43719D5}"/>
              </a:ext>
            </a:extLst>
          </p:cNvPr>
          <p:cNvSpPr/>
          <p:nvPr/>
        </p:nvSpPr>
        <p:spPr>
          <a:xfrm>
            <a:off x="371101" y="8542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0" name="CustomShape 1">
            <a:extLst>
              <a:ext uri="{FF2B5EF4-FFF2-40B4-BE49-F238E27FC236}">
                <a16:creationId xmlns:a16="http://schemas.microsoft.com/office/drawing/2014/main" id="{8743A9BD-48EE-0C93-FA3B-B5DA310361EA}"/>
              </a:ext>
            </a:extLst>
          </p:cNvPr>
          <p:cNvSpPr/>
          <p:nvPr/>
        </p:nvSpPr>
        <p:spPr>
          <a:xfrm>
            <a:off x="371101" y="1591105"/>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Tank Water Monitoring System </a:t>
            </a:r>
            <a:endParaRPr lang="en-US" sz="2400" b="1" i="1" spc="-1" dirty="0">
              <a:solidFill>
                <a:srgbClr val="0000FF"/>
              </a:solidFill>
              <a:latin typeface="Times New Roman"/>
              <a:cs typeface="Times New Roman"/>
            </a:endParaRPr>
          </a:p>
        </p:txBody>
      </p:sp>
      <p:sp>
        <p:nvSpPr>
          <p:cNvPr id="3" name="Footer Placeholder 2">
            <a:extLst>
              <a:ext uri="{FF2B5EF4-FFF2-40B4-BE49-F238E27FC236}">
                <a16:creationId xmlns:a16="http://schemas.microsoft.com/office/drawing/2014/main" id="{238F2E44-A8A6-9DFD-7CD1-C29D3E328956}"/>
              </a:ext>
            </a:extLst>
          </p:cNvPr>
          <p:cNvSpPr>
            <a:spLocks noGrp="1"/>
          </p:cNvSpPr>
          <p:nvPr>
            <p:ph type="ftr" sz="quarter" idx="11"/>
          </p:nvPr>
        </p:nvSpPr>
        <p:spPr/>
        <p:txBody>
          <a:bodyPr/>
          <a:lstStyle/>
          <a:p>
            <a:r>
              <a:rPr lang="en-US"/>
              <a:t>Department of Computer Science and Engineering, IITG</a:t>
            </a:r>
          </a:p>
        </p:txBody>
      </p:sp>
      <p:sp>
        <p:nvSpPr>
          <p:cNvPr id="4" name="Slide Number Placeholder 3">
            <a:extLst>
              <a:ext uri="{FF2B5EF4-FFF2-40B4-BE49-F238E27FC236}">
                <a16:creationId xmlns:a16="http://schemas.microsoft.com/office/drawing/2014/main" id="{28F076CB-6F7D-43A7-A492-5C6024158E9F}"/>
              </a:ext>
            </a:extLst>
          </p:cNvPr>
          <p:cNvSpPr>
            <a:spLocks noGrp="1"/>
          </p:cNvSpPr>
          <p:nvPr>
            <p:ph type="sldNum" sz="quarter" idx="12"/>
          </p:nvPr>
        </p:nvSpPr>
        <p:spPr/>
        <p:txBody>
          <a:bodyPr/>
          <a:lstStyle/>
          <a:p>
            <a:fld id="{4DAFB949-428C-4290-8A69-E88B57575036}" type="slidenum">
              <a:rPr lang="en-US" smtClean="0"/>
              <a:pPr/>
              <a:t>40</a:t>
            </a:fld>
            <a:endParaRPr lang="en-US"/>
          </a:p>
        </p:txBody>
      </p:sp>
      <p:pic>
        <p:nvPicPr>
          <p:cNvPr id="13"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
        <p:nvSpPr>
          <p:cNvPr id="9" name="Rectangle 8"/>
          <p:cNvSpPr/>
          <p:nvPr/>
        </p:nvSpPr>
        <p:spPr>
          <a:xfrm>
            <a:off x="382998" y="233681"/>
            <a:ext cx="7061836" cy="523220"/>
          </a:xfrm>
          <a:prstGeom prst="rect">
            <a:avLst/>
          </a:prstGeom>
        </p:spPr>
        <p:txBody>
          <a:bodyPr wrap="square">
            <a:spAutoFit/>
          </a:bodyPr>
          <a:lstStyle/>
          <a:p>
            <a:r>
              <a:rPr lang="en-US" sz="2800" b="1" dirty="0">
                <a:solidFill>
                  <a:srgbClr val="C00000"/>
                </a:solidFill>
                <a:latin typeface="Times New Roman"/>
                <a:cs typeface="Times New Roman"/>
              </a:rPr>
              <a:t>Simple IoT Project</a:t>
            </a:r>
          </a:p>
        </p:txBody>
      </p:sp>
      <p:sp>
        <p:nvSpPr>
          <p:cNvPr id="11" name="CustomShape 1">
            <a:extLst>
              <a:ext uri="{FF2B5EF4-FFF2-40B4-BE49-F238E27FC236}">
                <a16:creationId xmlns:a16="http://schemas.microsoft.com/office/drawing/2014/main" id="{8743A9BD-48EE-0C93-FA3B-B5DA310361EA}"/>
              </a:ext>
            </a:extLst>
          </p:cNvPr>
          <p:cNvSpPr/>
          <p:nvPr/>
        </p:nvSpPr>
        <p:spPr>
          <a:xfrm>
            <a:off x="6272960" y="1662713"/>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Gesture-Controlled Contactless Switch for Smart Home</a:t>
            </a:r>
          </a:p>
        </p:txBody>
      </p:sp>
      <p:pic>
        <p:nvPicPr>
          <p:cNvPr id="5" name="Picture 4"/>
          <p:cNvPicPr>
            <a:picLocks noChangeAspect="1"/>
          </p:cNvPicPr>
          <p:nvPr/>
        </p:nvPicPr>
        <p:blipFill>
          <a:blip r:embed="rId5"/>
          <a:stretch>
            <a:fillRect/>
          </a:stretch>
        </p:blipFill>
        <p:spPr>
          <a:xfrm>
            <a:off x="630621" y="2683610"/>
            <a:ext cx="4667250" cy="2828925"/>
          </a:xfrm>
          <a:prstGeom prst="rect">
            <a:avLst/>
          </a:prstGeom>
        </p:spPr>
      </p:pic>
      <p:pic>
        <p:nvPicPr>
          <p:cNvPr id="8" name="Picture 7"/>
          <p:cNvPicPr>
            <a:picLocks noChangeAspect="1"/>
          </p:cNvPicPr>
          <p:nvPr/>
        </p:nvPicPr>
        <p:blipFill>
          <a:blip r:embed="rId6"/>
          <a:stretch>
            <a:fillRect/>
          </a:stretch>
        </p:blipFill>
        <p:spPr>
          <a:xfrm>
            <a:off x="6633938" y="2693135"/>
            <a:ext cx="4705350" cy="2819400"/>
          </a:xfrm>
          <a:prstGeom prst="rect">
            <a:avLst/>
          </a:prstGeom>
        </p:spPr>
      </p:pic>
    </p:spTree>
    <p:extLst>
      <p:ext uri="{BB962C8B-B14F-4D97-AF65-F5344CB8AC3E}">
        <p14:creationId xmlns:p14="http://schemas.microsoft.com/office/powerpoint/2010/main" val="16390151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3">
            <a:extLst>
              <a:ext uri="{FF2B5EF4-FFF2-40B4-BE49-F238E27FC236}">
                <a16:creationId xmlns:a16="http://schemas.microsoft.com/office/drawing/2014/main" id="{6D134C2F-401B-CEAF-011A-58C7A43719D5}"/>
              </a:ext>
            </a:extLst>
          </p:cNvPr>
          <p:cNvSpPr/>
          <p:nvPr/>
        </p:nvSpPr>
        <p:spPr>
          <a:xfrm>
            <a:off x="371101" y="8542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0" name="CustomShape 1">
            <a:extLst>
              <a:ext uri="{FF2B5EF4-FFF2-40B4-BE49-F238E27FC236}">
                <a16:creationId xmlns:a16="http://schemas.microsoft.com/office/drawing/2014/main" id="{8743A9BD-48EE-0C93-FA3B-B5DA310361EA}"/>
              </a:ext>
            </a:extLst>
          </p:cNvPr>
          <p:cNvSpPr/>
          <p:nvPr/>
        </p:nvSpPr>
        <p:spPr>
          <a:xfrm>
            <a:off x="371101" y="1591105"/>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IoT-Based Smart Street Light System</a:t>
            </a:r>
            <a:endParaRPr lang="en-US" sz="2400" b="1" i="1" spc="-1" dirty="0">
              <a:solidFill>
                <a:srgbClr val="0000FF"/>
              </a:solidFill>
              <a:latin typeface="Times New Roman"/>
              <a:cs typeface="Times New Roman"/>
            </a:endParaRPr>
          </a:p>
        </p:txBody>
      </p:sp>
      <p:sp>
        <p:nvSpPr>
          <p:cNvPr id="3" name="Footer Placeholder 2">
            <a:extLst>
              <a:ext uri="{FF2B5EF4-FFF2-40B4-BE49-F238E27FC236}">
                <a16:creationId xmlns:a16="http://schemas.microsoft.com/office/drawing/2014/main" id="{238F2E44-A8A6-9DFD-7CD1-C29D3E328956}"/>
              </a:ext>
            </a:extLst>
          </p:cNvPr>
          <p:cNvSpPr>
            <a:spLocks noGrp="1"/>
          </p:cNvSpPr>
          <p:nvPr>
            <p:ph type="ftr" sz="quarter" idx="11"/>
          </p:nvPr>
        </p:nvSpPr>
        <p:spPr/>
        <p:txBody>
          <a:bodyPr/>
          <a:lstStyle/>
          <a:p>
            <a:r>
              <a:rPr lang="en-US"/>
              <a:t>Department of Computer Science and Engineering, IITG</a:t>
            </a:r>
          </a:p>
        </p:txBody>
      </p:sp>
      <p:sp>
        <p:nvSpPr>
          <p:cNvPr id="4" name="Slide Number Placeholder 3">
            <a:extLst>
              <a:ext uri="{FF2B5EF4-FFF2-40B4-BE49-F238E27FC236}">
                <a16:creationId xmlns:a16="http://schemas.microsoft.com/office/drawing/2014/main" id="{28F076CB-6F7D-43A7-A492-5C6024158E9F}"/>
              </a:ext>
            </a:extLst>
          </p:cNvPr>
          <p:cNvSpPr>
            <a:spLocks noGrp="1"/>
          </p:cNvSpPr>
          <p:nvPr>
            <p:ph type="sldNum" sz="quarter" idx="12"/>
          </p:nvPr>
        </p:nvSpPr>
        <p:spPr/>
        <p:txBody>
          <a:bodyPr/>
          <a:lstStyle/>
          <a:p>
            <a:fld id="{4DAFB949-428C-4290-8A69-E88B57575036}" type="slidenum">
              <a:rPr lang="en-US" smtClean="0"/>
              <a:pPr/>
              <a:t>41</a:t>
            </a:fld>
            <a:endParaRPr lang="en-US"/>
          </a:p>
        </p:txBody>
      </p:sp>
      <p:pic>
        <p:nvPicPr>
          <p:cNvPr id="13"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
        <p:nvSpPr>
          <p:cNvPr id="9" name="Rectangle 8"/>
          <p:cNvSpPr/>
          <p:nvPr/>
        </p:nvSpPr>
        <p:spPr>
          <a:xfrm>
            <a:off x="382998" y="233681"/>
            <a:ext cx="7061836" cy="523220"/>
          </a:xfrm>
          <a:prstGeom prst="rect">
            <a:avLst/>
          </a:prstGeom>
        </p:spPr>
        <p:txBody>
          <a:bodyPr wrap="square">
            <a:spAutoFit/>
          </a:bodyPr>
          <a:lstStyle/>
          <a:p>
            <a:r>
              <a:rPr lang="en-US" sz="2800" b="1" dirty="0">
                <a:solidFill>
                  <a:srgbClr val="C00000"/>
                </a:solidFill>
                <a:latin typeface="Times New Roman"/>
                <a:cs typeface="Times New Roman"/>
              </a:rPr>
              <a:t>Simple IoT Project</a:t>
            </a:r>
          </a:p>
        </p:txBody>
      </p:sp>
      <p:sp>
        <p:nvSpPr>
          <p:cNvPr id="11" name="CustomShape 1">
            <a:extLst>
              <a:ext uri="{FF2B5EF4-FFF2-40B4-BE49-F238E27FC236}">
                <a16:creationId xmlns:a16="http://schemas.microsoft.com/office/drawing/2014/main" id="{8743A9BD-48EE-0C93-FA3B-B5DA310361EA}"/>
              </a:ext>
            </a:extLst>
          </p:cNvPr>
          <p:cNvSpPr/>
          <p:nvPr/>
        </p:nvSpPr>
        <p:spPr>
          <a:xfrm>
            <a:off x="6272960" y="1662713"/>
            <a:ext cx="5186290"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Smart Energy Grid</a:t>
            </a:r>
          </a:p>
        </p:txBody>
      </p:sp>
      <p:pic>
        <p:nvPicPr>
          <p:cNvPr id="2" name="Picture 1"/>
          <p:cNvPicPr>
            <a:picLocks noChangeAspect="1"/>
          </p:cNvPicPr>
          <p:nvPr/>
        </p:nvPicPr>
        <p:blipFill>
          <a:blip r:embed="rId5"/>
          <a:stretch>
            <a:fillRect/>
          </a:stretch>
        </p:blipFill>
        <p:spPr>
          <a:xfrm>
            <a:off x="676324" y="2693135"/>
            <a:ext cx="4686300" cy="2819400"/>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7935" y="2693135"/>
            <a:ext cx="4687889" cy="2819400"/>
          </a:xfrm>
          <a:prstGeom prst="rect">
            <a:avLst/>
          </a:prstGeom>
        </p:spPr>
      </p:pic>
    </p:spTree>
    <p:extLst>
      <p:ext uri="{BB962C8B-B14F-4D97-AF65-F5344CB8AC3E}">
        <p14:creationId xmlns:p14="http://schemas.microsoft.com/office/powerpoint/2010/main" val="42461490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3">
            <a:extLst>
              <a:ext uri="{FF2B5EF4-FFF2-40B4-BE49-F238E27FC236}">
                <a16:creationId xmlns:a16="http://schemas.microsoft.com/office/drawing/2014/main" id="{6D134C2F-401B-CEAF-011A-58C7A43719D5}"/>
              </a:ext>
            </a:extLst>
          </p:cNvPr>
          <p:cNvSpPr/>
          <p:nvPr/>
        </p:nvSpPr>
        <p:spPr>
          <a:xfrm>
            <a:off x="371101" y="854285"/>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10" name="CustomShape 1">
            <a:extLst>
              <a:ext uri="{FF2B5EF4-FFF2-40B4-BE49-F238E27FC236}">
                <a16:creationId xmlns:a16="http://schemas.microsoft.com/office/drawing/2014/main" id="{8743A9BD-48EE-0C93-FA3B-B5DA310361EA}"/>
              </a:ext>
            </a:extLst>
          </p:cNvPr>
          <p:cNvSpPr/>
          <p:nvPr/>
        </p:nvSpPr>
        <p:spPr>
          <a:xfrm>
            <a:off x="322575" y="1196332"/>
            <a:ext cx="5438685"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IOT Based Fishery Management System</a:t>
            </a:r>
            <a:endParaRPr lang="en-US" sz="2400" b="1" i="1" spc="-1" dirty="0">
              <a:solidFill>
                <a:srgbClr val="0000FF"/>
              </a:solidFill>
              <a:latin typeface="Times New Roman"/>
              <a:cs typeface="Times New Roman"/>
            </a:endParaRPr>
          </a:p>
        </p:txBody>
      </p:sp>
      <p:sp>
        <p:nvSpPr>
          <p:cNvPr id="3" name="Footer Placeholder 2">
            <a:extLst>
              <a:ext uri="{FF2B5EF4-FFF2-40B4-BE49-F238E27FC236}">
                <a16:creationId xmlns:a16="http://schemas.microsoft.com/office/drawing/2014/main" id="{238F2E44-A8A6-9DFD-7CD1-C29D3E328956}"/>
              </a:ext>
            </a:extLst>
          </p:cNvPr>
          <p:cNvSpPr>
            <a:spLocks noGrp="1"/>
          </p:cNvSpPr>
          <p:nvPr>
            <p:ph type="ftr" sz="quarter" idx="11"/>
          </p:nvPr>
        </p:nvSpPr>
        <p:spPr/>
        <p:txBody>
          <a:bodyPr/>
          <a:lstStyle/>
          <a:p>
            <a:r>
              <a:rPr lang="en-US"/>
              <a:t>Department of Computer Science and Engineering, IITG</a:t>
            </a:r>
          </a:p>
        </p:txBody>
      </p:sp>
      <p:sp>
        <p:nvSpPr>
          <p:cNvPr id="4" name="Slide Number Placeholder 3">
            <a:extLst>
              <a:ext uri="{FF2B5EF4-FFF2-40B4-BE49-F238E27FC236}">
                <a16:creationId xmlns:a16="http://schemas.microsoft.com/office/drawing/2014/main" id="{28F076CB-6F7D-43A7-A492-5C6024158E9F}"/>
              </a:ext>
            </a:extLst>
          </p:cNvPr>
          <p:cNvSpPr>
            <a:spLocks noGrp="1"/>
          </p:cNvSpPr>
          <p:nvPr>
            <p:ph type="sldNum" sz="quarter" idx="12"/>
          </p:nvPr>
        </p:nvSpPr>
        <p:spPr/>
        <p:txBody>
          <a:bodyPr/>
          <a:lstStyle/>
          <a:p>
            <a:fld id="{4DAFB949-428C-4290-8A69-E88B57575036}" type="slidenum">
              <a:rPr lang="en-US" smtClean="0"/>
              <a:pPr/>
              <a:t>42</a:t>
            </a:fld>
            <a:endParaRPr lang="en-US"/>
          </a:p>
        </p:txBody>
      </p:sp>
      <p:pic>
        <p:nvPicPr>
          <p:cNvPr id="13"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9633919" y="265035"/>
            <a:ext cx="2268526" cy="549547"/>
          </a:xfrm>
          <a:prstGeom prst="rect">
            <a:avLst/>
          </a:prstGeom>
        </p:spPr>
      </p:pic>
      <p:sp>
        <p:nvSpPr>
          <p:cNvPr id="9" name="Rectangle 8"/>
          <p:cNvSpPr/>
          <p:nvPr/>
        </p:nvSpPr>
        <p:spPr>
          <a:xfrm>
            <a:off x="382998" y="233681"/>
            <a:ext cx="7061836" cy="523220"/>
          </a:xfrm>
          <a:prstGeom prst="rect">
            <a:avLst/>
          </a:prstGeom>
        </p:spPr>
        <p:txBody>
          <a:bodyPr wrap="square">
            <a:spAutoFit/>
          </a:bodyPr>
          <a:lstStyle/>
          <a:p>
            <a:r>
              <a:rPr lang="en-US" sz="2800" b="1" dirty="0">
                <a:solidFill>
                  <a:srgbClr val="C00000"/>
                </a:solidFill>
                <a:latin typeface="Times New Roman"/>
                <a:cs typeface="Times New Roman"/>
              </a:rPr>
              <a:t>Simple IoT Project</a:t>
            </a:r>
          </a:p>
        </p:txBody>
      </p:sp>
      <p:sp>
        <p:nvSpPr>
          <p:cNvPr id="11" name="CustomShape 1">
            <a:extLst>
              <a:ext uri="{FF2B5EF4-FFF2-40B4-BE49-F238E27FC236}">
                <a16:creationId xmlns:a16="http://schemas.microsoft.com/office/drawing/2014/main" id="{8743A9BD-48EE-0C93-FA3B-B5DA310361EA}"/>
              </a:ext>
            </a:extLst>
          </p:cNvPr>
          <p:cNvSpPr/>
          <p:nvPr/>
        </p:nvSpPr>
        <p:spPr>
          <a:xfrm>
            <a:off x="6201804" y="1346921"/>
            <a:ext cx="5395463" cy="626856"/>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US" sz="2400" b="1" spc="-1" dirty="0">
                <a:solidFill>
                  <a:srgbClr val="0000FF"/>
                </a:solidFill>
                <a:latin typeface="Times New Roman"/>
                <a:cs typeface="Times New Roman"/>
              </a:rPr>
              <a:t>Smart Agriculture System- IoT in Agriculture</a:t>
            </a: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760" y="2455760"/>
            <a:ext cx="5905029" cy="2561971"/>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2671" y="2266189"/>
            <a:ext cx="5295268" cy="3889283"/>
          </a:xfrm>
          <a:prstGeom prst="rect">
            <a:avLst/>
          </a:prstGeom>
        </p:spPr>
      </p:pic>
    </p:spTree>
    <p:extLst>
      <p:ext uri="{BB962C8B-B14F-4D97-AF65-F5344CB8AC3E}">
        <p14:creationId xmlns:p14="http://schemas.microsoft.com/office/powerpoint/2010/main" val="924106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512060" y="185633"/>
            <a:ext cx="2268526" cy="549547"/>
          </a:xfrm>
          <a:prstGeom prst="rect">
            <a:avLst/>
          </a:prstGeom>
        </p:spPr>
      </p:pic>
      <p:sp>
        <p:nvSpPr>
          <p:cNvPr id="12" name="Line 3">
            <a:extLst>
              <a:ext uri="{FF2B5EF4-FFF2-40B4-BE49-F238E27FC236}">
                <a16:creationId xmlns:a16="http://schemas.microsoft.com/office/drawing/2014/main" id="{0DD49778-4833-8E33-1AE4-AD67F8415D25}"/>
              </a:ext>
            </a:extLst>
          </p:cNvPr>
          <p:cNvSpPr/>
          <p:nvPr/>
        </p:nvSpPr>
        <p:spPr>
          <a:xfrm>
            <a:off x="410801" y="1035440"/>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6" name="CustomShape 1">
            <a:extLst>
              <a:ext uri="{FF2B5EF4-FFF2-40B4-BE49-F238E27FC236}">
                <a16:creationId xmlns:a16="http://schemas.microsoft.com/office/drawing/2014/main" id="{BC0073BA-7119-901A-FE7F-4BB7B683658E}"/>
              </a:ext>
            </a:extLst>
          </p:cNvPr>
          <p:cNvSpPr/>
          <p:nvPr/>
        </p:nvSpPr>
        <p:spPr>
          <a:xfrm>
            <a:off x="319144" y="520842"/>
            <a:ext cx="1994511" cy="28015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spc="-1">
                <a:solidFill>
                  <a:srgbClr val="FF0000"/>
                </a:solidFill>
                <a:latin typeface="Times New Roman"/>
                <a:ea typeface="+mn-lt"/>
                <a:cs typeface="Times New Roman"/>
              </a:rPr>
              <a:t>References</a:t>
            </a:r>
            <a:endParaRPr lang="en-US"/>
          </a:p>
        </p:txBody>
      </p:sp>
      <p:sp>
        <p:nvSpPr>
          <p:cNvPr id="4" name="Footer Placeholder 3">
            <a:extLst>
              <a:ext uri="{FF2B5EF4-FFF2-40B4-BE49-F238E27FC236}">
                <a16:creationId xmlns:a16="http://schemas.microsoft.com/office/drawing/2014/main" id="{981AD883-D601-E3BD-F801-D29EE0B504FE}"/>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32B31903-A743-2867-59E8-E1BB5C97E1D7}"/>
              </a:ext>
            </a:extLst>
          </p:cNvPr>
          <p:cNvSpPr>
            <a:spLocks noGrp="1"/>
          </p:cNvSpPr>
          <p:nvPr>
            <p:ph type="sldNum" sz="quarter" idx="12"/>
          </p:nvPr>
        </p:nvSpPr>
        <p:spPr/>
        <p:txBody>
          <a:bodyPr/>
          <a:lstStyle/>
          <a:p>
            <a:fld id="{4DAFB949-428C-4290-8A69-E88B57575036}" type="slidenum">
              <a:rPr lang="en-US" smtClean="0"/>
              <a:pPr/>
              <a:t>43</a:t>
            </a:fld>
            <a:endParaRPr lang="en-US"/>
          </a:p>
        </p:txBody>
      </p:sp>
      <p:sp>
        <p:nvSpPr>
          <p:cNvPr id="2" name="Rectangle 1"/>
          <p:cNvSpPr/>
          <p:nvPr/>
        </p:nvSpPr>
        <p:spPr>
          <a:xfrm>
            <a:off x="417467" y="1551544"/>
            <a:ext cx="11484978" cy="646331"/>
          </a:xfrm>
          <a:prstGeom prst="rect">
            <a:avLst/>
          </a:prstGeom>
        </p:spPr>
        <p:txBody>
          <a:bodyPr wrap="square" lIns="91440" tIns="45720" rIns="91440" bIns="45720" anchor="t">
            <a:spAutoFit/>
          </a:bodyPr>
          <a:lstStyle/>
          <a:p>
            <a:endParaRPr lang="en-US" b="1">
              <a:solidFill>
                <a:srgbClr val="FF0000"/>
              </a:solidFill>
              <a:latin typeface="Times New Roman" panose="02020603050405020304" pitchFamily="18" charset="0"/>
              <a:cs typeface="Times New Roman" panose="02020603050405020304" pitchFamily="18" charset="0"/>
            </a:endParaRPr>
          </a:p>
          <a:p>
            <a:endParaRPr lang="en-US" b="1">
              <a:solidFill>
                <a:srgbClr val="FF0000"/>
              </a:solidFill>
              <a:latin typeface="Times New Roman" panose="02020603050405020304" pitchFamily="18" charset="0"/>
              <a:cs typeface="Times New Roman" panose="02020603050405020304" pitchFamily="18" charset="0"/>
            </a:endParaRPr>
          </a:p>
        </p:txBody>
      </p:sp>
      <p:sp>
        <p:nvSpPr>
          <p:cNvPr id="3" name="CustomShape 3">
            <a:extLst>
              <a:ext uri="{FF2B5EF4-FFF2-40B4-BE49-F238E27FC236}">
                <a16:creationId xmlns:a16="http://schemas.microsoft.com/office/drawing/2014/main" id="{07CB7F69-60C4-0C2E-9F0C-C3CF09781DAF}"/>
              </a:ext>
            </a:extLst>
          </p:cNvPr>
          <p:cNvSpPr/>
          <p:nvPr/>
        </p:nvSpPr>
        <p:spPr>
          <a:xfrm>
            <a:off x="406467" y="1218701"/>
            <a:ext cx="11178108" cy="85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IN" b="0" strike="noStrike" spc="-1">
                <a:latin typeface="Times New Roman"/>
                <a:cs typeface="Times New Roman"/>
              </a:rPr>
              <a:t>[1]. C. Gomez, J. </a:t>
            </a:r>
            <a:r>
              <a:rPr lang="en-IN" b="0" strike="noStrike" spc="-1" err="1">
                <a:latin typeface="Times New Roman"/>
                <a:cs typeface="Times New Roman"/>
              </a:rPr>
              <a:t>Paradells</a:t>
            </a:r>
            <a:r>
              <a:rPr lang="en-IN" b="0" strike="noStrike" spc="-1">
                <a:latin typeface="Times New Roman"/>
                <a:cs typeface="Times New Roman"/>
              </a:rPr>
              <a:t>, C. Bormann, and J. Crowcroft, “From 6LoWPAN to 6Lo: Expanding the universe of IPv6-supported technologies for the IoTs,” IEEE Comm. Magazine, vol. 55, no. 12, pp. 148–155, 2017.</a:t>
            </a:r>
          </a:p>
        </p:txBody>
      </p:sp>
      <p:sp>
        <p:nvSpPr>
          <p:cNvPr id="7" name="CustomShape 4">
            <a:extLst>
              <a:ext uri="{FF2B5EF4-FFF2-40B4-BE49-F238E27FC236}">
                <a16:creationId xmlns:a16="http://schemas.microsoft.com/office/drawing/2014/main" id="{FA9C1846-690C-F54B-DE24-792D1209D846}"/>
              </a:ext>
            </a:extLst>
          </p:cNvPr>
          <p:cNvSpPr/>
          <p:nvPr/>
        </p:nvSpPr>
        <p:spPr>
          <a:xfrm>
            <a:off x="411969" y="1872225"/>
            <a:ext cx="11237542" cy="85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IN" b="0" strike="noStrike" spc="-1">
                <a:latin typeface="Times New Roman"/>
                <a:cs typeface="Times New Roman"/>
              </a:rPr>
              <a:t>[2]. A. Al-Fuqaha, M. </a:t>
            </a:r>
            <a:r>
              <a:rPr lang="en-IN" b="0" strike="noStrike" spc="-1" err="1">
                <a:latin typeface="Times New Roman"/>
                <a:cs typeface="Times New Roman"/>
              </a:rPr>
              <a:t>Guizani</a:t>
            </a:r>
            <a:r>
              <a:rPr lang="en-IN" b="0" strike="noStrike" spc="-1">
                <a:latin typeface="Times New Roman"/>
                <a:cs typeface="Times New Roman"/>
              </a:rPr>
              <a:t>, M. Mohammadi, M. </a:t>
            </a:r>
            <a:r>
              <a:rPr lang="en-IN" b="0" strike="noStrike" spc="-1" err="1">
                <a:latin typeface="Times New Roman"/>
                <a:cs typeface="Times New Roman"/>
              </a:rPr>
              <a:t>Aledhari</a:t>
            </a:r>
            <a:r>
              <a:rPr lang="en-IN" b="0" strike="noStrike" spc="-1">
                <a:latin typeface="Times New Roman"/>
                <a:cs typeface="Times New Roman"/>
              </a:rPr>
              <a:t>, and M. Ayyash, “IoTs: A survey on enabling technologies, protocols, and applications,” IEEE com. sur. &amp; tut., vol. 7, no. 4, pp. 2347–2376, 2015.</a:t>
            </a:r>
          </a:p>
        </p:txBody>
      </p:sp>
      <p:sp>
        <p:nvSpPr>
          <p:cNvPr id="10" name="CustomShape 6">
            <a:extLst>
              <a:ext uri="{FF2B5EF4-FFF2-40B4-BE49-F238E27FC236}">
                <a16:creationId xmlns:a16="http://schemas.microsoft.com/office/drawing/2014/main" id="{2465EB48-CAC8-95BE-F18A-17FEA6872FCB}"/>
              </a:ext>
            </a:extLst>
          </p:cNvPr>
          <p:cNvSpPr/>
          <p:nvPr/>
        </p:nvSpPr>
        <p:spPr>
          <a:xfrm>
            <a:off x="354576" y="2647827"/>
            <a:ext cx="11236965" cy="60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0" strike="noStrike" spc="-1">
                <a:latin typeface="Times New Roman"/>
                <a:cs typeface="Times New Roman"/>
              </a:rPr>
              <a:t>[</a:t>
            </a:r>
            <a:r>
              <a:rPr lang="en-IN" spc="-1">
                <a:latin typeface="Times New Roman"/>
                <a:cs typeface="Times New Roman"/>
              </a:rPr>
              <a:t>3</a:t>
            </a:r>
            <a:r>
              <a:rPr lang="en-IN" b="0" strike="noStrike" spc="-1">
                <a:latin typeface="Times New Roman"/>
                <a:cs typeface="Times New Roman"/>
              </a:rPr>
              <a:t>].</a:t>
            </a:r>
            <a:r>
              <a:rPr lang="en-IN" spc="-1">
                <a:latin typeface="Times New Roman"/>
                <a:cs typeface="Times New Roman"/>
              </a:rPr>
              <a:t> </a:t>
            </a:r>
            <a:r>
              <a:rPr lang="en-IN" b="0" strike="noStrike" spc="-1">
                <a:latin typeface="Times New Roman"/>
                <a:cs typeface="Times New Roman"/>
              </a:rPr>
              <a:t> A. Kuzmanovic and E. W. Knightly, “Low-rate TCP-targeted DoS and counter strategies,” IEEE Trans. on Net., vol. 14, no. 4, pp. 83–96, 2006.</a:t>
            </a:r>
          </a:p>
        </p:txBody>
      </p:sp>
      <p:sp>
        <p:nvSpPr>
          <p:cNvPr id="13" name="CustomShape 8">
            <a:extLst>
              <a:ext uri="{FF2B5EF4-FFF2-40B4-BE49-F238E27FC236}">
                <a16:creationId xmlns:a16="http://schemas.microsoft.com/office/drawing/2014/main" id="{AE3B2337-0C58-A22D-39F4-1313DF570F5C}"/>
              </a:ext>
            </a:extLst>
          </p:cNvPr>
          <p:cNvSpPr/>
          <p:nvPr/>
        </p:nvSpPr>
        <p:spPr>
          <a:xfrm>
            <a:off x="357097" y="3300000"/>
            <a:ext cx="11482560" cy="85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IN" spc="-1">
                <a:latin typeface="Times New Roman"/>
                <a:cs typeface="Times New Roman"/>
              </a:rPr>
              <a:t>[4]</a:t>
            </a:r>
            <a:r>
              <a:rPr lang="en-IN" b="0" strike="noStrike" spc="-1">
                <a:latin typeface="Times New Roman"/>
                <a:cs typeface="Times New Roman"/>
              </a:rPr>
              <a:t> S. T. Zargar, J. Joshi, and D. Tipper, “A survey of </a:t>
            </a:r>
            <a:r>
              <a:rPr lang="en-IN" b="0" strike="noStrike" spc="-1" err="1">
                <a:latin typeface="Times New Roman"/>
                <a:cs typeface="Times New Roman"/>
              </a:rPr>
              <a:t>defense</a:t>
            </a:r>
            <a:r>
              <a:rPr lang="en-IN" b="0" strike="noStrike" spc="-1">
                <a:latin typeface="Times New Roman"/>
                <a:cs typeface="Times New Roman"/>
              </a:rPr>
              <a:t> mechanisms against DDoS flooding attacks,” IEEE com. sur. &amp; tut., vol. 15, no. 4, pp. 2046–2069, 2013.</a:t>
            </a:r>
          </a:p>
        </p:txBody>
      </p:sp>
      <p:sp>
        <p:nvSpPr>
          <p:cNvPr id="14" name="CustomShape 9">
            <a:extLst>
              <a:ext uri="{FF2B5EF4-FFF2-40B4-BE49-F238E27FC236}">
                <a16:creationId xmlns:a16="http://schemas.microsoft.com/office/drawing/2014/main" id="{B1CB9537-2FCD-3213-D95A-D5DEC6C2A6DB}"/>
              </a:ext>
            </a:extLst>
          </p:cNvPr>
          <p:cNvSpPr/>
          <p:nvPr/>
        </p:nvSpPr>
        <p:spPr>
          <a:xfrm>
            <a:off x="380799" y="3985570"/>
            <a:ext cx="11668671" cy="1114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IN" spc="-1">
                <a:latin typeface="Times New Roman"/>
                <a:cs typeface="Times New Roman"/>
              </a:rPr>
              <a:t>[5]</a:t>
            </a:r>
            <a:r>
              <a:rPr lang="en-IN" b="0" strike="noStrike" spc="-1">
                <a:latin typeface="Times New Roman"/>
                <a:cs typeface="Times New Roman"/>
              </a:rPr>
              <a:t> H. Chen, C. Meng, Z. Shan, Z. Fu, and B. K. Bhargava, “A Novel Low-Rate Denial of Service Attack Detection Approach in ZigBee Wireless Sensor Network by Combining Hilbert-Huang Transformation and Trust Evaluation,” IEEE Access, vol. 7, pp. 32 853–32 866, 2019.</a:t>
            </a:r>
          </a:p>
        </p:txBody>
      </p:sp>
      <p:sp>
        <p:nvSpPr>
          <p:cNvPr id="15" name="TextBox 14">
            <a:extLst>
              <a:ext uri="{FF2B5EF4-FFF2-40B4-BE49-F238E27FC236}">
                <a16:creationId xmlns:a16="http://schemas.microsoft.com/office/drawing/2014/main" id="{2394DBF2-C54C-063C-3F47-34D6D3FE76E3}"/>
              </a:ext>
            </a:extLst>
          </p:cNvPr>
          <p:cNvSpPr txBox="1"/>
          <p:nvPr/>
        </p:nvSpPr>
        <p:spPr>
          <a:xfrm>
            <a:off x="385916" y="4921046"/>
            <a:ext cx="102280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[6] K. Ashton et al., “That ‘internet of things’ thing,” RFID journal, vol. 22, no. 7, pp. 97–114, 2009.</a:t>
            </a:r>
            <a:endParaRPr lang="en-US">
              <a:latin typeface="Times New Roman"/>
              <a:cs typeface="Times New Roman"/>
            </a:endParaRPr>
          </a:p>
        </p:txBody>
      </p:sp>
      <p:sp>
        <p:nvSpPr>
          <p:cNvPr id="16" name="TextBox 15">
            <a:extLst>
              <a:ext uri="{FF2B5EF4-FFF2-40B4-BE49-F238E27FC236}">
                <a16:creationId xmlns:a16="http://schemas.microsoft.com/office/drawing/2014/main" id="{4E8440C8-DE48-6D21-6B7B-0A13D8D47679}"/>
              </a:ext>
            </a:extLst>
          </p:cNvPr>
          <p:cNvSpPr txBox="1"/>
          <p:nvPr/>
        </p:nvSpPr>
        <p:spPr>
          <a:xfrm>
            <a:off x="385916" y="5400367"/>
            <a:ext cx="1127268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[7] F. John Dian, R. </a:t>
            </a:r>
            <a:r>
              <a:rPr lang="en-US" err="1">
                <a:latin typeface="Times New Roman"/>
                <a:cs typeface="Arial"/>
              </a:rPr>
              <a:t>Vahidnia</a:t>
            </a:r>
            <a:r>
              <a:rPr lang="en-US">
                <a:latin typeface="Times New Roman"/>
                <a:cs typeface="Arial"/>
              </a:rPr>
              <a:t>, and A. Rahmati, “Wearables and the Internet of Things (IoT), Applications, Opportunities, and Challenges: A Survey,” IEEE Access, vol. 8, pp. 69 200–69 211, 2020</a:t>
            </a:r>
            <a:endParaRPr lang="en-US">
              <a:latin typeface="Times New Roman"/>
              <a:cs typeface="Times New Roman"/>
            </a:endParaRPr>
          </a:p>
        </p:txBody>
      </p:sp>
    </p:spTree>
    <p:extLst>
      <p:ext uri="{BB962C8B-B14F-4D97-AF65-F5344CB8AC3E}">
        <p14:creationId xmlns:p14="http://schemas.microsoft.com/office/powerpoint/2010/main" val="21203710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512060" y="185633"/>
            <a:ext cx="2268526" cy="549547"/>
          </a:xfrm>
          <a:prstGeom prst="rect">
            <a:avLst/>
          </a:prstGeom>
        </p:spPr>
      </p:pic>
      <p:sp>
        <p:nvSpPr>
          <p:cNvPr id="6" name="CustomShape 1">
            <a:extLst>
              <a:ext uri="{FF2B5EF4-FFF2-40B4-BE49-F238E27FC236}">
                <a16:creationId xmlns:a16="http://schemas.microsoft.com/office/drawing/2014/main" id="{BC0073BA-7119-901A-FE7F-4BB7B683658E}"/>
              </a:ext>
            </a:extLst>
          </p:cNvPr>
          <p:cNvSpPr/>
          <p:nvPr/>
        </p:nvSpPr>
        <p:spPr>
          <a:xfrm>
            <a:off x="319144" y="520842"/>
            <a:ext cx="1994511" cy="28015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spc="-1">
                <a:solidFill>
                  <a:srgbClr val="FF0000"/>
                </a:solidFill>
                <a:latin typeface="Times New Roman"/>
                <a:ea typeface="+mn-lt"/>
                <a:cs typeface="Times New Roman"/>
              </a:rPr>
              <a:t>References</a:t>
            </a:r>
            <a:endParaRPr lang="en-US"/>
          </a:p>
        </p:txBody>
      </p:sp>
      <p:sp>
        <p:nvSpPr>
          <p:cNvPr id="4" name="Footer Placeholder 3">
            <a:extLst>
              <a:ext uri="{FF2B5EF4-FFF2-40B4-BE49-F238E27FC236}">
                <a16:creationId xmlns:a16="http://schemas.microsoft.com/office/drawing/2014/main" id="{981AD883-D601-E3BD-F801-D29EE0B504FE}"/>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32B31903-A743-2867-59E8-E1BB5C97E1D7}"/>
              </a:ext>
            </a:extLst>
          </p:cNvPr>
          <p:cNvSpPr>
            <a:spLocks noGrp="1"/>
          </p:cNvSpPr>
          <p:nvPr>
            <p:ph type="sldNum" sz="quarter" idx="12"/>
          </p:nvPr>
        </p:nvSpPr>
        <p:spPr/>
        <p:txBody>
          <a:bodyPr/>
          <a:lstStyle/>
          <a:p>
            <a:fld id="{4DAFB949-428C-4290-8A69-E88B57575036}" type="slidenum">
              <a:rPr lang="en-US" smtClean="0"/>
              <a:pPr/>
              <a:t>44</a:t>
            </a:fld>
            <a:endParaRPr lang="en-US"/>
          </a:p>
        </p:txBody>
      </p:sp>
      <p:sp>
        <p:nvSpPr>
          <p:cNvPr id="8" name="TextBox 7">
            <a:extLst>
              <a:ext uri="{FF2B5EF4-FFF2-40B4-BE49-F238E27FC236}">
                <a16:creationId xmlns:a16="http://schemas.microsoft.com/office/drawing/2014/main" id="{68334C43-96EA-807C-00B1-F7CD0BDB1227}"/>
              </a:ext>
            </a:extLst>
          </p:cNvPr>
          <p:cNvSpPr txBox="1"/>
          <p:nvPr/>
        </p:nvSpPr>
        <p:spPr>
          <a:xfrm>
            <a:off x="496529" y="1307690"/>
            <a:ext cx="11125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[8] T. Simon, “Chapter seven: Critical infrastructure and the internet of things,” Cyber security in a volatile world, vol. 93, 2017.</a:t>
            </a:r>
            <a:endParaRPr lang="en-US">
              <a:latin typeface="Times New Roman"/>
              <a:cs typeface="Times New Roman"/>
            </a:endParaRPr>
          </a:p>
        </p:txBody>
      </p:sp>
      <p:sp>
        <p:nvSpPr>
          <p:cNvPr id="9" name="TextBox 8">
            <a:extLst>
              <a:ext uri="{FF2B5EF4-FFF2-40B4-BE49-F238E27FC236}">
                <a16:creationId xmlns:a16="http://schemas.microsoft.com/office/drawing/2014/main" id="{70B3E7D4-C1B9-3A81-2984-0098585E92F7}"/>
              </a:ext>
            </a:extLst>
          </p:cNvPr>
          <p:cNvSpPr txBox="1"/>
          <p:nvPr/>
        </p:nvSpPr>
        <p:spPr>
          <a:xfrm>
            <a:off x="496529" y="1959077"/>
            <a:ext cx="1132184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[9] J. M. </a:t>
            </a:r>
            <a:r>
              <a:rPr lang="en-US" err="1">
                <a:latin typeface="Times New Roman"/>
                <a:cs typeface="Arial"/>
              </a:rPr>
              <a:t>Yusta</a:t>
            </a:r>
            <a:r>
              <a:rPr lang="en-US">
                <a:latin typeface="Times New Roman"/>
                <a:cs typeface="Arial"/>
              </a:rPr>
              <a:t>, G. J. Correa, and R. Lacal-</a:t>
            </a:r>
            <a:r>
              <a:rPr lang="en-US" err="1">
                <a:latin typeface="Times New Roman"/>
                <a:cs typeface="Arial"/>
              </a:rPr>
              <a:t>Ar</a:t>
            </a:r>
            <a:r>
              <a:rPr lang="en-US">
                <a:latin typeface="Times New Roman"/>
                <a:cs typeface="Arial"/>
              </a:rPr>
              <a:t> ́</a:t>
            </a:r>
            <a:r>
              <a:rPr lang="en-US" err="1">
                <a:latin typeface="Times New Roman"/>
                <a:cs typeface="Arial"/>
              </a:rPr>
              <a:t>antegui</a:t>
            </a:r>
            <a:r>
              <a:rPr lang="en-US">
                <a:latin typeface="Times New Roman"/>
                <a:cs typeface="Arial"/>
              </a:rPr>
              <a:t>, “Methodologies and applications for critical infrastructure protection: State-of-the-art,” Energy Policy, vol. 39, no. 10, pp. 6100–6119, 2011, sustainability of biofuels. [Online]. </a:t>
            </a:r>
            <a:r>
              <a:rPr lang="en-US" err="1">
                <a:latin typeface="Times New Roman"/>
                <a:cs typeface="Arial"/>
              </a:rPr>
              <a:t>Available:https</a:t>
            </a:r>
            <a:r>
              <a:rPr lang="en-US">
                <a:latin typeface="Times New Roman"/>
                <a:cs typeface="Arial"/>
              </a:rPr>
              <a:t>://www.sciencedirect.com/science/article/pii/S030142151100533</a:t>
            </a:r>
            <a:endParaRPr lang="en-US">
              <a:latin typeface="Times New Roman"/>
              <a:ea typeface="Calibri"/>
              <a:cs typeface="Calibri"/>
            </a:endParaRPr>
          </a:p>
        </p:txBody>
      </p:sp>
      <p:sp>
        <p:nvSpPr>
          <p:cNvPr id="11" name="TextBox 10">
            <a:extLst>
              <a:ext uri="{FF2B5EF4-FFF2-40B4-BE49-F238E27FC236}">
                <a16:creationId xmlns:a16="http://schemas.microsoft.com/office/drawing/2014/main" id="{307F9311-8983-3FFB-7475-0AA4BF611876}"/>
              </a:ext>
            </a:extLst>
          </p:cNvPr>
          <p:cNvSpPr txBox="1"/>
          <p:nvPr/>
        </p:nvSpPr>
        <p:spPr>
          <a:xfrm>
            <a:off x="447368" y="2868561"/>
            <a:ext cx="108793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[10] N.-N. Dao, “Internet of wearable things: Advancements and benefits from 6G technologies,” Future Generation Computer Systems, 2022.</a:t>
            </a:r>
            <a:endParaRPr lang="en-US">
              <a:latin typeface="Times New Roman"/>
              <a:cs typeface="Times New Roman"/>
            </a:endParaRPr>
          </a:p>
        </p:txBody>
      </p:sp>
      <p:sp>
        <p:nvSpPr>
          <p:cNvPr id="17" name="TextBox 16">
            <a:extLst>
              <a:ext uri="{FF2B5EF4-FFF2-40B4-BE49-F238E27FC236}">
                <a16:creationId xmlns:a16="http://schemas.microsoft.com/office/drawing/2014/main" id="{6F76A98F-315A-CB6C-35B4-250BF1D5E3C2}"/>
              </a:ext>
            </a:extLst>
          </p:cNvPr>
          <p:cNvSpPr txBox="1"/>
          <p:nvPr/>
        </p:nvSpPr>
        <p:spPr>
          <a:xfrm>
            <a:off x="447368" y="3458496"/>
            <a:ext cx="114447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[11] F. Meneghello, M. Calore, D. Zucchetto, M. Polese, and A. Zanella, “IoT: Internet of threats? A survey of practical security vulnerabilities in real IoT devices,” IEEE Internet of Things Journal, vol. 6, no. 5, pp. 8182–8201, 2019.</a:t>
            </a:r>
            <a:endParaRPr lang="en-US">
              <a:latin typeface="Times New Roman"/>
              <a:ea typeface="Calibri" panose="020F0502020204030204"/>
              <a:cs typeface="Calibri" panose="020F0502020204030204"/>
            </a:endParaRPr>
          </a:p>
        </p:txBody>
      </p:sp>
      <p:sp>
        <p:nvSpPr>
          <p:cNvPr id="18" name="TextBox 17">
            <a:extLst>
              <a:ext uri="{FF2B5EF4-FFF2-40B4-BE49-F238E27FC236}">
                <a16:creationId xmlns:a16="http://schemas.microsoft.com/office/drawing/2014/main" id="{C0F36EBF-586C-157E-9809-ABCBF4A70F2B}"/>
              </a:ext>
            </a:extLst>
          </p:cNvPr>
          <p:cNvSpPr txBox="1"/>
          <p:nvPr/>
        </p:nvSpPr>
        <p:spPr>
          <a:xfrm>
            <a:off x="447368" y="4159045"/>
            <a:ext cx="113218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[12] R. Nath and H. V. Nath, “Critical analysis of the layered and systematic approaches for understanding IoT security threats and challenges,” Computers and Electrical Engineering, vol. 100, p. 107997, 2022.</a:t>
            </a:r>
            <a:endParaRPr lang="en-US">
              <a:latin typeface="Times New Roman"/>
              <a:ea typeface="Calibri"/>
              <a:cs typeface="Calibri"/>
            </a:endParaRPr>
          </a:p>
        </p:txBody>
      </p:sp>
      <p:sp>
        <p:nvSpPr>
          <p:cNvPr id="19" name="TextBox 18">
            <a:extLst>
              <a:ext uri="{FF2B5EF4-FFF2-40B4-BE49-F238E27FC236}">
                <a16:creationId xmlns:a16="http://schemas.microsoft.com/office/drawing/2014/main" id="{7A7C4236-FD55-048C-CC34-4DEF4F15C7E1}"/>
              </a:ext>
            </a:extLst>
          </p:cNvPr>
          <p:cNvSpPr txBox="1"/>
          <p:nvPr/>
        </p:nvSpPr>
        <p:spPr>
          <a:xfrm>
            <a:off x="447368" y="4748980"/>
            <a:ext cx="110022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[13] H. </a:t>
            </a:r>
            <a:r>
              <a:rPr lang="en-US" err="1">
                <a:latin typeface="Times New Roman"/>
                <a:cs typeface="Arial"/>
              </a:rPr>
              <a:t>HaddadPajouh</a:t>
            </a:r>
            <a:r>
              <a:rPr lang="en-US">
                <a:latin typeface="Times New Roman"/>
                <a:cs typeface="Arial"/>
              </a:rPr>
              <a:t>, A. </a:t>
            </a:r>
            <a:r>
              <a:rPr lang="en-US" err="1">
                <a:latin typeface="Times New Roman"/>
                <a:cs typeface="Arial"/>
              </a:rPr>
              <a:t>Dehghantanha</a:t>
            </a:r>
            <a:r>
              <a:rPr lang="en-US">
                <a:latin typeface="Times New Roman"/>
                <a:cs typeface="Arial"/>
              </a:rPr>
              <a:t>, R. M. </a:t>
            </a:r>
            <a:r>
              <a:rPr lang="en-US" err="1">
                <a:latin typeface="Times New Roman"/>
                <a:cs typeface="Arial"/>
              </a:rPr>
              <a:t>Parizi</a:t>
            </a:r>
            <a:r>
              <a:rPr lang="en-US">
                <a:latin typeface="Times New Roman"/>
                <a:cs typeface="Arial"/>
              </a:rPr>
              <a:t>, M. </a:t>
            </a:r>
            <a:r>
              <a:rPr lang="en-US" err="1">
                <a:latin typeface="Times New Roman"/>
                <a:cs typeface="Arial"/>
              </a:rPr>
              <a:t>Aledhari</a:t>
            </a:r>
            <a:r>
              <a:rPr lang="en-US">
                <a:latin typeface="Times New Roman"/>
                <a:cs typeface="Arial"/>
              </a:rPr>
              <a:t>, and H. </a:t>
            </a:r>
            <a:r>
              <a:rPr lang="en-US" err="1">
                <a:latin typeface="Times New Roman"/>
                <a:cs typeface="Arial"/>
              </a:rPr>
              <a:t>Karimipour</a:t>
            </a:r>
            <a:r>
              <a:rPr lang="en-US">
                <a:latin typeface="Times New Roman"/>
                <a:cs typeface="Arial"/>
              </a:rPr>
              <a:t>,“A survey on internet of things security: Requirements, challenges, and solutions,” Internet of Things, vol. 14, p. 100129, 2021.</a:t>
            </a:r>
            <a:endParaRPr lang="en-US">
              <a:latin typeface="Times New Roman"/>
              <a:cs typeface="Times New Roman"/>
            </a:endParaRPr>
          </a:p>
        </p:txBody>
      </p:sp>
      <p:sp>
        <p:nvSpPr>
          <p:cNvPr id="20" name="TextBox 19">
            <a:extLst>
              <a:ext uri="{FF2B5EF4-FFF2-40B4-BE49-F238E27FC236}">
                <a16:creationId xmlns:a16="http://schemas.microsoft.com/office/drawing/2014/main" id="{AC6A2171-3222-CBDF-BDB4-C6A803610175}"/>
              </a:ext>
            </a:extLst>
          </p:cNvPr>
          <p:cNvSpPr txBox="1"/>
          <p:nvPr/>
        </p:nvSpPr>
        <p:spPr>
          <a:xfrm>
            <a:off x="484239" y="5400368"/>
            <a:ext cx="1122352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Arial"/>
              </a:rPr>
              <a:t>[14] A. O. Bang, U. P. Rao, A. Visconti, A. </a:t>
            </a:r>
            <a:r>
              <a:rPr lang="en-US" err="1">
                <a:latin typeface="Times New Roman"/>
                <a:cs typeface="Arial"/>
              </a:rPr>
              <a:t>Brighente</a:t>
            </a:r>
            <a:r>
              <a:rPr lang="en-US">
                <a:latin typeface="Times New Roman"/>
                <a:cs typeface="Arial"/>
              </a:rPr>
              <a:t>, and M. Conti, “An </a:t>
            </a:r>
            <a:r>
              <a:rPr lang="en-US" err="1">
                <a:latin typeface="Times New Roman"/>
                <a:cs typeface="Arial"/>
              </a:rPr>
              <a:t>iot</a:t>
            </a:r>
            <a:r>
              <a:rPr lang="en-US">
                <a:latin typeface="Times New Roman"/>
                <a:cs typeface="Arial"/>
              </a:rPr>
              <a:t> inventory before deployment: a survey on </a:t>
            </a:r>
            <a:r>
              <a:rPr lang="en-US" err="1">
                <a:latin typeface="Times New Roman"/>
                <a:cs typeface="Arial"/>
              </a:rPr>
              <a:t>iot</a:t>
            </a:r>
            <a:r>
              <a:rPr lang="en-US">
                <a:latin typeface="Times New Roman"/>
                <a:cs typeface="Arial"/>
              </a:rPr>
              <a:t> protocols, communication technologies, vulnerabilities, attacks, and future research directions,” Computers &amp; Security, p. 102914, 2022.</a:t>
            </a:r>
            <a:endParaRPr lang="en-US">
              <a:latin typeface="Times New Roman"/>
              <a:cs typeface="Times New Roman"/>
            </a:endParaRPr>
          </a:p>
        </p:txBody>
      </p:sp>
      <p:sp>
        <p:nvSpPr>
          <p:cNvPr id="22" name="Line 3">
            <a:extLst>
              <a:ext uri="{FF2B5EF4-FFF2-40B4-BE49-F238E27FC236}">
                <a16:creationId xmlns:a16="http://schemas.microsoft.com/office/drawing/2014/main" id="{0E2B57B8-DD79-004B-87DC-02B8AD5F5FDA}"/>
              </a:ext>
            </a:extLst>
          </p:cNvPr>
          <p:cNvSpPr/>
          <p:nvPr/>
        </p:nvSpPr>
        <p:spPr>
          <a:xfrm>
            <a:off x="410801" y="1035440"/>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8891852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512060" y="185633"/>
            <a:ext cx="2268526" cy="549547"/>
          </a:xfrm>
          <a:prstGeom prst="rect">
            <a:avLst/>
          </a:prstGeom>
        </p:spPr>
      </p:pic>
      <p:sp>
        <p:nvSpPr>
          <p:cNvPr id="6" name="CustomShape 1">
            <a:extLst>
              <a:ext uri="{FF2B5EF4-FFF2-40B4-BE49-F238E27FC236}">
                <a16:creationId xmlns:a16="http://schemas.microsoft.com/office/drawing/2014/main" id="{BC0073BA-7119-901A-FE7F-4BB7B683658E}"/>
              </a:ext>
            </a:extLst>
          </p:cNvPr>
          <p:cNvSpPr/>
          <p:nvPr/>
        </p:nvSpPr>
        <p:spPr>
          <a:xfrm>
            <a:off x="319144" y="520842"/>
            <a:ext cx="1994511" cy="28015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spc="-1">
                <a:solidFill>
                  <a:srgbClr val="FF0000"/>
                </a:solidFill>
                <a:latin typeface="Times New Roman"/>
                <a:ea typeface="+mn-lt"/>
                <a:cs typeface="Times New Roman"/>
              </a:rPr>
              <a:t>References</a:t>
            </a:r>
            <a:endParaRPr lang="en-US"/>
          </a:p>
        </p:txBody>
      </p:sp>
      <p:sp>
        <p:nvSpPr>
          <p:cNvPr id="4" name="Footer Placeholder 3">
            <a:extLst>
              <a:ext uri="{FF2B5EF4-FFF2-40B4-BE49-F238E27FC236}">
                <a16:creationId xmlns:a16="http://schemas.microsoft.com/office/drawing/2014/main" id="{981AD883-D601-E3BD-F801-D29EE0B504FE}"/>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32B31903-A743-2867-59E8-E1BB5C97E1D7}"/>
              </a:ext>
            </a:extLst>
          </p:cNvPr>
          <p:cNvSpPr>
            <a:spLocks noGrp="1"/>
          </p:cNvSpPr>
          <p:nvPr>
            <p:ph type="sldNum" sz="quarter" idx="12"/>
          </p:nvPr>
        </p:nvSpPr>
        <p:spPr/>
        <p:txBody>
          <a:bodyPr/>
          <a:lstStyle/>
          <a:p>
            <a:fld id="{4DAFB949-428C-4290-8A69-E88B57575036}" type="slidenum">
              <a:rPr lang="en-US" smtClean="0"/>
              <a:pPr/>
              <a:t>45</a:t>
            </a:fld>
            <a:endParaRPr lang="en-US"/>
          </a:p>
        </p:txBody>
      </p:sp>
      <p:sp>
        <p:nvSpPr>
          <p:cNvPr id="22" name="Line 3">
            <a:extLst>
              <a:ext uri="{FF2B5EF4-FFF2-40B4-BE49-F238E27FC236}">
                <a16:creationId xmlns:a16="http://schemas.microsoft.com/office/drawing/2014/main" id="{0E2B57B8-DD79-004B-87DC-02B8AD5F5FDA}"/>
              </a:ext>
            </a:extLst>
          </p:cNvPr>
          <p:cNvSpPr/>
          <p:nvPr/>
        </p:nvSpPr>
        <p:spPr>
          <a:xfrm>
            <a:off x="410801" y="1035440"/>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2" name="TextBox 1">
            <a:extLst>
              <a:ext uri="{FF2B5EF4-FFF2-40B4-BE49-F238E27FC236}">
                <a16:creationId xmlns:a16="http://schemas.microsoft.com/office/drawing/2014/main" id="{CEF80C2F-BBB9-7492-254D-ED12FCC7121C}"/>
              </a:ext>
            </a:extLst>
          </p:cNvPr>
          <p:cNvSpPr txBox="1"/>
          <p:nvPr/>
        </p:nvSpPr>
        <p:spPr>
          <a:xfrm>
            <a:off x="527154" y="1201711"/>
            <a:ext cx="1125011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Arial"/>
              </a:rPr>
              <a:t>[15] M. Shukla, S. D. Johnson, and P. Jones, “Does the NIS implementation strategy effectively address cyber security risks in the UK?” in 2019 International Conference on Cyber Security and Protection of Digital Services (Cyber Security), 2019, pp. 1–11.</a:t>
            </a:r>
            <a:r>
              <a:rPr lang="en-US" dirty="0">
                <a:latin typeface="Times New Roman"/>
              </a:rPr>
              <a:t/>
            </a:r>
            <a:br>
              <a:rPr lang="en-US" dirty="0">
                <a:latin typeface="Times New Roman"/>
              </a:rPr>
            </a:br>
            <a:r>
              <a:rPr lang="en-US" dirty="0">
                <a:latin typeface="Times New Roman"/>
                <a:cs typeface="Arial"/>
              </a:rPr>
              <a:t>[16] K. Ashton et al., “That ‘internet of things’ thing,” RFID journal, vol. 22, no. 7, pp. 97–114, 2009.</a:t>
            </a:r>
            <a:r>
              <a:rPr lang="en-US" dirty="0">
                <a:latin typeface="Times New Roman"/>
              </a:rPr>
              <a:t/>
            </a:r>
            <a:br>
              <a:rPr lang="en-US" dirty="0">
                <a:latin typeface="Times New Roman"/>
              </a:rPr>
            </a:br>
            <a:r>
              <a:rPr lang="en-US" dirty="0">
                <a:latin typeface="Times New Roman"/>
                <a:cs typeface="Arial"/>
              </a:rPr>
              <a:t>[17] A. Al-Fuqaha, M. </a:t>
            </a:r>
            <a:r>
              <a:rPr lang="en-US" dirty="0" err="1">
                <a:latin typeface="Times New Roman"/>
                <a:cs typeface="Arial"/>
              </a:rPr>
              <a:t>Guizani</a:t>
            </a:r>
            <a:r>
              <a:rPr lang="en-US" dirty="0">
                <a:latin typeface="Times New Roman"/>
                <a:cs typeface="Arial"/>
              </a:rPr>
              <a:t>, M. Mohammadi, M. </a:t>
            </a:r>
            <a:r>
              <a:rPr lang="en-US" dirty="0" err="1">
                <a:latin typeface="Times New Roman"/>
                <a:cs typeface="Arial"/>
              </a:rPr>
              <a:t>Aledhari</a:t>
            </a:r>
            <a:r>
              <a:rPr lang="en-US" dirty="0">
                <a:latin typeface="Times New Roman"/>
                <a:cs typeface="Arial"/>
              </a:rPr>
              <a:t>, and M. Ayyash, “Internet of Things: A Survey on Enabling Technologies, Protocols, and Applications,” IEEE Communications Surveys Tutorials, vol. 17, no. 4, pp. 2347–2376, 2015.</a:t>
            </a:r>
            <a:r>
              <a:rPr lang="en-US" dirty="0">
                <a:latin typeface="Times New Roman"/>
              </a:rPr>
              <a:t/>
            </a:r>
            <a:br>
              <a:rPr lang="en-US" dirty="0">
                <a:latin typeface="Times New Roman"/>
              </a:rPr>
            </a:br>
            <a:r>
              <a:rPr lang="en-US" dirty="0">
                <a:latin typeface="Times New Roman"/>
                <a:cs typeface="Arial"/>
              </a:rPr>
              <a:t>[18] F. John Dian, R. </a:t>
            </a:r>
            <a:r>
              <a:rPr lang="en-US" dirty="0" err="1">
                <a:latin typeface="Times New Roman"/>
                <a:cs typeface="Arial"/>
              </a:rPr>
              <a:t>Vahidnia</a:t>
            </a:r>
            <a:r>
              <a:rPr lang="en-US" dirty="0">
                <a:latin typeface="Times New Roman"/>
                <a:cs typeface="Arial"/>
              </a:rPr>
              <a:t>, and A. Rahmati, “Wearables and the Internet of Things (IoT), Applications, Opportunities, and Challenges: A Survey,” IEEE Access, vol. 8, pp. 69 200–69 211, 2020.</a:t>
            </a:r>
            <a:r>
              <a:rPr lang="en-US" dirty="0">
                <a:latin typeface="Times New Roman"/>
              </a:rPr>
              <a:t/>
            </a:r>
            <a:br>
              <a:rPr lang="en-US" dirty="0">
                <a:latin typeface="Times New Roman"/>
              </a:rPr>
            </a:br>
            <a:r>
              <a:rPr lang="en-US" dirty="0">
                <a:latin typeface="Times New Roman"/>
                <a:cs typeface="Arial"/>
              </a:rPr>
              <a:t>[19] T. Simon, “Chapter seven: Critical infrastructure and the internet of things,” Cyber security in a volatile world, vol. 93, 2017.</a:t>
            </a:r>
            <a:r>
              <a:rPr lang="en-US" dirty="0">
                <a:latin typeface="Times New Roman"/>
              </a:rPr>
              <a:t/>
            </a:r>
            <a:br>
              <a:rPr lang="en-US" dirty="0">
                <a:latin typeface="Times New Roman"/>
              </a:rPr>
            </a:br>
            <a:r>
              <a:rPr lang="en-US" dirty="0">
                <a:latin typeface="Times New Roman"/>
                <a:cs typeface="Arial"/>
              </a:rPr>
              <a:t>[20] J. M. </a:t>
            </a:r>
            <a:r>
              <a:rPr lang="en-US" dirty="0" err="1">
                <a:latin typeface="Times New Roman"/>
                <a:cs typeface="Arial"/>
              </a:rPr>
              <a:t>Yusta</a:t>
            </a:r>
            <a:r>
              <a:rPr lang="en-US" dirty="0">
                <a:latin typeface="Times New Roman"/>
                <a:cs typeface="Arial"/>
              </a:rPr>
              <a:t>, G. J. Correa, and R. Lacal-</a:t>
            </a:r>
            <a:r>
              <a:rPr lang="en-US" dirty="0" err="1">
                <a:latin typeface="Times New Roman"/>
                <a:cs typeface="Arial"/>
              </a:rPr>
              <a:t>Ar</a:t>
            </a:r>
            <a:r>
              <a:rPr lang="en-US" dirty="0">
                <a:latin typeface="Times New Roman"/>
                <a:cs typeface="Arial"/>
              </a:rPr>
              <a:t> ́</a:t>
            </a:r>
            <a:r>
              <a:rPr lang="en-US" dirty="0" err="1">
                <a:latin typeface="Times New Roman"/>
                <a:cs typeface="Arial"/>
              </a:rPr>
              <a:t>antegui</a:t>
            </a:r>
            <a:r>
              <a:rPr lang="en-US" dirty="0">
                <a:latin typeface="Times New Roman"/>
                <a:cs typeface="Arial"/>
              </a:rPr>
              <a:t>, “Methodologies and applications for critical infrastructure protection: State-of-the-art,” Energy Policy, vol. 39, no. 10, pp. 6100–6119, 2011, sustainability of biofuels. [Online]. Available: https://www.sciencedirect.com/science/article/pii/S0301421511005337</a:t>
            </a:r>
            <a:r>
              <a:rPr lang="en-US" dirty="0">
                <a:latin typeface="Times New Roman"/>
              </a:rPr>
              <a:t/>
            </a:r>
            <a:br>
              <a:rPr lang="en-US" dirty="0">
                <a:latin typeface="Times New Roman"/>
              </a:rPr>
            </a:br>
            <a:r>
              <a:rPr lang="en-US" dirty="0">
                <a:latin typeface="Times New Roman"/>
                <a:cs typeface="Arial"/>
              </a:rPr>
              <a:t>[21] E. </a:t>
            </a:r>
            <a:r>
              <a:rPr lang="en-US" dirty="0" err="1">
                <a:latin typeface="Times New Roman"/>
                <a:cs typeface="Arial"/>
              </a:rPr>
              <a:t>Twahirwa</a:t>
            </a:r>
            <a:r>
              <a:rPr lang="en-US" dirty="0">
                <a:latin typeface="Times New Roman"/>
                <a:cs typeface="Arial"/>
              </a:rPr>
              <a:t>, K. Mtonga, K. Jayavel, P. </a:t>
            </a:r>
            <a:r>
              <a:rPr lang="en-US" dirty="0" err="1">
                <a:latin typeface="Times New Roman"/>
                <a:cs typeface="Arial"/>
              </a:rPr>
              <a:t>Bamurigire</a:t>
            </a:r>
            <a:r>
              <a:rPr lang="en-US" dirty="0">
                <a:latin typeface="Times New Roman"/>
                <a:cs typeface="Arial"/>
              </a:rPr>
              <a:t>, and W. Kasakula, “Technology Empowered Healthcare Response in Pandemics: An IoT-based Covid-19 Test and Isolate System,” in 2022 E-Health and Bioengineering Conference (EHB), 2022, pp. 1–4</a:t>
            </a:r>
            <a:endParaRPr lang="en-US">
              <a:latin typeface="Times New Roman"/>
              <a:cs typeface="Times New Roman"/>
            </a:endParaRPr>
          </a:p>
        </p:txBody>
      </p:sp>
    </p:spTree>
    <p:extLst>
      <p:ext uri="{BB962C8B-B14F-4D97-AF65-F5344CB8AC3E}">
        <p14:creationId xmlns:p14="http://schemas.microsoft.com/office/powerpoint/2010/main" val="24641165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4D9AA185-DDAE-DED5-8BF2-F6F6ABF4B51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512060" y="185633"/>
            <a:ext cx="2268526" cy="549547"/>
          </a:xfrm>
          <a:prstGeom prst="rect">
            <a:avLst/>
          </a:prstGeom>
        </p:spPr>
      </p:pic>
      <p:sp>
        <p:nvSpPr>
          <p:cNvPr id="6" name="CustomShape 1">
            <a:extLst>
              <a:ext uri="{FF2B5EF4-FFF2-40B4-BE49-F238E27FC236}">
                <a16:creationId xmlns:a16="http://schemas.microsoft.com/office/drawing/2014/main" id="{BC0073BA-7119-901A-FE7F-4BB7B683658E}"/>
              </a:ext>
            </a:extLst>
          </p:cNvPr>
          <p:cNvSpPr/>
          <p:nvPr/>
        </p:nvSpPr>
        <p:spPr>
          <a:xfrm>
            <a:off x="319144" y="520842"/>
            <a:ext cx="1994511" cy="28015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gn="ctr"/>
            <a:r>
              <a:rPr lang="en-IN" sz="3200" spc="-1">
                <a:solidFill>
                  <a:srgbClr val="FF0000"/>
                </a:solidFill>
                <a:latin typeface="Times New Roman"/>
                <a:ea typeface="+mn-lt"/>
                <a:cs typeface="Times New Roman"/>
              </a:rPr>
              <a:t>References</a:t>
            </a:r>
            <a:endParaRPr lang="en-US"/>
          </a:p>
        </p:txBody>
      </p:sp>
      <p:sp>
        <p:nvSpPr>
          <p:cNvPr id="4" name="Footer Placeholder 3">
            <a:extLst>
              <a:ext uri="{FF2B5EF4-FFF2-40B4-BE49-F238E27FC236}">
                <a16:creationId xmlns:a16="http://schemas.microsoft.com/office/drawing/2014/main" id="{981AD883-D601-E3BD-F801-D29EE0B504FE}"/>
              </a:ext>
            </a:extLst>
          </p:cNvPr>
          <p:cNvSpPr>
            <a:spLocks noGrp="1"/>
          </p:cNvSpPr>
          <p:nvPr>
            <p:ph type="ftr" sz="quarter" idx="11"/>
          </p:nvPr>
        </p:nvSpPr>
        <p:spPr/>
        <p:txBody>
          <a:bodyPr/>
          <a:lstStyle/>
          <a:p>
            <a:r>
              <a:rPr lang="en-US"/>
              <a:t>Department of Computer Science and Engineering, IITG</a:t>
            </a:r>
          </a:p>
        </p:txBody>
      </p:sp>
      <p:sp>
        <p:nvSpPr>
          <p:cNvPr id="5" name="Slide Number Placeholder 4">
            <a:extLst>
              <a:ext uri="{FF2B5EF4-FFF2-40B4-BE49-F238E27FC236}">
                <a16:creationId xmlns:a16="http://schemas.microsoft.com/office/drawing/2014/main" id="{32B31903-A743-2867-59E8-E1BB5C97E1D7}"/>
              </a:ext>
            </a:extLst>
          </p:cNvPr>
          <p:cNvSpPr>
            <a:spLocks noGrp="1"/>
          </p:cNvSpPr>
          <p:nvPr>
            <p:ph type="sldNum" sz="quarter" idx="12"/>
          </p:nvPr>
        </p:nvSpPr>
        <p:spPr/>
        <p:txBody>
          <a:bodyPr/>
          <a:lstStyle/>
          <a:p>
            <a:fld id="{4DAFB949-428C-4290-8A69-E88B57575036}" type="slidenum">
              <a:rPr lang="en-US" smtClean="0"/>
              <a:pPr/>
              <a:t>46</a:t>
            </a:fld>
            <a:endParaRPr lang="en-US"/>
          </a:p>
        </p:txBody>
      </p:sp>
      <p:sp>
        <p:nvSpPr>
          <p:cNvPr id="22" name="Line 3">
            <a:extLst>
              <a:ext uri="{FF2B5EF4-FFF2-40B4-BE49-F238E27FC236}">
                <a16:creationId xmlns:a16="http://schemas.microsoft.com/office/drawing/2014/main" id="{0E2B57B8-DD79-004B-87DC-02B8AD5F5FDA}"/>
              </a:ext>
            </a:extLst>
          </p:cNvPr>
          <p:cNvSpPr/>
          <p:nvPr/>
        </p:nvSpPr>
        <p:spPr>
          <a:xfrm>
            <a:off x="410801" y="1035440"/>
            <a:ext cx="11088149" cy="4218"/>
          </a:xfrm>
          <a:prstGeom prst="line">
            <a:avLst/>
          </a:prstGeom>
          <a:ln w="9360">
            <a:solidFill>
              <a:srgbClr val="BFBFBF"/>
            </a:solidFill>
            <a:round/>
          </a:ln>
        </p:spPr>
        <p:style>
          <a:lnRef idx="0">
            <a:scrgbClr r="0" g="0" b="0"/>
          </a:lnRef>
          <a:fillRef idx="0">
            <a:scrgbClr r="0" g="0" b="0"/>
          </a:fillRef>
          <a:effectRef idx="0">
            <a:scrgbClr r="0" g="0" b="0"/>
          </a:effectRef>
          <a:fontRef idx="minor"/>
        </p:style>
      </p:sp>
      <p:sp>
        <p:nvSpPr>
          <p:cNvPr id="2" name="TextBox 1">
            <a:extLst>
              <a:ext uri="{FF2B5EF4-FFF2-40B4-BE49-F238E27FC236}">
                <a16:creationId xmlns:a16="http://schemas.microsoft.com/office/drawing/2014/main" id="{CEF80C2F-BBB9-7492-254D-ED12FCC7121C}"/>
              </a:ext>
            </a:extLst>
          </p:cNvPr>
          <p:cNvSpPr txBox="1"/>
          <p:nvPr/>
        </p:nvSpPr>
        <p:spPr>
          <a:xfrm>
            <a:off x="464695" y="1239186"/>
            <a:ext cx="1125011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[22] C.-X. Wang, X. You, X. Gao, X. Zhu, Z. Li, C. Zhang, H. Wang, Y. Huang, Y. Chen, H. Haas, J. S. Thompson, E. G. Larsson, M. D. Renzo, W. Tong, P. Zhu, X. Shen, H. V. Poor, and L. Hanzo, “On the Road to 6G: Visions, Requirements, Key Technologies, and Testbeds,” IEEE Communications Surveys Tutorials, vol. 25, no. 2, pp. 905–974, 2023.</a:t>
            </a:r>
            <a:br>
              <a:rPr lang="en-US" dirty="0">
                <a:latin typeface="Times New Roman"/>
                <a:ea typeface="+mn-lt"/>
                <a:cs typeface="+mn-lt"/>
              </a:rPr>
            </a:br>
            <a:r>
              <a:rPr lang="en-US" dirty="0">
                <a:latin typeface="Times New Roman"/>
                <a:ea typeface="+mn-lt"/>
                <a:cs typeface="+mn-lt"/>
              </a:rPr>
              <a:t>[23] N.-N. Dao, “Internet of wearable things: Advancements and benefits from 6G technologies,” Future Generation Computer Systems, 2022.</a:t>
            </a:r>
            <a:br>
              <a:rPr lang="en-US" dirty="0">
                <a:latin typeface="Times New Roman"/>
                <a:ea typeface="+mn-lt"/>
                <a:cs typeface="+mn-lt"/>
              </a:rPr>
            </a:br>
            <a:r>
              <a:rPr lang="en-US" dirty="0">
                <a:latin typeface="Times New Roman"/>
                <a:ea typeface="+mn-lt"/>
                <a:cs typeface="+mn-lt"/>
              </a:rPr>
              <a:t>[24] Z. Qadir, K. N. Le, N. Saeed, and H. S. Munawar, “Towards 6G Internet of Things: Recent advances, use cases, and open challenges,” ICT Express, vol. 9, no. 3, pp. 296–312, 2023.</a:t>
            </a:r>
            <a:br>
              <a:rPr lang="en-US" dirty="0">
                <a:latin typeface="Times New Roman"/>
                <a:ea typeface="+mn-lt"/>
                <a:cs typeface="+mn-lt"/>
              </a:rPr>
            </a:br>
            <a:r>
              <a:rPr lang="en-US" dirty="0">
                <a:latin typeface="Times New Roman"/>
                <a:ea typeface="+mn-lt"/>
                <a:cs typeface="+mn-lt"/>
              </a:rPr>
              <a:t>[25] F. Meneghello, M. Calore, D. Zucchetto, M. Polese, and A. Zanella, “IoT: Internet of threats? A survey of practical security vulnerabilities in real IoT devices,” IEEE Internet of Things Journal, vol. 6, no. 5, pp. 8182–8201, 2019.</a:t>
            </a:r>
            <a:br>
              <a:rPr lang="en-US" dirty="0">
                <a:latin typeface="Times New Roman"/>
                <a:ea typeface="+mn-lt"/>
                <a:cs typeface="+mn-lt"/>
              </a:rPr>
            </a:br>
            <a:r>
              <a:rPr lang="en-US" dirty="0">
                <a:latin typeface="Times New Roman"/>
                <a:ea typeface="+mn-lt"/>
                <a:cs typeface="+mn-lt"/>
              </a:rPr>
              <a:t>[26] W. Liao, S. Salinas, M. Li, P. Li, and K. A. Loparo, “Cascading Failure Attacks in the Power System: A Stochastic Game Perspective,” IEEE Internet of Things Journal, vol. 4, no. 6, pp. 2247–2259, 2017.</a:t>
            </a:r>
            <a:br>
              <a:rPr lang="en-US" dirty="0">
                <a:latin typeface="Times New Roman"/>
                <a:ea typeface="+mn-lt"/>
                <a:cs typeface="+mn-lt"/>
              </a:rPr>
            </a:br>
            <a:r>
              <a:rPr lang="en-US" dirty="0">
                <a:latin typeface="Times New Roman"/>
                <a:ea typeface="+mn-lt"/>
                <a:cs typeface="+mn-lt"/>
              </a:rPr>
              <a:t>[27] M. A. Husnoo, A. Anwar, N. Hosseinzadeh, S. N. Islam, A. N. Mahmood, and R. Doss, “False data injection threats in active distribution systems: A comprehensive survey,” Future Generation Computer Systems, 2022.</a:t>
            </a:r>
            <a:br>
              <a:rPr lang="en-US" dirty="0">
                <a:latin typeface="Times New Roman"/>
                <a:ea typeface="+mn-lt"/>
                <a:cs typeface="+mn-lt"/>
              </a:rPr>
            </a:br>
            <a:r>
              <a:rPr lang="en-US" dirty="0">
                <a:latin typeface="Times New Roman"/>
                <a:ea typeface="+mn-lt"/>
                <a:cs typeface="+mn-lt"/>
              </a:rPr>
              <a:t>[28] S. Khanam, I. B. </a:t>
            </a:r>
            <a:r>
              <a:rPr lang="en-US" err="1">
                <a:latin typeface="Times New Roman"/>
                <a:ea typeface="+mn-lt"/>
                <a:cs typeface="+mn-lt"/>
              </a:rPr>
              <a:t>Ahmedy</a:t>
            </a:r>
            <a:r>
              <a:rPr lang="en-US" dirty="0">
                <a:latin typeface="Times New Roman"/>
                <a:ea typeface="+mn-lt"/>
                <a:cs typeface="+mn-lt"/>
              </a:rPr>
              <a:t>, M. Y. Idna Idris, M. H. </a:t>
            </a:r>
            <a:r>
              <a:rPr lang="en-US" err="1">
                <a:latin typeface="Times New Roman"/>
                <a:ea typeface="+mn-lt"/>
                <a:cs typeface="+mn-lt"/>
              </a:rPr>
              <a:t>Jaward</a:t>
            </a:r>
            <a:r>
              <a:rPr lang="en-US" dirty="0">
                <a:latin typeface="Times New Roman"/>
                <a:ea typeface="+mn-lt"/>
                <a:cs typeface="+mn-lt"/>
              </a:rPr>
              <a:t>, and A. Q. Bin Md Sabri, “A Survey of Security Challenges, Attacks Taxonomy and Advanced Countermeasures in the Internet of Things,” IEEE Access, vol. 8, pp. 219 709–219 743, 2020.</a:t>
            </a:r>
            <a:endParaRPr lang="en-US">
              <a:latin typeface="Times New Roman"/>
            </a:endParaRPr>
          </a:p>
        </p:txBody>
      </p:sp>
    </p:spTree>
    <p:extLst>
      <p:ext uri="{BB962C8B-B14F-4D97-AF65-F5344CB8AC3E}">
        <p14:creationId xmlns:p14="http://schemas.microsoft.com/office/powerpoint/2010/main" val="27057459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3348000" y="2448000"/>
            <a:ext cx="4787640" cy="942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6000" b="0" strike="noStrike" spc="-1">
                <a:latin typeface="Arial"/>
              </a:rPr>
              <a:t>Thank You </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Content Placeholder 7"/>
          <p:cNvPicPr/>
          <p:nvPr/>
        </p:nvPicPr>
        <p:blipFill>
          <a:blip r:embed="rId2"/>
          <a:stretch/>
        </p:blipFill>
        <p:spPr>
          <a:xfrm>
            <a:off x="2448000" y="1080000"/>
            <a:ext cx="7173000" cy="4309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5757</TotalTime>
  <Words>2121</Words>
  <Application>Microsoft Office PowerPoint</Application>
  <PresentationFormat>Widescreen</PresentationFormat>
  <Paragraphs>268</Paragraphs>
  <Slides>48</Slides>
  <Notes>2</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48</vt:i4>
      </vt:variant>
    </vt:vector>
  </HeadingPairs>
  <TitlesOfParts>
    <vt:vector size="61" baseType="lpstr">
      <vt:lpstr>Arial</vt:lpstr>
      <vt:lpstr>Arial MT</vt:lpstr>
      <vt:lpstr>Calibri</vt:lpstr>
      <vt:lpstr>Calibri Light</vt:lpstr>
      <vt:lpstr>DejaVu Sans</vt:lpstr>
      <vt:lpstr>Microsoft Uighur</vt:lpstr>
      <vt:lpstr>Symbol</vt:lpstr>
      <vt:lpstr>Times New Roman</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Design-for-Test and Test Optimization Technique for Digital VLSI Circuits</dc:title>
  <dc:subject/>
  <dc:creator>Sisir Jena</dc:creator>
  <dc:description/>
  <cp:lastModifiedBy>Bhale</cp:lastModifiedBy>
  <cp:revision>571</cp:revision>
  <cp:lastPrinted>2023-07-17T06:54:38Z</cp:lastPrinted>
  <dcterms:created xsi:type="dcterms:W3CDTF">2017-11-29T13:37:39Z</dcterms:created>
  <dcterms:modified xsi:type="dcterms:W3CDTF">2025-09-16T16:52:41Z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32</vt:i4>
  </property>
</Properties>
</file>