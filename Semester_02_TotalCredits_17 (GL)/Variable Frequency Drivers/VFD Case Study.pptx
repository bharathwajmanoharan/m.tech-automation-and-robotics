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embeddedFontLst>
    <p:embeddedFont>
      <p:font typeface="DM Sans" pitchFamily="2" charset="0"/>
      <p:regular r:id="rId6"/>
      <p:bold r:id="rId7"/>
      <p:italic r:id="rId8"/>
      <p:boldItalic r:id="rId9"/>
    </p:embeddedFont>
    <p:embeddedFont>
      <p:font typeface="DM Sans SemiBold" panose="020B0604020202020204" charset="0"/>
      <p:regular r:id="rId10"/>
      <p:bold r:id="rId11"/>
      <p:italic r:id="rId12"/>
      <p:boldItalic r:id="rId13"/>
    </p:embeddedFont>
    <p:embeddedFont>
      <p:font typeface="JetBrains Mono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629" y="4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3.fntdata"/><Relationship Id="rId13" Type="http://schemas.openxmlformats.org/officeDocument/2006/relationships/font" Target="fonts/font8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font" Target="fonts/font2.fntdata"/><Relationship Id="rId12" Type="http://schemas.openxmlformats.org/officeDocument/2006/relationships/font" Target="fonts/font7.fntdata"/><Relationship Id="rId17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11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1.fntdata"/><Relationship Id="rId11" Type="http://schemas.openxmlformats.org/officeDocument/2006/relationships/font" Target="fonts/font6.fntdata"/><Relationship Id="rId5" Type="http://schemas.openxmlformats.org/officeDocument/2006/relationships/notesMaster" Target="notesMasters/notesMaster1.xml"/><Relationship Id="rId15" Type="http://schemas.openxmlformats.org/officeDocument/2006/relationships/font" Target="fonts/font10.fntdata"/><Relationship Id="rId10" Type="http://schemas.openxmlformats.org/officeDocument/2006/relationships/font" Target="fonts/font5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font" Target="fonts/font4.fntdata"/><Relationship Id="rId14" Type="http://schemas.openxmlformats.org/officeDocument/2006/relationships/font" Target="fonts/font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324975" y="399097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025" y="5753100"/>
            <a:ext cx="110299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581025" y="1504950"/>
            <a:ext cx="9001125" cy="2011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>
                <a:solidFill>
                  <a:srgbClr val="0F172A"/>
                </a:solidFill>
                <a:latin typeface="DM Sans"/>
                <a:ea typeface="DM Sans"/>
                <a:cs typeface="DM Sans"/>
                <a:sym typeface="DM Sans"/>
              </a:rPr>
              <a:t>Case Study: VFD in Closed Loop Control of Rotatory Equipment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81025" y="3990987"/>
            <a:ext cx="8572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Applications of VFD in Industrial Automation</a:t>
            </a:r>
            <a:endParaRPr dirty="0"/>
          </a:p>
        </p:txBody>
      </p:sp>
      <p:sp>
        <p:nvSpPr>
          <p:cNvPr id="89" name="Google Shape;89;p13"/>
          <p:cNvSpPr txBox="1"/>
          <p:nvPr/>
        </p:nvSpPr>
        <p:spPr>
          <a:xfrm>
            <a:off x="581025" y="6057900"/>
            <a:ext cx="2476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Student: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3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Mohamed Sabiq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057525" y="6057900"/>
            <a:ext cx="3771900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Course: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M.Tech Automation &amp; Robotics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7210425" y="6057900"/>
            <a:ext cx="38766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Reg No</a:t>
            </a:r>
            <a:r>
              <a:rPr lang="en-US" sz="1350" b="1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:</a:t>
            </a:r>
            <a:r>
              <a:rPr lang="en-US" sz="135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 </a:t>
            </a:r>
            <a:r>
              <a:rPr lang="en-US" sz="1350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RA2512053010005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0078" y="6324600"/>
            <a:ext cx="1102995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0078" y="1009650"/>
            <a:ext cx="537210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7928" y="1009650"/>
            <a:ext cx="537210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0078" y="3667125"/>
            <a:ext cx="5372101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77928" y="3667125"/>
            <a:ext cx="5372100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1028" y="1257300"/>
            <a:ext cx="13335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68878" y="1257300"/>
            <a:ext cx="13335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411028" y="3914775"/>
            <a:ext cx="1333500" cy="133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68878" y="3914775"/>
            <a:ext cx="1333500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810578" y="104775"/>
            <a:ext cx="11381422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334155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Applications of Closed Loop VFD Control</a:t>
            </a:r>
            <a:endParaRPr/>
          </a:p>
        </p:txBody>
      </p:sp>
      <p:sp>
        <p:nvSpPr>
          <p:cNvPr id="106" name="Google Shape;106;p14"/>
          <p:cNvSpPr/>
          <p:nvPr/>
        </p:nvSpPr>
        <p:spPr>
          <a:xfrm>
            <a:off x="620078" y="104775"/>
            <a:ext cx="76200" cy="523875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867728" y="1257300"/>
            <a:ext cx="352044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Oxidation Blower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67728" y="1647825"/>
            <a:ext cx="3352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Controls airflow in wastewater treatment using DO sensor feedback.</a:t>
            </a:r>
            <a:endParaRPr/>
          </a:p>
        </p:txBody>
      </p:sp>
      <p:pic>
        <p:nvPicPr>
          <p:cNvPr id="109" name="Google Shape;109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430078" y="1276350"/>
            <a:ext cx="12954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4"/>
          <p:cNvSpPr txBox="1"/>
          <p:nvPr/>
        </p:nvSpPr>
        <p:spPr>
          <a:xfrm>
            <a:off x="6525578" y="1257300"/>
            <a:ext cx="352044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Air Compressor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6525578" y="1647825"/>
            <a:ext cx="3352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Maintains constant pressure using pressure sensor feedback loop.</a:t>
            </a:r>
            <a:endParaRPr/>
          </a:p>
        </p:txBody>
      </p:sp>
      <p:pic>
        <p:nvPicPr>
          <p:cNvPr id="112" name="Google Shape;112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087928" y="1276350"/>
            <a:ext cx="12954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4"/>
          <p:cNvSpPr txBox="1"/>
          <p:nvPr/>
        </p:nvSpPr>
        <p:spPr>
          <a:xfrm>
            <a:off x="867728" y="3914775"/>
            <a:ext cx="352044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Pump System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67728" y="4305300"/>
            <a:ext cx="3352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Controls flow/pressure in water systems using feedback sensors.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430078" y="3933825"/>
            <a:ext cx="1295400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4"/>
          <p:cNvSpPr txBox="1"/>
          <p:nvPr/>
        </p:nvSpPr>
        <p:spPr>
          <a:xfrm>
            <a:off x="6525578" y="3914775"/>
            <a:ext cx="352044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2563EB"/>
                </a:solidFill>
                <a:latin typeface="DM Sans"/>
                <a:ea typeface="DM Sans"/>
                <a:cs typeface="DM Sans"/>
                <a:sym typeface="DM Sans"/>
              </a:rPr>
              <a:t>Vibrating Feeder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6525578" y="4305300"/>
            <a:ext cx="3352800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Ensures uniform material feeding through precise speed control.</a:t>
            </a:r>
            <a:endParaRPr/>
          </a:p>
        </p:txBody>
      </p:sp>
      <p:sp>
        <p:nvSpPr>
          <p:cNvPr id="118" name="Google Shape;118;p14"/>
          <p:cNvSpPr txBox="1"/>
          <p:nvPr/>
        </p:nvSpPr>
        <p:spPr>
          <a:xfrm>
            <a:off x="1058228" y="2143125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Maintains dissolved oxygen levels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1058228" y="2390775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Adjusts speed based on demand</a:t>
            </a:r>
            <a:endParaRPr/>
          </a:p>
        </p:txBody>
      </p:sp>
      <p:sp>
        <p:nvSpPr>
          <p:cNvPr id="120" name="Google Shape;120;p14"/>
          <p:cNvSpPr txBox="1"/>
          <p:nvPr/>
        </p:nvSpPr>
        <p:spPr>
          <a:xfrm>
            <a:off x="1058228" y="2638425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Reduces energy consumption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58228" y="2886075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Improves process efficiency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6716078" y="2143125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Automatic speed variation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6716078" y="2390775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Stable pressure output</a:t>
            </a:r>
            <a:endParaRPr/>
          </a:p>
        </p:txBody>
      </p:sp>
      <p:sp>
        <p:nvSpPr>
          <p:cNvPr id="124" name="Google Shape;124;p14"/>
          <p:cNvSpPr txBox="1"/>
          <p:nvPr/>
        </p:nvSpPr>
        <p:spPr>
          <a:xfrm>
            <a:off x="6716078" y="2638425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Reduced mechanical wear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716078" y="2886075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Energy efficient operation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1058228" y="4800600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Maintains constant flow/level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1058228" y="5048250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Prevents overflow/dry run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058228" y="5295900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Saves electrical power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1058228" y="5543550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Ensures smooth operation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6716078" y="4800600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Consistent material flow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6716078" y="5048250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Adjustable feeding rate</a:t>
            </a:r>
            <a:endParaRPr/>
          </a:p>
        </p:txBody>
      </p:sp>
      <p:sp>
        <p:nvSpPr>
          <p:cNvPr id="132" name="Google Shape;132;p14"/>
          <p:cNvSpPr txBox="1"/>
          <p:nvPr/>
        </p:nvSpPr>
        <p:spPr>
          <a:xfrm>
            <a:off x="6716078" y="5295900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Reduced material wastage</a:t>
            </a:r>
            <a:endParaRPr/>
          </a:p>
        </p:txBody>
      </p:sp>
      <p:sp>
        <p:nvSpPr>
          <p:cNvPr id="133" name="Google Shape;133;p14"/>
          <p:cNvSpPr txBox="1"/>
          <p:nvPr/>
        </p:nvSpPr>
        <p:spPr>
          <a:xfrm>
            <a:off x="6716078" y="5543550"/>
            <a:ext cx="31623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334155"/>
                </a:solidFill>
                <a:latin typeface="DM Sans"/>
                <a:ea typeface="DM Sans"/>
                <a:cs typeface="DM Sans"/>
                <a:sym typeface="DM Sans"/>
              </a:rPr>
              <a:t>Improved plant automation</a:t>
            </a:r>
            <a:endParaRPr/>
          </a:p>
        </p:txBody>
      </p:sp>
      <p:pic>
        <p:nvPicPr>
          <p:cNvPr id="134" name="Google Shape;134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0378440" y="4281487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4"/>
          <p:cNvSpPr txBox="1"/>
          <p:nvPr/>
        </p:nvSpPr>
        <p:spPr>
          <a:xfrm>
            <a:off x="867728" y="214312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36" name="Google Shape;136;p14"/>
          <p:cNvSpPr txBox="1"/>
          <p:nvPr/>
        </p:nvSpPr>
        <p:spPr>
          <a:xfrm>
            <a:off x="867728" y="23907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37" name="Google Shape;137;p14"/>
          <p:cNvSpPr txBox="1"/>
          <p:nvPr/>
        </p:nvSpPr>
        <p:spPr>
          <a:xfrm>
            <a:off x="867728" y="263842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38" name="Google Shape;138;p14"/>
          <p:cNvSpPr txBox="1"/>
          <p:nvPr/>
        </p:nvSpPr>
        <p:spPr>
          <a:xfrm>
            <a:off x="867728" y="28860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39" name="Google Shape;139;p14"/>
          <p:cNvSpPr txBox="1"/>
          <p:nvPr/>
        </p:nvSpPr>
        <p:spPr>
          <a:xfrm>
            <a:off x="6525578" y="214312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40" name="Google Shape;140;p14"/>
          <p:cNvSpPr txBox="1"/>
          <p:nvPr/>
        </p:nvSpPr>
        <p:spPr>
          <a:xfrm>
            <a:off x="6525578" y="23907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41" name="Google Shape;141;p14"/>
          <p:cNvSpPr txBox="1"/>
          <p:nvPr/>
        </p:nvSpPr>
        <p:spPr>
          <a:xfrm>
            <a:off x="6525578" y="263842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6525578" y="2886075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867728" y="4800600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867728" y="5048250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867728" y="5295900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867728" y="5543550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6525578" y="4800600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6525578" y="5048250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6525578" y="5295900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6525578" y="5543550"/>
            <a:ext cx="15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→</a:t>
            </a:r>
            <a:endParaRPr/>
          </a:p>
        </p:txBody>
      </p:sp>
      <p:pic>
        <p:nvPicPr>
          <p:cNvPr id="151" name="Google Shape;151;p14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430078" y="3900475"/>
            <a:ext cx="1295400" cy="1333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4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0087928" y="1276350"/>
            <a:ext cx="12954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4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087928" y="3933825"/>
            <a:ext cx="1295400" cy="1295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42975" y="3990975"/>
            <a:ext cx="3810000" cy="381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525" y="9525"/>
            <a:ext cx="12172950" cy="6838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5"/>
          <p:cNvSpPr txBox="1"/>
          <p:nvPr/>
        </p:nvSpPr>
        <p:spPr>
          <a:xfrm>
            <a:off x="3100625" y="1900237"/>
            <a:ext cx="5990748" cy="12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0" b="1" i="0" u="none" strike="noStrike" cap="none">
                <a:solidFill>
                  <a:srgbClr val="1E3A8A"/>
                </a:solidFill>
                <a:latin typeface="DM Sans"/>
                <a:ea typeface="DM Sans"/>
                <a:cs typeface="DM Sans"/>
                <a:sym typeface="DM Sans"/>
              </a:rPr>
              <a:t>Thank You</a:t>
            </a:r>
            <a:endParaRPr/>
          </a:p>
        </p:txBody>
      </p:sp>
      <p:sp>
        <p:nvSpPr>
          <p:cNvPr id="161" name="Google Shape;161;p15"/>
          <p:cNvSpPr txBox="1"/>
          <p:nvPr/>
        </p:nvSpPr>
        <p:spPr>
          <a:xfrm>
            <a:off x="4991100" y="3348037"/>
            <a:ext cx="2209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64748B"/>
                </a:solidFill>
                <a:latin typeface="DM Sans"/>
                <a:ea typeface="DM Sans"/>
                <a:cs typeface="DM Sans"/>
                <a:sym typeface="DM Sans"/>
              </a:rPr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</Words>
  <Application>Microsoft Office PowerPoint</Application>
  <PresentationFormat>Widescreen</PresentationFormat>
  <Paragraphs>48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DM Sans SemiBold</vt:lpstr>
      <vt:lpstr>Calibri</vt:lpstr>
      <vt:lpstr>DM Sans</vt:lpstr>
      <vt:lpstr>JetBrains Mono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Mohamed Sabiq</cp:lastModifiedBy>
  <cp:revision>1</cp:revision>
  <dcterms:modified xsi:type="dcterms:W3CDTF">2026-05-04T21:56:18Z</dcterms:modified>
</cp:coreProperties>
</file>