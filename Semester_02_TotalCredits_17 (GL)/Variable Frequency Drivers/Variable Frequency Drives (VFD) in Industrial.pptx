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44" autoAdjust="0"/>
  </p:normalViewPr>
  <p:slideViewPr>
    <p:cSldViewPr snapToGrid="0">
      <p:cViewPr varScale="1">
        <p:scale>
          <a:sx n="48" d="100"/>
          <a:sy n="48" d="100"/>
        </p:scale>
        <p:origin x="67" y="8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2424" y="1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90D19F-9EE3-43D8-9670-6A58E05C31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D55E1F-C225-46B0-8D02-A7F01D1EEC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6D841-7B3C-47AF-987F-072B4B4DB2FC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F677B-DDC3-4004-9B1B-95E07E15D2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43975-40E2-4F98-BE43-D14876F36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C8066-2EF6-4176-9ACB-F71BDAE9F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032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E7DBF-46FE-4FD5-AC56-18193FB86556}" type="datetimeFigureOut">
              <a:rPr lang="en-US" noProof="0" smtClean="0"/>
              <a:t>5/5/2026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54082-0EDA-40C0-B23E-AB88047B243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5093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54082-0EDA-40C0-B23E-AB88047B243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11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75420" y="2493085"/>
            <a:ext cx="4971618" cy="2033753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69348" y="2493085"/>
            <a:ext cx="4984220" cy="20337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108192" y="2842697"/>
            <a:ext cx="0" cy="133453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 descr="Color filled rectangle border"/>
          <p:cNvSpPr/>
          <p:nvPr userDrawn="1"/>
        </p:nvSpPr>
        <p:spPr>
          <a:xfrm>
            <a:off x="0" y="6479628"/>
            <a:ext cx="3054096" cy="3783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 descr="Color filled rectangle border"/>
          <p:cNvSpPr/>
          <p:nvPr userDrawn="1"/>
        </p:nvSpPr>
        <p:spPr>
          <a:xfrm>
            <a:off x="3054096" y="6479628"/>
            <a:ext cx="3054096" cy="37837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 descr="Color filled rectangle border"/>
          <p:cNvSpPr/>
          <p:nvPr userDrawn="1"/>
        </p:nvSpPr>
        <p:spPr>
          <a:xfrm>
            <a:off x="6108192" y="6479628"/>
            <a:ext cx="3054096" cy="3783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 descr="Color filled rectangle border"/>
          <p:cNvSpPr/>
          <p:nvPr userDrawn="1"/>
        </p:nvSpPr>
        <p:spPr>
          <a:xfrm>
            <a:off x="9137904" y="6479628"/>
            <a:ext cx="3054096" cy="3783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708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610211"/>
            <a:ext cx="6934201" cy="96547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1" y="2727433"/>
            <a:ext cx="6934200" cy="258554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None/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Rectangle 6" descr="Color filled rectangle border"/>
          <p:cNvSpPr/>
          <p:nvPr userDrawn="1"/>
        </p:nvSpPr>
        <p:spPr>
          <a:xfrm>
            <a:off x="0" y="6479628"/>
            <a:ext cx="3054096" cy="3783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 descr="Color filled rectangle border"/>
          <p:cNvSpPr/>
          <p:nvPr userDrawn="1"/>
        </p:nvSpPr>
        <p:spPr>
          <a:xfrm>
            <a:off x="3054096" y="6479628"/>
            <a:ext cx="3054096" cy="37837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 descr="Color filled rectangle border"/>
          <p:cNvSpPr/>
          <p:nvPr userDrawn="1"/>
        </p:nvSpPr>
        <p:spPr>
          <a:xfrm>
            <a:off x="6108192" y="6479628"/>
            <a:ext cx="3054096" cy="3783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 descr="Color filled rectangle border"/>
          <p:cNvSpPr/>
          <p:nvPr userDrawn="1"/>
        </p:nvSpPr>
        <p:spPr>
          <a:xfrm>
            <a:off x="9137904" y="6479628"/>
            <a:ext cx="3054096" cy="3783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19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on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837386" cy="99070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26758" y="2380595"/>
            <a:ext cx="4748828" cy="450383"/>
          </a:xfrm>
        </p:spPr>
        <p:txBody>
          <a:bodyPr>
            <a:normAutofit/>
          </a:bodyPr>
          <a:lstStyle>
            <a:lvl1pPr marL="0" indent="0">
              <a:buNone/>
              <a:tabLst>
                <a:tab pos="850392" algn="ctr"/>
                <a:tab pos="1545336" algn="ctr"/>
                <a:tab pos="2240280" algn="ctr"/>
                <a:tab pos="2926080" algn="ctr"/>
                <a:tab pos="3621024" algn="ctr"/>
                <a:tab pos="4315968" algn="ctr"/>
              </a:tabLst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58454" y="2317530"/>
            <a:ext cx="4795345" cy="4083269"/>
          </a:xfrm>
        </p:spPr>
        <p:txBody>
          <a:bodyPr>
            <a:normAutofit/>
          </a:bodyPr>
          <a:lstStyle>
            <a:lvl1pPr marL="0" indent="0">
              <a:lnSpc>
                <a:spcPct val="137000"/>
              </a:lnSpc>
              <a:spcBef>
                <a:spcPts val="0"/>
              </a:spcBef>
              <a:buNone/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557963" y="365125"/>
            <a:ext cx="4795837" cy="990709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Month</a:t>
            </a:r>
          </a:p>
        </p:txBody>
      </p:sp>
      <p:grpSp>
        <p:nvGrpSpPr>
          <p:cNvPr id="23" name="Group 22" descr="Dashed lines"/>
          <p:cNvGrpSpPr/>
          <p:nvPr userDrawn="1"/>
        </p:nvGrpSpPr>
        <p:grpSpPr>
          <a:xfrm>
            <a:off x="6557963" y="2680139"/>
            <a:ext cx="4795836" cy="3565213"/>
            <a:chOff x="6557963" y="2680139"/>
            <a:chExt cx="4795836" cy="3565213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/>
          <p:cNvSpPr/>
          <p:nvPr userDrawn="1"/>
        </p:nvSpPr>
        <p:spPr>
          <a:xfrm>
            <a:off x="838200" y="1618737"/>
            <a:ext cx="4837386" cy="5488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Text</a:t>
            </a:r>
          </a:p>
        </p:txBody>
      </p:sp>
      <p:grpSp>
        <p:nvGrpSpPr>
          <p:cNvPr id="25" name="Group 24" descr="Circle shapes"/>
          <p:cNvGrpSpPr/>
          <p:nvPr userDrawn="1"/>
        </p:nvGrpSpPr>
        <p:grpSpPr>
          <a:xfrm>
            <a:off x="987552" y="3151398"/>
            <a:ext cx="4471416" cy="2875416"/>
            <a:chOff x="987552" y="3151398"/>
            <a:chExt cx="4471416" cy="2875416"/>
          </a:xfrm>
        </p:grpSpPr>
        <p:grpSp>
          <p:nvGrpSpPr>
            <p:cNvPr id="26" name="Group 25"/>
            <p:cNvGrpSpPr/>
            <p:nvPr/>
          </p:nvGrpSpPr>
          <p:grpSpPr>
            <a:xfrm>
              <a:off x="987552" y="3151398"/>
              <a:ext cx="4471416" cy="310901"/>
              <a:chOff x="987552" y="3151398"/>
              <a:chExt cx="4471416" cy="310901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987552" y="315140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1682496" y="3151402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2377440" y="315140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3063240" y="315140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3758184" y="315140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4453128" y="3151399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5148072" y="3151398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987552" y="3792532"/>
              <a:ext cx="4471416" cy="310901"/>
              <a:chOff x="987552" y="3792532"/>
              <a:chExt cx="4471416" cy="310901"/>
            </a:xfrm>
          </p:grpSpPr>
          <p:sp>
            <p:nvSpPr>
              <p:cNvPr id="52" name="Oval 51"/>
              <p:cNvSpPr/>
              <p:nvPr/>
            </p:nvSpPr>
            <p:spPr>
              <a:xfrm>
                <a:off x="987552" y="3792537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1682496" y="3792536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377440" y="3792534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063240" y="3792534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3758184" y="3792534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4453128" y="379253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5148072" y="3792532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987552" y="4433661"/>
              <a:ext cx="4471416" cy="310901"/>
              <a:chOff x="987552" y="4433661"/>
              <a:chExt cx="4471416" cy="310901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987552" y="4433666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1682496" y="4433665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2377440" y="443366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063240" y="443366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3758184" y="443366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4453128" y="4433662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5148072" y="4433661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987552" y="5074788"/>
              <a:ext cx="4471416" cy="310901"/>
              <a:chOff x="987552" y="5074788"/>
              <a:chExt cx="4471416" cy="310901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987552" y="507479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1682496" y="5074792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2377440" y="507479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3063240" y="507479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3758184" y="507479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4453128" y="5074789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5148072" y="5074788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987552" y="5715913"/>
              <a:ext cx="4471416" cy="310901"/>
              <a:chOff x="987552" y="5715913"/>
              <a:chExt cx="4471416" cy="310901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987552" y="5715918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1682496" y="5715917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2377440" y="5715915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3063240" y="5715915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3758184" y="5715915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4453128" y="5715914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5148072" y="571591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4214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Mon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837386" cy="99070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96112" y="2929835"/>
            <a:ext cx="3310128" cy="369421"/>
          </a:xfrm>
        </p:spPr>
        <p:txBody>
          <a:bodyPr>
            <a:normAutofit/>
          </a:bodyPr>
          <a:lstStyle>
            <a:lvl1pPr marL="0" indent="0">
              <a:buNone/>
              <a:tabLst>
                <a:tab pos="576072" algn="ctr"/>
                <a:tab pos="1051560" algn="ctr"/>
                <a:tab pos="1527048" algn="ctr"/>
                <a:tab pos="2002536" algn="ctr"/>
                <a:tab pos="2478024" algn="ctr"/>
                <a:tab pos="2953512" algn="ctr"/>
              </a:tabLst>
              <a:defRPr sz="17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442460" y="2930778"/>
            <a:ext cx="3310128" cy="362604"/>
          </a:xfrm>
        </p:spPr>
        <p:txBody>
          <a:bodyPr>
            <a:normAutofit/>
          </a:bodyPr>
          <a:lstStyle>
            <a:lvl1pPr marL="0" indent="0">
              <a:buNone/>
              <a:tabLst>
                <a:tab pos="576072" algn="ctr"/>
                <a:tab pos="1051560" algn="ctr"/>
                <a:tab pos="1527048" algn="ctr"/>
                <a:tab pos="2002536" algn="ctr"/>
                <a:tab pos="2478024" algn="ctr"/>
                <a:tab pos="2953512" algn="ctr"/>
              </a:tabLst>
              <a:defRPr sz="1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557963" y="365125"/>
            <a:ext cx="4795837" cy="990709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Month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7988808" y="2929835"/>
            <a:ext cx="3310128" cy="369421"/>
          </a:xfrm>
        </p:spPr>
        <p:txBody>
          <a:bodyPr>
            <a:normAutofit/>
          </a:bodyPr>
          <a:lstStyle>
            <a:lvl1pPr marL="0" indent="0">
              <a:buNone/>
              <a:tabLst>
                <a:tab pos="576072" algn="ctr"/>
                <a:tab pos="1051560" algn="ctr"/>
                <a:tab pos="1527048" algn="ctr"/>
                <a:tab pos="2002536" algn="ctr"/>
                <a:tab pos="2478024" algn="ctr"/>
                <a:tab pos="2953512" algn="ctr"/>
              </a:tabLst>
              <a:defRPr sz="1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13486" y="1915303"/>
            <a:ext cx="3364993" cy="7537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4364076" y="1915303"/>
            <a:ext cx="3364992" cy="7537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7914665" y="1920240"/>
            <a:ext cx="3364992" cy="75376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</a:p>
        </p:txBody>
      </p:sp>
      <p:grpSp>
        <p:nvGrpSpPr>
          <p:cNvPr id="11" name="Group 10" descr="Circle shapes"/>
          <p:cNvGrpSpPr/>
          <p:nvPr userDrawn="1"/>
        </p:nvGrpSpPr>
        <p:grpSpPr>
          <a:xfrm>
            <a:off x="964478" y="3558746"/>
            <a:ext cx="3082157" cy="2218040"/>
            <a:chOff x="976835" y="3558746"/>
            <a:chExt cx="3082157" cy="2218040"/>
          </a:xfrm>
        </p:grpSpPr>
        <p:grpSp>
          <p:nvGrpSpPr>
            <p:cNvPr id="12" name="Group 11"/>
            <p:cNvGrpSpPr/>
            <p:nvPr/>
          </p:nvGrpSpPr>
          <p:grpSpPr>
            <a:xfrm>
              <a:off x="977464" y="3558746"/>
              <a:ext cx="3081528" cy="228600"/>
              <a:chOff x="914400" y="3558746"/>
              <a:chExt cx="3081528" cy="228600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977464" y="4056106"/>
              <a:ext cx="3081528" cy="228600"/>
              <a:chOff x="914400" y="3558746"/>
              <a:chExt cx="3081528" cy="228600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976835" y="4553466"/>
              <a:ext cx="3081528" cy="228600"/>
              <a:chOff x="914400" y="3558746"/>
              <a:chExt cx="3081528" cy="228600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976835" y="5046565"/>
              <a:ext cx="3081528" cy="228600"/>
              <a:chOff x="914400" y="3558746"/>
              <a:chExt cx="3081528" cy="228600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976835" y="5548186"/>
              <a:ext cx="3081528" cy="228600"/>
              <a:chOff x="914400" y="3558746"/>
              <a:chExt cx="3081528" cy="228600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2" name="Group 51" descr="Circle shapes"/>
          <p:cNvGrpSpPr/>
          <p:nvPr userDrawn="1"/>
        </p:nvGrpSpPr>
        <p:grpSpPr>
          <a:xfrm>
            <a:off x="4517850" y="3558746"/>
            <a:ext cx="3082157" cy="2218040"/>
            <a:chOff x="976835" y="3558746"/>
            <a:chExt cx="3082157" cy="2218040"/>
          </a:xfrm>
        </p:grpSpPr>
        <p:grpSp>
          <p:nvGrpSpPr>
            <p:cNvPr id="53" name="Group 52"/>
            <p:cNvGrpSpPr/>
            <p:nvPr/>
          </p:nvGrpSpPr>
          <p:grpSpPr>
            <a:xfrm>
              <a:off x="977464" y="3558746"/>
              <a:ext cx="3081528" cy="228600"/>
              <a:chOff x="914400" y="3558746"/>
              <a:chExt cx="3081528" cy="228600"/>
            </a:xfrm>
          </p:grpSpPr>
          <p:sp>
            <p:nvSpPr>
              <p:cNvPr id="86" name="Oval 85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977464" y="4056106"/>
              <a:ext cx="3081528" cy="228600"/>
              <a:chOff x="914400" y="3558746"/>
              <a:chExt cx="3081528" cy="228600"/>
            </a:xfrm>
          </p:grpSpPr>
          <p:sp>
            <p:nvSpPr>
              <p:cNvPr id="79" name="Oval 78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976835" y="4553466"/>
              <a:ext cx="3081528" cy="228600"/>
              <a:chOff x="914400" y="3558746"/>
              <a:chExt cx="3081528" cy="228600"/>
            </a:xfrm>
          </p:grpSpPr>
          <p:sp>
            <p:nvSpPr>
              <p:cNvPr id="72" name="Oval 71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976835" y="5046565"/>
              <a:ext cx="3081528" cy="228600"/>
              <a:chOff x="914400" y="3558746"/>
              <a:chExt cx="3081528" cy="228600"/>
            </a:xfrm>
          </p:grpSpPr>
          <p:sp>
            <p:nvSpPr>
              <p:cNvPr id="65" name="Oval 64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976835" y="5548186"/>
              <a:ext cx="3081528" cy="228600"/>
              <a:chOff x="914400" y="3558746"/>
              <a:chExt cx="3081528" cy="228600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93" name="Group 92" descr="Circle shapes"/>
          <p:cNvGrpSpPr/>
          <p:nvPr userDrawn="1"/>
        </p:nvGrpSpPr>
        <p:grpSpPr>
          <a:xfrm>
            <a:off x="8068440" y="3558746"/>
            <a:ext cx="3082157" cy="2218040"/>
            <a:chOff x="976835" y="3558746"/>
            <a:chExt cx="3082157" cy="2218040"/>
          </a:xfrm>
        </p:grpSpPr>
        <p:grpSp>
          <p:nvGrpSpPr>
            <p:cNvPr id="94" name="Group 93"/>
            <p:cNvGrpSpPr/>
            <p:nvPr/>
          </p:nvGrpSpPr>
          <p:grpSpPr>
            <a:xfrm>
              <a:off x="977464" y="3558746"/>
              <a:ext cx="3081528" cy="228600"/>
              <a:chOff x="914400" y="3558746"/>
              <a:chExt cx="3081528" cy="228600"/>
            </a:xfrm>
          </p:grpSpPr>
          <p:sp>
            <p:nvSpPr>
              <p:cNvPr id="127" name="Oval 126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8" name="Oval 127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977464" y="4056106"/>
              <a:ext cx="3081528" cy="228600"/>
              <a:chOff x="914400" y="3558746"/>
              <a:chExt cx="3081528" cy="228600"/>
            </a:xfrm>
          </p:grpSpPr>
          <p:sp>
            <p:nvSpPr>
              <p:cNvPr id="120" name="Oval 119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3" name="Oval 122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976835" y="4553466"/>
              <a:ext cx="3081528" cy="228600"/>
              <a:chOff x="914400" y="3558746"/>
              <a:chExt cx="3081528" cy="228600"/>
            </a:xfrm>
          </p:grpSpPr>
          <p:sp>
            <p:nvSpPr>
              <p:cNvPr id="113" name="Oval 112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7" name="Group 96"/>
            <p:cNvGrpSpPr/>
            <p:nvPr/>
          </p:nvGrpSpPr>
          <p:grpSpPr>
            <a:xfrm>
              <a:off x="976835" y="5046565"/>
              <a:ext cx="3081528" cy="228600"/>
              <a:chOff x="914400" y="3558746"/>
              <a:chExt cx="3081528" cy="228600"/>
            </a:xfrm>
          </p:grpSpPr>
          <p:sp>
            <p:nvSpPr>
              <p:cNvPr id="106" name="Oval 105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976835" y="5548186"/>
              <a:ext cx="3081528" cy="228600"/>
              <a:chOff x="914400" y="3558746"/>
              <a:chExt cx="3081528" cy="228600"/>
            </a:xfrm>
          </p:grpSpPr>
          <p:sp>
            <p:nvSpPr>
              <p:cNvPr id="99" name="Oval 98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19836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Mon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837386" cy="99070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198" y="1877694"/>
            <a:ext cx="2487168" cy="369421"/>
          </a:xfrm>
        </p:spPr>
        <p:txBody>
          <a:bodyPr anchor="ctr">
            <a:normAutofit/>
          </a:bodyPr>
          <a:lstStyle>
            <a:lvl1pPr marL="0" indent="0">
              <a:buNone/>
              <a:tabLst>
                <a:tab pos="429768" algn="ctr"/>
                <a:tab pos="795528" algn="ctr"/>
                <a:tab pos="1161288" algn="ctr"/>
                <a:tab pos="1527048" algn="ctr"/>
                <a:tab pos="1892808" algn="ctr"/>
                <a:tab pos="2258568" algn="ctr"/>
              </a:tabLst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541662" y="1877694"/>
            <a:ext cx="2487168" cy="362604"/>
          </a:xfrm>
        </p:spPr>
        <p:txBody>
          <a:bodyPr anchor="ctr">
            <a:normAutofit/>
          </a:bodyPr>
          <a:lstStyle>
            <a:lvl1pPr marL="0" indent="0">
              <a:buNone/>
              <a:tabLst>
                <a:tab pos="429768" algn="ctr"/>
                <a:tab pos="795528" algn="ctr"/>
                <a:tab pos="1161288" algn="ctr"/>
                <a:tab pos="1527048" algn="ctr"/>
                <a:tab pos="1892808" algn="ctr"/>
                <a:tab pos="2258568" algn="ctr"/>
              </a:tabLst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557963" y="365125"/>
            <a:ext cx="4795837" cy="990709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Month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6213291" y="1881347"/>
            <a:ext cx="2487168" cy="369421"/>
          </a:xfrm>
        </p:spPr>
        <p:txBody>
          <a:bodyPr anchor="ctr">
            <a:normAutofit/>
          </a:bodyPr>
          <a:lstStyle>
            <a:lvl1pPr marL="0" indent="0">
              <a:buNone/>
              <a:tabLst>
                <a:tab pos="429768" algn="ctr"/>
                <a:tab pos="795528" algn="ctr"/>
                <a:tab pos="1161288" algn="ctr"/>
                <a:tab pos="1527048" algn="ctr"/>
                <a:tab pos="1892808" algn="ctr"/>
                <a:tab pos="2258568" algn="ctr"/>
              </a:tabLst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8884920" y="1881348"/>
            <a:ext cx="2487168" cy="369421"/>
          </a:xfrm>
        </p:spPr>
        <p:txBody>
          <a:bodyPr anchor="ctr">
            <a:normAutofit/>
          </a:bodyPr>
          <a:lstStyle>
            <a:lvl1pPr marL="0" indent="0">
              <a:buNone/>
              <a:tabLst>
                <a:tab pos="429768" algn="ctr"/>
                <a:tab pos="795528" algn="ctr"/>
                <a:tab pos="1161288" algn="ctr"/>
                <a:tab pos="1527048" algn="ctr"/>
                <a:tab pos="1892808" algn="ctr"/>
                <a:tab pos="2258568" algn="ctr"/>
              </a:tabLst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838198" y="1355834"/>
            <a:ext cx="2468880" cy="5133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3541662" y="1355834"/>
            <a:ext cx="2468880" cy="5133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6213291" y="1355834"/>
            <a:ext cx="2468880" cy="51330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8884920" y="1355834"/>
            <a:ext cx="2468880" cy="5133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</a:p>
        </p:txBody>
      </p:sp>
      <p:grpSp>
        <p:nvGrpSpPr>
          <p:cNvPr id="21" name="Group 20" descr="Circle shapes"/>
          <p:cNvGrpSpPr/>
          <p:nvPr userDrawn="1"/>
        </p:nvGrpSpPr>
        <p:grpSpPr>
          <a:xfrm>
            <a:off x="905433" y="2393577"/>
            <a:ext cx="2358975" cy="1394592"/>
            <a:chOff x="905433" y="2595282"/>
            <a:chExt cx="2358975" cy="1394592"/>
          </a:xfrm>
        </p:grpSpPr>
        <p:grpSp>
          <p:nvGrpSpPr>
            <p:cNvPr id="22" name="Group 21"/>
            <p:cNvGrpSpPr/>
            <p:nvPr/>
          </p:nvGrpSpPr>
          <p:grpSpPr>
            <a:xfrm>
              <a:off x="905433" y="2595282"/>
              <a:ext cx="2358975" cy="179758"/>
              <a:chOff x="891986" y="2595282"/>
              <a:chExt cx="2358975" cy="179758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905433" y="2903611"/>
              <a:ext cx="2358975" cy="179758"/>
              <a:chOff x="891986" y="2595282"/>
              <a:chExt cx="2358975" cy="179758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905433" y="3205216"/>
              <a:ext cx="2358975" cy="179758"/>
              <a:chOff x="891986" y="2595282"/>
              <a:chExt cx="2358975" cy="179758"/>
            </a:xfrm>
          </p:grpSpPr>
          <p:sp>
            <p:nvSpPr>
              <p:cNvPr id="41" name="Oval 40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905433" y="3500097"/>
              <a:ext cx="2358975" cy="179758"/>
              <a:chOff x="891986" y="2595282"/>
              <a:chExt cx="2358975" cy="179758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905433" y="3810116"/>
              <a:ext cx="2358975" cy="179758"/>
              <a:chOff x="891986" y="2595282"/>
              <a:chExt cx="2358975" cy="179758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62" name="Group 61" descr="Circle shapes"/>
          <p:cNvGrpSpPr/>
          <p:nvPr userDrawn="1"/>
        </p:nvGrpSpPr>
        <p:grpSpPr>
          <a:xfrm>
            <a:off x="6287795" y="2393577"/>
            <a:ext cx="2358975" cy="1394592"/>
            <a:chOff x="905433" y="2595282"/>
            <a:chExt cx="2358975" cy="1394592"/>
          </a:xfrm>
        </p:grpSpPr>
        <p:grpSp>
          <p:nvGrpSpPr>
            <p:cNvPr id="63" name="Group 62"/>
            <p:cNvGrpSpPr/>
            <p:nvPr/>
          </p:nvGrpSpPr>
          <p:grpSpPr>
            <a:xfrm>
              <a:off x="905433" y="2595282"/>
              <a:ext cx="2358975" cy="179758"/>
              <a:chOff x="891986" y="2595282"/>
              <a:chExt cx="2358975" cy="179758"/>
            </a:xfrm>
          </p:grpSpPr>
          <p:sp>
            <p:nvSpPr>
              <p:cNvPr id="96" name="Oval 95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905433" y="2903611"/>
              <a:ext cx="2358975" cy="179758"/>
              <a:chOff x="891986" y="2595282"/>
              <a:chExt cx="2358975" cy="179758"/>
            </a:xfrm>
          </p:grpSpPr>
          <p:sp>
            <p:nvSpPr>
              <p:cNvPr id="89" name="Oval 88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905433" y="3205216"/>
              <a:ext cx="2358975" cy="179758"/>
              <a:chOff x="891986" y="2595282"/>
              <a:chExt cx="2358975" cy="179758"/>
            </a:xfrm>
          </p:grpSpPr>
          <p:sp>
            <p:nvSpPr>
              <p:cNvPr id="82" name="Oval 81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905433" y="3500097"/>
              <a:ext cx="2358975" cy="179758"/>
              <a:chOff x="891986" y="2595282"/>
              <a:chExt cx="2358975" cy="179758"/>
            </a:xfrm>
          </p:grpSpPr>
          <p:sp>
            <p:nvSpPr>
              <p:cNvPr id="75" name="Oval 74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905433" y="3810116"/>
              <a:ext cx="2358975" cy="179758"/>
              <a:chOff x="891986" y="2595282"/>
              <a:chExt cx="2358975" cy="179758"/>
            </a:xfrm>
          </p:grpSpPr>
          <p:sp>
            <p:nvSpPr>
              <p:cNvPr id="68" name="Oval 67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03" name="Group 102" descr="Circle shapes"/>
          <p:cNvGrpSpPr/>
          <p:nvPr userDrawn="1"/>
        </p:nvGrpSpPr>
        <p:grpSpPr>
          <a:xfrm>
            <a:off x="3596614" y="2393621"/>
            <a:ext cx="2358975" cy="1394592"/>
            <a:chOff x="905433" y="2595282"/>
            <a:chExt cx="2358975" cy="1394592"/>
          </a:xfrm>
        </p:grpSpPr>
        <p:grpSp>
          <p:nvGrpSpPr>
            <p:cNvPr id="104" name="Group 103"/>
            <p:cNvGrpSpPr/>
            <p:nvPr/>
          </p:nvGrpSpPr>
          <p:grpSpPr>
            <a:xfrm>
              <a:off x="905433" y="2595282"/>
              <a:ext cx="2358975" cy="179758"/>
              <a:chOff x="891986" y="2595282"/>
              <a:chExt cx="2358975" cy="179758"/>
            </a:xfrm>
          </p:grpSpPr>
          <p:sp>
            <p:nvSpPr>
              <p:cNvPr id="137" name="Oval 136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8" name="Oval 137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5" name="Group 104"/>
            <p:cNvGrpSpPr/>
            <p:nvPr/>
          </p:nvGrpSpPr>
          <p:grpSpPr>
            <a:xfrm>
              <a:off x="905433" y="2903611"/>
              <a:ext cx="2358975" cy="179758"/>
              <a:chOff x="891986" y="2595282"/>
              <a:chExt cx="2358975" cy="179758"/>
            </a:xfrm>
          </p:grpSpPr>
          <p:sp>
            <p:nvSpPr>
              <p:cNvPr id="130" name="Oval 129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5" name="Oval 134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6" name="Group 105"/>
            <p:cNvGrpSpPr/>
            <p:nvPr/>
          </p:nvGrpSpPr>
          <p:grpSpPr>
            <a:xfrm>
              <a:off x="905433" y="3205216"/>
              <a:ext cx="2358975" cy="179758"/>
              <a:chOff x="891986" y="2595282"/>
              <a:chExt cx="2358975" cy="179758"/>
            </a:xfrm>
          </p:grpSpPr>
          <p:sp>
            <p:nvSpPr>
              <p:cNvPr id="123" name="Oval 122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7" name="Oval 126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8" name="Oval 127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7" name="Group 106"/>
            <p:cNvGrpSpPr/>
            <p:nvPr/>
          </p:nvGrpSpPr>
          <p:grpSpPr>
            <a:xfrm>
              <a:off x="905433" y="3500097"/>
              <a:ext cx="2358975" cy="179758"/>
              <a:chOff x="891986" y="2595282"/>
              <a:chExt cx="2358975" cy="179758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Oval 119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905433" y="3810116"/>
              <a:ext cx="2358975" cy="179758"/>
              <a:chOff x="891986" y="2595282"/>
              <a:chExt cx="2358975" cy="179758"/>
            </a:xfrm>
          </p:grpSpPr>
          <p:sp>
            <p:nvSpPr>
              <p:cNvPr id="109" name="Oval 108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44" name="Group 143" descr="Circle shapes"/>
          <p:cNvGrpSpPr/>
          <p:nvPr userDrawn="1"/>
        </p:nvGrpSpPr>
        <p:grpSpPr>
          <a:xfrm>
            <a:off x="8969655" y="2395728"/>
            <a:ext cx="2358975" cy="1394592"/>
            <a:chOff x="905433" y="2595282"/>
            <a:chExt cx="2358975" cy="1394592"/>
          </a:xfrm>
        </p:grpSpPr>
        <p:grpSp>
          <p:nvGrpSpPr>
            <p:cNvPr id="145" name="Group 144"/>
            <p:cNvGrpSpPr/>
            <p:nvPr/>
          </p:nvGrpSpPr>
          <p:grpSpPr>
            <a:xfrm>
              <a:off x="905433" y="2595282"/>
              <a:ext cx="2358975" cy="179758"/>
              <a:chOff x="891986" y="2595282"/>
              <a:chExt cx="2358975" cy="179758"/>
            </a:xfrm>
          </p:grpSpPr>
          <p:sp>
            <p:nvSpPr>
              <p:cNvPr id="178" name="Oval 177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9" name="Oval 178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0" name="Oval 179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Oval 180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2" name="Oval 181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3" name="Oval 182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4" name="Oval 183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6" name="Group 145"/>
            <p:cNvGrpSpPr/>
            <p:nvPr/>
          </p:nvGrpSpPr>
          <p:grpSpPr>
            <a:xfrm>
              <a:off x="905433" y="2903611"/>
              <a:ext cx="2358975" cy="179758"/>
              <a:chOff x="891986" y="2595282"/>
              <a:chExt cx="2358975" cy="179758"/>
            </a:xfrm>
          </p:grpSpPr>
          <p:sp>
            <p:nvSpPr>
              <p:cNvPr id="171" name="Oval 170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2" name="Oval 171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3" name="Oval 172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Oval 173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Oval 174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6" name="Oval 175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7" name="Oval 176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7" name="Group 146"/>
            <p:cNvGrpSpPr/>
            <p:nvPr/>
          </p:nvGrpSpPr>
          <p:grpSpPr>
            <a:xfrm>
              <a:off x="905433" y="3205216"/>
              <a:ext cx="2358975" cy="179758"/>
              <a:chOff x="891986" y="2595282"/>
              <a:chExt cx="2358975" cy="179758"/>
            </a:xfrm>
          </p:grpSpPr>
          <p:sp>
            <p:nvSpPr>
              <p:cNvPr id="164" name="Oval 163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" name="Oval 164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6" name="Oval 165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7" name="Oval 166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8" name="Oval 167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" name="Oval 168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0" name="Oval 169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8" name="Group 147"/>
            <p:cNvGrpSpPr/>
            <p:nvPr/>
          </p:nvGrpSpPr>
          <p:grpSpPr>
            <a:xfrm>
              <a:off x="905433" y="3500097"/>
              <a:ext cx="2358975" cy="179758"/>
              <a:chOff x="891986" y="2595282"/>
              <a:chExt cx="2358975" cy="179758"/>
            </a:xfrm>
          </p:grpSpPr>
          <p:sp>
            <p:nvSpPr>
              <p:cNvPr id="157" name="Oval 156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8" name="Oval 157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9" name="Oval 158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0" name="Oval 159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1" name="Oval 160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2" name="Oval 161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3" name="Oval 162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9" name="Group 148"/>
            <p:cNvGrpSpPr/>
            <p:nvPr/>
          </p:nvGrpSpPr>
          <p:grpSpPr>
            <a:xfrm>
              <a:off x="905433" y="3810116"/>
              <a:ext cx="2358975" cy="179758"/>
              <a:chOff x="891986" y="2595282"/>
              <a:chExt cx="2358975" cy="179758"/>
            </a:xfrm>
          </p:grpSpPr>
          <p:sp>
            <p:nvSpPr>
              <p:cNvPr id="150" name="Oval 149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1" name="Oval 150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4" name="Oval 153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5" name="Oval 154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6" name="Oval 155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49" name="Group 348" descr="Dashed lines"/>
          <p:cNvGrpSpPr/>
          <p:nvPr userDrawn="1"/>
        </p:nvGrpSpPr>
        <p:grpSpPr>
          <a:xfrm>
            <a:off x="896377" y="4239037"/>
            <a:ext cx="2384144" cy="2121587"/>
            <a:chOff x="6557963" y="2680139"/>
            <a:chExt cx="4795836" cy="3565213"/>
          </a:xfrm>
        </p:grpSpPr>
        <p:cxnSp>
          <p:nvCxnSpPr>
            <p:cNvPr id="350" name="Straight Connector 349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2" name="Group 361" descr="Dashed lines"/>
          <p:cNvGrpSpPr/>
          <p:nvPr userDrawn="1"/>
        </p:nvGrpSpPr>
        <p:grpSpPr>
          <a:xfrm>
            <a:off x="3599840" y="4239037"/>
            <a:ext cx="2384144" cy="2121587"/>
            <a:chOff x="6557963" y="2680139"/>
            <a:chExt cx="4795836" cy="3565213"/>
          </a:xfrm>
        </p:grpSpPr>
        <p:cxnSp>
          <p:nvCxnSpPr>
            <p:cNvPr id="363" name="Straight Connector 362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5" name="Group 374" descr="Dashed lines"/>
          <p:cNvGrpSpPr/>
          <p:nvPr userDrawn="1"/>
        </p:nvGrpSpPr>
        <p:grpSpPr>
          <a:xfrm>
            <a:off x="6298027" y="4239037"/>
            <a:ext cx="2384144" cy="2121587"/>
            <a:chOff x="6557963" y="2680139"/>
            <a:chExt cx="4795836" cy="3565213"/>
          </a:xfrm>
        </p:grpSpPr>
        <p:cxnSp>
          <p:nvCxnSpPr>
            <p:cNvPr id="376" name="Straight Connector 375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1" name="Group 400" descr="Dashed lines"/>
          <p:cNvGrpSpPr/>
          <p:nvPr userDrawn="1"/>
        </p:nvGrpSpPr>
        <p:grpSpPr>
          <a:xfrm>
            <a:off x="8996214" y="4232850"/>
            <a:ext cx="2384144" cy="2121587"/>
            <a:chOff x="6557963" y="2680139"/>
            <a:chExt cx="4795836" cy="3565213"/>
          </a:xfrm>
        </p:grpSpPr>
        <p:cxnSp>
          <p:nvCxnSpPr>
            <p:cNvPr id="402" name="Straight Connector 401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1" name="Text Placeholder 360"/>
          <p:cNvSpPr>
            <a:spLocks noGrp="1"/>
          </p:cNvSpPr>
          <p:nvPr>
            <p:ph type="body" sz="quarter" idx="13" hasCustomPrompt="1"/>
          </p:nvPr>
        </p:nvSpPr>
        <p:spPr>
          <a:xfrm>
            <a:off x="844865" y="3983201"/>
            <a:ext cx="2487168" cy="25100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74" name="Text Placeholder 360"/>
          <p:cNvSpPr>
            <a:spLocks noGrp="1"/>
          </p:cNvSpPr>
          <p:nvPr>
            <p:ph type="body" sz="quarter" idx="14" hasCustomPrompt="1"/>
          </p:nvPr>
        </p:nvSpPr>
        <p:spPr>
          <a:xfrm>
            <a:off x="3541662" y="3989388"/>
            <a:ext cx="2487168" cy="25100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87" name="Text Placeholder 360"/>
          <p:cNvSpPr>
            <a:spLocks noGrp="1"/>
          </p:cNvSpPr>
          <p:nvPr>
            <p:ph type="body" sz="quarter" idx="15" hasCustomPrompt="1"/>
          </p:nvPr>
        </p:nvSpPr>
        <p:spPr>
          <a:xfrm>
            <a:off x="6239849" y="3989388"/>
            <a:ext cx="2487168" cy="25100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13" name="Text Placeholder 360"/>
          <p:cNvSpPr>
            <a:spLocks noGrp="1"/>
          </p:cNvSpPr>
          <p:nvPr>
            <p:ph type="body" sz="quarter" idx="16" hasCustomPrompt="1"/>
          </p:nvPr>
        </p:nvSpPr>
        <p:spPr>
          <a:xfrm>
            <a:off x="8938036" y="3983201"/>
            <a:ext cx="2487168" cy="25100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98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51F-0685-470A-A63A-F808D54B9B6A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DE3A-8A5F-47C4-AA75-58FC1EB2D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670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51F-0685-470A-A63A-F808D54B9B6A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DE3A-8A5F-47C4-AA75-58FC1EB2D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509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51F-0685-470A-A63A-F808D54B9B6A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DE3A-8A5F-47C4-AA75-58FC1EB2D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18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51F-0685-470A-A63A-F808D54B9B6A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DE3A-8A5F-47C4-AA75-58FC1EB2D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871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51F-0685-470A-A63A-F808D54B9B6A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DE3A-8A5F-47C4-AA75-58FC1EB2D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18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51F-0685-470A-A63A-F808D54B9B6A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DE3A-8A5F-47C4-AA75-58FC1EB2D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247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51F-0685-470A-A63A-F808D54B9B6A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DE3A-8A5F-47C4-AA75-58FC1EB2D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51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51F-0685-470A-A63A-F808D54B9B6A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DE3A-8A5F-47C4-AA75-58FC1EB2D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82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9551F-0685-470A-A63A-F808D54B9B6A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BDE3A-8A5F-47C4-AA75-58FC1EB2D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8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0" r:id="rId4"/>
    <p:sldLayoutId id="2147483661" r:id="rId5"/>
    <p:sldLayoutId id="2147483651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420" y="2493085"/>
            <a:ext cx="4984220" cy="203375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Frequency Drives (VFD) in Industrial Refrigeration System 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6096000" y="2920562"/>
            <a:ext cx="4984220" cy="101687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Storage &amp; Ice Plants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49C8B-64FC-274E-5BF9-FF65EDD13A01}"/>
              </a:ext>
            </a:extLst>
          </p:cNvPr>
          <p:cNvSpPr txBox="1"/>
          <p:nvPr/>
        </p:nvSpPr>
        <p:spPr>
          <a:xfrm>
            <a:off x="6096000" y="3552717"/>
            <a:ext cx="63045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Submitted by:  </a:t>
            </a: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Mutyala Murali Manohar Krishna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Reg. No:  </a:t>
            </a: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RA2512053010009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770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8AC7E6-3AB7-6B9D-A2DC-05C3A87CD273}"/>
              </a:ext>
            </a:extLst>
          </p:cNvPr>
          <p:cNvSpPr txBox="1"/>
          <p:nvPr/>
        </p:nvSpPr>
        <p:spPr>
          <a:xfrm>
            <a:off x="294894" y="751584"/>
            <a:ext cx="3742945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Controls AC motor speed via frequency &amp; voltage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 → DC (rectifier) → variable AC (inverter)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IGBT switching at 2–16 kHz using PWM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V/f or Vector (FOC) control modes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Eliminates fixed-speed energy waste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E00683-6B50-8A70-DD9D-79ECDDB3A1F0}"/>
              </a:ext>
            </a:extLst>
          </p:cNvPr>
          <p:cNvSpPr txBox="1"/>
          <p:nvPr/>
        </p:nvSpPr>
        <p:spPr>
          <a:xfrm>
            <a:off x="294894" y="382252"/>
            <a:ext cx="37429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4A01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is a VFD?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FEDA7D-91B2-AE7D-63AE-47E3215A885F}"/>
              </a:ext>
            </a:extLst>
          </p:cNvPr>
          <p:cNvSpPr txBox="1"/>
          <p:nvPr/>
        </p:nvSpPr>
        <p:spPr>
          <a:xfrm>
            <a:off x="4037839" y="874694"/>
            <a:ext cx="3742945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Compressor speed control (60–70% of power)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Condenser fan control – cube law savings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Evaporator fans – airflow matches demand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Brine / chilled water pump modulation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Lead-lag compressor pack configuration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4B94BC-DB05-2586-3FAA-4FA7C7F3B5A9}"/>
              </a:ext>
            </a:extLst>
          </p:cNvPr>
          <p:cNvSpPr txBox="1"/>
          <p:nvPr/>
        </p:nvSpPr>
        <p:spPr>
          <a:xfrm>
            <a:off x="4037839" y="407888"/>
            <a:ext cx="3929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4A01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Refrigeration Applications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E80B3C-4F28-8BEF-535C-9E233A15D4E3}"/>
              </a:ext>
            </a:extLst>
          </p:cNvPr>
          <p:cNvSpPr txBox="1"/>
          <p:nvPr/>
        </p:nvSpPr>
        <p:spPr>
          <a:xfrm>
            <a:off x="7967473" y="407888"/>
            <a:ext cx="3929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4A01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Ice Plant Specific Uses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3569AE-8CB0-6E06-744D-F758A660F57B}"/>
              </a:ext>
            </a:extLst>
          </p:cNvPr>
          <p:cNvSpPr txBox="1"/>
          <p:nvPr/>
        </p:nvSpPr>
        <p:spPr>
          <a:xfrm>
            <a:off x="7967473" y="869973"/>
            <a:ext cx="3929634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Screw/piston compressor matches ice load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Brine pump flow modulation at –10 to –18°C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Harvesting drive smooth acceleration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Cooling tower fans via wet-bulb feedback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Agitator/stirrer drives in brine-tank plants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4FBA12-98CC-A91D-80BB-ED2D94AC759C}"/>
              </a:ext>
            </a:extLst>
          </p:cNvPr>
          <p:cNvSpPr txBox="1"/>
          <p:nvPr/>
        </p:nvSpPr>
        <p:spPr>
          <a:xfrm>
            <a:off x="294894" y="3562609"/>
            <a:ext cx="3673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4A01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Energy Savings – Affinity Laws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A9AF12-C30A-E568-B1F6-EE9184DE5671}"/>
              </a:ext>
            </a:extLst>
          </p:cNvPr>
          <p:cNvSpPr txBox="1"/>
          <p:nvPr/>
        </p:nvSpPr>
        <p:spPr>
          <a:xfrm>
            <a:off x="294894" y="4025136"/>
            <a:ext cx="3742945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Flow ∝ Speed  |  Power ∝ Speed³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80% speed = only 51% power consumed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Compressors: 20–40% energy savings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Fans &amp; Pumps: 50–70% savings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Payback period: typically, 6–18 months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DD4253-5F8F-DA93-65B9-3352DFD5E0DE}"/>
              </a:ext>
            </a:extLst>
          </p:cNvPr>
          <p:cNvSpPr txBox="1"/>
          <p:nvPr/>
        </p:nvSpPr>
        <p:spPr>
          <a:xfrm>
            <a:off x="4003167" y="3552986"/>
            <a:ext cx="3929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4A01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Installation &amp; Protection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A69B31-FA74-7B80-B7D6-46D3108E5569}"/>
              </a:ext>
            </a:extLst>
          </p:cNvPr>
          <p:cNvSpPr txBox="1"/>
          <p:nvPr/>
        </p:nvSpPr>
        <p:spPr>
          <a:xfrm>
            <a:off x="3968496" y="4040525"/>
            <a:ext cx="3998977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Mount in 10–40°C clean electrical rooms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Shielded motor cables, 360° grounding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Line reactors (3–5%) for harmonic control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dV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/dt output filters protect motor insulation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Built-in: overcurrent, thermal, phase-loss trips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E3B407-FDEA-E786-E38B-50BA7A9D4802}"/>
              </a:ext>
            </a:extLst>
          </p:cNvPr>
          <p:cNvSpPr txBox="1"/>
          <p:nvPr/>
        </p:nvSpPr>
        <p:spPr>
          <a:xfrm>
            <a:off x="7967473" y="3562609"/>
            <a:ext cx="39296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4A01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 &amp; Future Trends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49C0DF-947D-AA6D-9096-3390EDE6DFAD}"/>
              </a:ext>
            </a:extLst>
          </p:cNvPr>
          <p:cNvSpPr txBox="1"/>
          <p:nvPr/>
        </p:nvSpPr>
        <p:spPr>
          <a:xfrm>
            <a:off x="7967473" y="4028994"/>
            <a:ext cx="3929633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Harmonics: 12-pulse / AFE / active filters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Bearing currents → shaft grounding brushes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Min. compressor speed: 25–30 Hz enforced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SiC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GaN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chips → &gt;99% drive efficiency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IoT &amp; solar PV thermal load shifting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791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D42FBD-ADB3-1C4D-21C0-4AA9D53ABDF2}"/>
              </a:ext>
            </a:extLst>
          </p:cNvPr>
          <p:cNvSpPr txBox="1"/>
          <p:nvPr/>
        </p:nvSpPr>
        <p:spPr>
          <a:xfrm>
            <a:off x="3048000" y="324834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40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3C50"/>
      </a:dk2>
      <a:lt2>
        <a:srgbClr val="CBD1D1"/>
      </a:lt2>
      <a:accent1>
        <a:srgbClr val="46A0D8"/>
      </a:accent1>
      <a:accent2>
        <a:srgbClr val="CC5B27"/>
      </a:accent2>
      <a:accent3>
        <a:srgbClr val="33AC55"/>
      </a:accent3>
      <a:accent4>
        <a:srgbClr val="EE9F20"/>
      </a:accent4>
      <a:accent5>
        <a:srgbClr val="824D9D"/>
      </a:accent5>
      <a:accent6>
        <a:srgbClr val="3ABA99"/>
      </a:accent6>
      <a:hlink>
        <a:srgbClr val="0563C1"/>
      </a:hlink>
      <a:folHlink>
        <a:srgbClr val="954F72"/>
      </a:folHlink>
    </a:clrScheme>
    <a:fontScheme name="Custom 2">
      <a:majorFont>
        <a:latin typeface="Century Gothic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942_win32_v2" id="{BFDBA5BB-00C2-4FD6-BF44-6F34C81AFAE6}" vid="{710E1C20-E799-41A9-B32B-772BA18F69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0488788-02F3-4614-A0E2-F208657CDF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04D194-9020-4D77-BCEE-37803F7241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344A853-FA74-45B4-AE5F-B3796F4BB94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Healthy Habit Tracker</Template>
  <TotalTime>22</TotalTime>
  <Words>276</Words>
  <Application>Microsoft Office PowerPoint</Application>
  <PresentationFormat>Widescreen</PresentationFormat>
  <Paragraphs>42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Century Gothic</vt:lpstr>
      <vt:lpstr>Segoe UI</vt:lpstr>
      <vt:lpstr>Times New Roman</vt:lpstr>
      <vt:lpstr>Office Theme</vt:lpstr>
      <vt:lpstr>Variable Frequency Drives (VFD) in Industrial Refrigeration System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mutyala manohar</dc:creator>
  <cp:lastModifiedBy>mutyala manohar</cp:lastModifiedBy>
  <cp:revision>1</cp:revision>
  <dcterms:created xsi:type="dcterms:W3CDTF">2026-05-05T03:01:36Z</dcterms:created>
  <dcterms:modified xsi:type="dcterms:W3CDTF">2026-05-05T03:24:06Z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