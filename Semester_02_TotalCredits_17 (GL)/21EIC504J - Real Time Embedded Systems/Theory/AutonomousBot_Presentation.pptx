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6BC1C-F9A8-4E0A-A95D-8B79A27FBB39}" v="12" dt="2026-04-21T21:46:12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GNESH B" userId="823728320f154580" providerId="LiveId" clId="{5112A916-6E59-41DA-9AD1-47A7D9872C0E}"/>
    <pc:docChg chg="undo custSel modSld">
      <pc:chgData name="VIGNESH B" userId="823728320f154580" providerId="LiveId" clId="{5112A916-6E59-41DA-9AD1-47A7D9872C0E}" dt="2026-04-21T21:46:43.634" v="558" actId="20577"/>
      <pc:docMkLst>
        <pc:docMk/>
      </pc:docMkLst>
      <pc:sldChg chg="modSp mod">
        <pc:chgData name="VIGNESH B" userId="823728320f154580" providerId="LiveId" clId="{5112A916-6E59-41DA-9AD1-47A7D9872C0E}" dt="2026-04-21T21:30:16.521" v="387" actId="20577"/>
        <pc:sldMkLst>
          <pc:docMk/>
          <pc:sldMk cId="0" sldId="256"/>
        </pc:sldMkLst>
        <pc:spChg chg="mod">
          <ac:chgData name="VIGNESH B" userId="823728320f154580" providerId="LiveId" clId="{5112A916-6E59-41DA-9AD1-47A7D9872C0E}" dt="2026-04-21T21:29:58.724" v="369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IGNESH B" userId="823728320f154580" providerId="LiveId" clId="{5112A916-6E59-41DA-9AD1-47A7D9872C0E}" dt="2026-04-21T21:30:12.287" v="383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VIGNESH B" userId="823728320f154580" providerId="LiveId" clId="{5112A916-6E59-41DA-9AD1-47A7D9872C0E}" dt="2026-04-21T21:30:05.290" v="379" actId="20577"/>
          <ac:spMkLst>
            <pc:docMk/>
            <pc:sldMk cId="0" sldId="256"/>
            <ac:spMk id="12" creationId="{00000000-0000-0000-0000-000000000000}"/>
          </ac:spMkLst>
        </pc:spChg>
        <pc:spChg chg="mod">
          <ac:chgData name="VIGNESH B" userId="823728320f154580" providerId="LiveId" clId="{5112A916-6E59-41DA-9AD1-47A7D9872C0E}" dt="2026-04-21T21:30:16.521" v="387" actId="20577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VIGNESH B" userId="823728320f154580" providerId="LiveId" clId="{5112A916-6E59-41DA-9AD1-47A7D9872C0E}" dt="2026-04-21T21:46:43.634" v="558" actId="20577"/>
        <pc:sldMkLst>
          <pc:docMk/>
          <pc:sldMk cId="0" sldId="264"/>
        </pc:sldMkLst>
        <pc:spChg chg="mod">
          <ac:chgData name="VIGNESH B" userId="823728320f154580" providerId="LiveId" clId="{5112A916-6E59-41DA-9AD1-47A7D9872C0E}" dt="2026-04-21T21:46:43.634" v="558" actId="20577"/>
          <ac:spMkLst>
            <pc:docMk/>
            <pc:sldMk cId="0" sldId="264"/>
            <ac:spMk id="16" creationId="{00000000-0000-0000-0000-000000000000}"/>
          </ac:spMkLst>
        </pc:spChg>
      </pc:sldChg>
      <pc:sldChg chg="addSp delSp modSp mod">
        <pc:chgData name="VIGNESH B" userId="823728320f154580" providerId="LiveId" clId="{5112A916-6E59-41DA-9AD1-47A7D9872C0E}" dt="2026-04-21T21:44:23.720" v="476" actId="20577"/>
        <pc:sldMkLst>
          <pc:docMk/>
          <pc:sldMk cId="0" sldId="265"/>
        </pc:sldMkLst>
        <pc:spChg chg="mod">
          <ac:chgData name="VIGNESH B" userId="823728320f154580" providerId="LiveId" clId="{5112A916-6E59-41DA-9AD1-47A7D9872C0E}" dt="2026-04-21T21:44:23.720" v="476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VIGNESH B" userId="823728320f154580" providerId="LiveId" clId="{5112A916-6E59-41DA-9AD1-47A7D9872C0E}" dt="2026-04-21T21:28:09.045" v="301" actId="103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VIGNESH B" userId="823728320f154580" providerId="LiveId" clId="{5112A916-6E59-41DA-9AD1-47A7D9872C0E}" dt="2026-04-21T21:25:24.204" v="82" actId="478"/>
          <ac:spMkLst>
            <pc:docMk/>
            <pc:sldMk cId="0" sldId="265"/>
            <ac:spMk id="17" creationId="{00000000-0000-0000-0000-000000000000}"/>
          </ac:spMkLst>
        </pc:spChg>
        <pc:spChg chg="del mod">
          <ac:chgData name="VIGNESH B" userId="823728320f154580" providerId="LiveId" clId="{5112A916-6E59-41DA-9AD1-47A7D9872C0E}" dt="2026-04-21T21:25:28.370" v="87" actId="478"/>
          <ac:spMkLst>
            <pc:docMk/>
            <pc:sldMk cId="0" sldId="265"/>
            <ac:spMk id="18" creationId="{00000000-0000-0000-0000-000000000000}"/>
          </ac:spMkLst>
        </pc:spChg>
        <pc:spChg chg="add del mod">
          <ac:chgData name="VIGNESH B" userId="823728320f154580" providerId="LiveId" clId="{5112A916-6E59-41DA-9AD1-47A7D9872C0E}" dt="2026-04-21T21:43:41.257" v="448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VIGNESH B" userId="823728320f154580" providerId="LiveId" clId="{5112A916-6E59-41DA-9AD1-47A7D9872C0E}" dt="2026-04-21T21:25:49.705" v="147" actId="20577"/>
          <ac:spMkLst>
            <pc:docMk/>
            <pc:sldMk cId="0" sldId="265"/>
            <ac:spMk id="20" creationId="{00000000-0000-0000-0000-000000000000}"/>
          </ac:spMkLst>
        </pc:spChg>
      </pc:sldChg>
      <pc:sldChg chg="modSp mod">
        <pc:chgData name="VIGNESH B" userId="823728320f154580" providerId="LiveId" clId="{5112A916-6E59-41DA-9AD1-47A7D9872C0E}" dt="2026-04-21T21:29:07.254" v="361" actId="20577"/>
        <pc:sldMkLst>
          <pc:docMk/>
          <pc:sldMk cId="0" sldId="267"/>
        </pc:sldMkLst>
        <pc:spChg chg="mod">
          <ac:chgData name="VIGNESH B" userId="823728320f154580" providerId="LiveId" clId="{5112A916-6E59-41DA-9AD1-47A7D9872C0E}" dt="2026-04-21T21:28:40.230" v="313"/>
          <ac:spMkLst>
            <pc:docMk/>
            <pc:sldMk cId="0" sldId="267"/>
            <ac:spMk id="7" creationId="{00000000-0000-0000-0000-000000000000}"/>
          </ac:spMkLst>
        </pc:spChg>
        <pc:spChg chg="mod">
          <ac:chgData name="VIGNESH B" userId="823728320f154580" providerId="LiveId" clId="{5112A916-6E59-41DA-9AD1-47A7D9872C0E}" dt="2026-04-21T21:28:58.798" v="345" actId="20577"/>
          <ac:spMkLst>
            <pc:docMk/>
            <pc:sldMk cId="0" sldId="267"/>
            <ac:spMk id="14" creationId="{00000000-0000-0000-0000-000000000000}"/>
          </ac:spMkLst>
        </pc:spChg>
        <pc:spChg chg="mod">
          <ac:chgData name="VIGNESH B" userId="823728320f154580" providerId="LiveId" clId="{5112A916-6E59-41DA-9AD1-47A7D9872C0E}" dt="2026-04-21T21:28:49.666" v="329" actId="20577"/>
          <ac:spMkLst>
            <pc:docMk/>
            <pc:sldMk cId="0" sldId="267"/>
            <ac:spMk id="21" creationId="{00000000-0000-0000-0000-000000000000}"/>
          </ac:spMkLst>
        </pc:spChg>
        <pc:spChg chg="mod">
          <ac:chgData name="VIGNESH B" userId="823728320f154580" providerId="LiveId" clId="{5112A916-6E59-41DA-9AD1-47A7D9872C0E}" dt="2026-04-21T21:29:07.254" v="361" actId="20577"/>
          <ac:spMkLst>
            <pc:docMk/>
            <pc:sldMk cId="0" sldId="267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966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1B998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365760"/>
            <a:ext cx="1554480" cy="1554480"/>
          </a:xfrm>
          <a:prstGeom prst="ellipse">
            <a:avLst/>
          </a:prstGeom>
          <a:solidFill>
            <a:srgbClr val="00C2D1">
              <a:alpha val="12000"/>
            </a:srgbClr>
          </a:solidFill>
          <a:ln w="12700">
            <a:solidFill>
              <a:srgbClr val="00C2D1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B998B"/>
                </a:solidFill>
              </a:rPr>
              <a:t>PROJECT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Mobile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Bot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LiDAR Mapping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3611880"/>
            <a:ext cx="365760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67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Sabiq  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7673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Chandru 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RA2512053010012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611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Nedungkilli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RA2512053010007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426110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 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B998B">
              <a:alpha val="50000"/>
            </a:srgbClr>
          </a:solidFill>
          <a:ln w="12700">
            <a:solidFill>
              <a:srgbClr val="1B998B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5669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33856"/>
            <a:ext cx="82296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mobile robots navigate without human intervention, using sensors and algorithms to perceive their surroundings.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8308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783080"/>
            <a:ext cx="64008" cy="5669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9656"/>
            <a:ext cx="82296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challenge is operating in unknown environments without prior maps.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68880"/>
            <a:ext cx="64008" cy="5669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05456"/>
            <a:ext cx="82296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Localization and Mapping (SLAM) enables real-time map building while tracking position.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15468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54680"/>
            <a:ext cx="64008" cy="5669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91256"/>
            <a:ext cx="82296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and ultrasonic sensors play a key role in environment sensing and obstacle detection.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85953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40480"/>
            <a:ext cx="64008" cy="5669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77056"/>
            <a:ext cx="8229600" cy="49377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implements SLAM using ROS, optimizing sensor usage for efficient autonomous navigation.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132"/>
          </a:solidFill>
          <a:ln w="12700">
            <a:solidFill>
              <a:srgbClr val="1521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595360" cy="3840480"/>
          </a:xfrm>
          <a:prstGeom prst="rect">
            <a:avLst/>
          </a:prstGeom>
          <a:solidFill>
            <a:srgbClr val="152132"/>
          </a:solidFill>
          <a:ln w="635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8321040" cy="36576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an autonomous mobile robot capable of navigating its environment without human control. The core goal is achieving Simultaneous Localization and Mapping (SLAM) using ROS — enabling the robot to build a map and track its position simultaneously.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YDLIDAR X2 sensor provides 360° scanning, while ultrasonic sensors handle short-distance obstacle detection. Due to the Raspberry Pi's limited processing power, a laptop serves as the main computation unit via wireless communication.</a:t>
            </a: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endParaRPr lang="en-US" sz="13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focus is sensor optimization — varying sensor placement and count to study effective collision avoidance with minimal hardware.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91440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D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Implementation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6916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autonomous mobile robot capable of performing Simultaneous Localization and Mapping (SLAM) using ROS for real-time mapping and navigation.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85953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017520"/>
            <a:ext cx="91440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20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D1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25880" y="31089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Optimization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52044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different sensor placements and reduce the number of sensors while maintaining effective collision avoidance performance.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132"/>
          </a:solidFill>
          <a:ln w="12700">
            <a:solidFill>
              <a:srgbClr val="152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3 Model 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controller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87168" y="1051560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1051560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YDLIDAR X2 2D LiDAR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78608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environment scanning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0016" y="1051560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051560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Sensors HC-SR04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91456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units – short-range detection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12864" y="1051560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12864" y="1051560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Driver (L298N)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04304" y="1709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drive control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350008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4-Wheel Robotic Chassis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DC motors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87168" y="2350008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87168" y="2350008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Battery Pack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78608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unit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0016" y="2350008"/>
            <a:ext cx="2011680" cy="109728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0016" y="2350008"/>
            <a:ext cx="2011680" cy="640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91456" y="24871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91456" y="30083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master &amp; SLAM processing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" y="1143000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0896" y="14630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hardware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7752" y="1504188"/>
            <a:ext cx="13716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24912" y="1078992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98064" y="1143000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79776" y="14630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sensors with Raspberry 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048256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" y="2112264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" y="243230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Pi &amp; laptop via WiFi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87752" y="2473452"/>
            <a:ext cx="13716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24912" y="2048256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98064" y="2112264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98064" y="2112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79776" y="243230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ROS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3017520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9184" y="3081528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" y="34015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LiDAR &amp; ultrasonic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87752" y="3442716"/>
            <a:ext cx="13716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4912" y="3017520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98064" y="3081528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8064" y="3081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79776" y="340156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SLAM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" y="3986784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" y="4050792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0896" y="43708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map &amp; localize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87752" y="4411980"/>
            <a:ext cx="13716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24912" y="3986784"/>
            <a:ext cx="23317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98064" y="4050792"/>
            <a:ext cx="292608" cy="29260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98064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1"/>
                </a:solidFill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79776" y="437083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 &amp; experiments</a:t>
            </a:r>
            <a:endParaRPr lang="en-US" sz="1100" dirty="0"/>
          </a:p>
        </p:txBody>
      </p:sp>
      <p:sp>
        <p:nvSpPr>
          <p:cNvPr id="46" name="Freeform 7">
            <a:extLst>
              <a:ext uri="{FF2B5EF4-FFF2-40B4-BE49-F238E27FC236}">
                <a16:creationId xmlns:a16="http://schemas.microsoft.com/office/drawing/2014/main" id="{AB3AF345-A69E-B145-92E5-37DD7EA0A2C3}"/>
              </a:ext>
            </a:extLst>
          </p:cNvPr>
          <p:cNvSpPr/>
          <p:nvPr/>
        </p:nvSpPr>
        <p:spPr>
          <a:xfrm>
            <a:off x="5202936" y="1729893"/>
            <a:ext cx="3685032" cy="2456688"/>
          </a:xfrm>
          <a:custGeom>
            <a:avLst/>
            <a:gdLst/>
            <a:ahLst/>
            <a:cxnLst/>
            <a:rect l="l" t="t" r="r" b="b"/>
            <a:pathLst>
              <a:path w="10075289" h="6716860">
                <a:moveTo>
                  <a:pt x="0" y="0"/>
                </a:moveTo>
                <a:lnTo>
                  <a:pt x="10075289" y="0"/>
                </a:lnTo>
                <a:lnTo>
                  <a:pt x="10075289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132"/>
          </a:solidFill>
          <a:ln w="12700">
            <a:solidFill>
              <a:srgbClr val="152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737360"/>
          </a:xfrm>
          <a:prstGeom prst="rect">
            <a:avLst/>
          </a:prstGeom>
          <a:solidFill>
            <a:srgbClr val="152132"/>
          </a:solidFill>
          <a:ln w="1016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54864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887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Variation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vary the count of ultrasonic sensors to find the minimum required for reliable collision detection.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834640" cy="1737360"/>
          </a:xfrm>
          <a:prstGeom prst="rect">
            <a:avLst/>
          </a:prstGeom>
          <a:solidFill>
            <a:srgbClr val="152132"/>
          </a:solidFill>
          <a:ln w="1016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834640" cy="54864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1887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1600200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different sensor positions to determine optimal mounting configurations for full coverage and safety.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2834640" cy="1737360"/>
          </a:xfrm>
          <a:prstGeom prst="rect">
            <a:avLst/>
          </a:prstGeom>
          <a:solidFill>
            <a:srgbClr val="152132"/>
          </a:solidFill>
          <a:ln w="1016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2834640" cy="54864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10896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Evaluation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520440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cost, power consumption, processing load, and safety margins across configurations.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37560" y="3017520"/>
            <a:ext cx="2834640" cy="1737360"/>
          </a:xfrm>
          <a:prstGeom prst="rect">
            <a:avLst/>
          </a:prstGeom>
          <a:solidFill>
            <a:srgbClr val="152132"/>
          </a:solidFill>
          <a:ln w="1016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7560" y="3017520"/>
            <a:ext cx="2834640" cy="54864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310896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Threshold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7288" y="3520440"/>
            <a:ext cx="26151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minimal sensor set that meets collision-rate thresholds while preserving navigation performance.</a:t>
            </a:r>
            <a:endParaRPr lang="en-US" sz="1150" dirty="0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EEC8CDBB-33E7-7214-1E2A-12F0AC87F3C0}"/>
              </a:ext>
            </a:extLst>
          </p:cNvPr>
          <p:cNvSpPr/>
          <p:nvPr/>
        </p:nvSpPr>
        <p:spPr>
          <a:xfrm>
            <a:off x="6457966" y="2148840"/>
            <a:ext cx="2411714" cy="1606804"/>
          </a:xfrm>
          <a:custGeom>
            <a:avLst/>
            <a:gdLst/>
            <a:ahLst/>
            <a:cxnLst/>
            <a:rect l="l" t="t" r="r" b="b"/>
            <a:pathLst>
              <a:path w="8743570" h="5825403">
                <a:moveTo>
                  <a:pt x="0" y="0"/>
                </a:moveTo>
                <a:lnTo>
                  <a:pt x="8743569" y="0"/>
                </a:lnTo>
                <a:lnTo>
                  <a:pt x="8743569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3774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37744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D1"/>
                </a:solidFill>
              </a:rPr>
              <a:t>Hardware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" y="15361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4-Wheel chassis with DC motors + L298N motor driver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" y="213055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Raspberry Pi 3 Model B — onboard controller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7472" y="272491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YDLIDAR X2 — 360° environment scanning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33192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Ultrasonic sensors — short-range obstacle detection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70048" y="2606040"/>
            <a:ext cx="256032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487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998B"/>
                </a:solidFill>
              </a:rPr>
              <a:t>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71800" y="1051560"/>
            <a:ext cx="24688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971800" y="1051560"/>
            <a:ext cx="246888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D1"/>
                </a:solidFill>
              </a:rPr>
              <a:t>Computation &amp; 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44952" y="1536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Laptop runs ROS master + SLAM computation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44952" y="21305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WiFi bridge: Pi node → Laptop ROS master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44952" y="27249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Path planning → actuator commands sent back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44952" y="33192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GPU-accelerated processing where available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512064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343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C2D1"/>
                </a:solidFill>
              </a:rPr>
              <a:t>Sensors → Pi → WiFi → Laptop ROS → Path Planning → Motors</a:t>
            </a:r>
            <a:endParaRPr lang="en-US" sz="950" dirty="0"/>
          </a:p>
        </p:txBody>
      </p:sp>
      <p:sp>
        <p:nvSpPr>
          <p:cNvPr id="27" name="Freeform 10" descr="added image">
            <a:extLst>
              <a:ext uri="{FF2B5EF4-FFF2-40B4-BE49-F238E27FC236}">
                <a16:creationId xmlns:a16="http://schemas.microsoft.com/office/drawing/2014/main" id="{5185F158-3CE9-24FC-9267-BA05481C69EB}"/>
              </a:ext>
            </a:extLst>
          </p:cNvPr>
          <p:cNvSpPr/>
          <p:nvPr/>
        </p:nvSpPr>
        <p:spPr>
          <a:xfrm>
            <a:off x="5760720" y="1314533"/>
            <a:ext cx="3064088" cy="3028867"/>
          </a:xfrm>
          <a:custGeom>
            <a:avLst/>
            <a:gdLst/>
            <a:ahLst/>
            <a:cxnLst/>
            <a:rect l="l" t="t" r="r" b="b"/>
            <a:pathLst>
              <a:path w="6629400" h="6553200">
                <a:moveTo>
                  <a:pt x="0" y="0"/>
                </a:moveTo>
                <a:lnTo>
                  <a:pt x="6629400" y="0"/>
                </a:lnTo>
                <a:lnTo>
                  <a:pt x="6629400" y="6553200"/>
                </a:lnTo>
                <a:lnTo>
                  <a:pt x="0" y="655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132"/>
          </a:solidFill>
          <a:ln w="12700">
            <a:solidFill>
              <a:srgbClr val="152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78738" y="2249424"/>
            <a:ext cx="1426464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56178" y="2249424"/>
            <a:ext cx="1426464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33618" y="2249424"/>
            <a:ext cx="1426464" cy="73152"/>
          </a:xfrm>
          <a:prstGeom prst="rect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250" y="1810512"/>
            <a:ext cx="950976" cy="950976"/>
          </a:xfrm>
          <a:prstGeom prst="ellipse">
            <a:avLst/>
          </a:prstGeom>
          <a:solidFill>
            <a:srgbClr val="1B99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250" y="1856232"/>
            <a:ext cx="950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610" y="2898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80690" y="1810512"/>
            <a:ext cx="950976" cy="950976"/>
          </a:xfrm>
          <a:prstGeom prst="ellipse">
            <a:avLst/>
          </a:prstGeom>
          <a:solidFill>
            <a:srgbClr val="1B99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80690" y="1856232"/>
            <a:ext cx="950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32050" y="2898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84978" y="1737360"/>
            <a:ext cx="1097280" cy="1097280"/>
          </a:xfrm>
          <a:prstGeom prst="ellipse">
            <a:avLst/>
          </a:prstGeom>
          <a:solidFill>
            <a:srgbClr val="00C2D1">
              <a:alpha val="30000"/>
            </a:srgbClr>
          </a:solidFill>
          <a:ln w="25400">
            <a:solidFill>
              <a:srgbClr val="00C2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58130" y="1810512"/>
            <a:ext cx="950976" cy="950976"/>
          </a:xfrm>
          <a:prstGeom prst="ellipse">
            <a:avLst/>
          </a:prstGeom>
          <a:solidFill>
            <a:srgbClr val="00C2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58130" y="1883664"/>
            <a:ext cx="95097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D1B2A"/>
                </a:solidFill>
              </a:rPr>
              <a:t>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370" y="2898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ROS and programming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58130" y="3566160"/>
            <a:ext cx="950976" cy="25603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130" y="356616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B2A"/>
                </a:solidFill>
              </a:rPr>
              <a:t>CURRENT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35570" y="1810512"/>
            <a:ext cx="950976" cy="950976"/>
          </a:xfrm>
          <a:prstGeom prst="ellipse">
            <a:avLst/>
          </a:prstGeom>
          <a:solidFill>
            <a:srgbClr val="1A2E45"/>
          </a:solidFill>
          <a:ln w="19050">
            <a:solidFill>
              <a:srgbClr val="2A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570" y="1856232"/>
            <a:ext cx="95097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4060"/>
                </a:solidFill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86930" y="2898648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20370" y="139903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4A3B8"/>
                </a:solidFill>
              </a:rPr>
              <a:t>Step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97810" y="139903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4A3B8"/>
                </a:solidFill>
              </a:rPr>
              <a:t>Step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75250" y="139903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00C2D1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52690" y="1399032"/>
            <a:ext cx="1316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4A3B8"/>
                </a:solidFill>
              </a:rPr>
              <a:t>Step 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0" y="292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C2D1"/>
                </a:solidFill>
              </a:rPr>
              <a:t>Progress Details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303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303520" cy="3840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  Completed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Hardware chassis fully assembled and calibration completed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20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Raspberry Pi configured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32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Motor driver interfaced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0449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Ultrasonic sensors tested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5570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ROS installed and configured on laptop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Successful communication established between Raspberry Pi and laptop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9396" y="1051560"/>
            <a:ext cx="31546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15000" y="1051560"/>
            <a:ext cx="315468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0515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⏳  Pending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806440" y="1611630"/>
            <a:ext cx="2926080" cy="960120"/>
          </a:xfrm>
          <a:prstGeom prst="rect">
            <a:avLst/>
          </a:prstGeom>
          <a:solidFill>
            <a:srgbClr val="FFF3E0"/>
          </a:solidFill>
          <a:ln w="6350">
            <a:solidFill>
              <a:srgbClr val="E67E22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ROS and Programming </a:t>
            </a:r>
            <a:endParaRPr lang="en-US" dirty="0"/>
          </a:p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5897880" y="2697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132"/>
          </a:solidFill>
          <a:ln w="12700">
            <a:solidFill>
              <a:srgbClr val="152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Gallery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51760" cy="347472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7830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29768" y="27432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C80"/>
                </a:solidFill>
              </a:rPr>
              <a:t>[ Insert Photo 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4050792"/>
            <a:ext cx="265176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050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Original 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47472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10128" y="17830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10128" y="27432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C80"/>
                </a:solidFill>
              </a:rPr>
              <a:t>[ Insert Photo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4050792"/>
            <a:ext cx="265176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4050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Top View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1051560"/>
            <a:ext cx="2651760" cy="3474720"/>
          </a:xfrm>
          <a:prstGeom prst="rect">
            <a:avLst/>
          </a:prstGeom>
          <a:solidFill>
            <a:srgbClr val="152132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90488" y="1783080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90488" y="2743200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3A5C80"/>
                </a:solidFill>
              </a:rPr>
              <a:t>[ Insert Photo 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0760" y="4050792"/>
            <a:ext cx="265176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05079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</a:rPr>
              <a:t>Front View</a:t>
            </a:r>
            <a:endParaRPr lang="en-US" sz="13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2131F26-0F6F-6B13-1D6F-D22877B35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23" b="8310"/>
          <a:stretch>
            <a:fillRect/>
          </a:stretch>
        </p:blipFill>
        <p:spPr>
          <a:xfrm>
            <a:off x="391161" y="1161288"/>
            <a:ext cx="2496312" cy="27980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F284D40-79B7-25D8-62E1-5D5593CAA4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67" b="8685"/>
          <a:stretch>
            <a:fillRect/>
          </a:stretch>
        </p:blipFill>
        <p:spPr>
          <a:xfrm>
            <a:off x="3284474" y="1148588"/>
            <a:ext cx="2496312" cy="28107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E73236E-7638-CCF9-A4B8-0F019C9417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073" b="7860"/>
          <a:stretch>
            <a:fillRect/>
          </a:stretch>
        </p:blipFill>
        <p:spPr>
          <a:xfrm>
            <a:off x="6152896" y="1161288"/>
            <a:ext cx="2496312" cy="27980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73152" cy="1600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2529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Sabiq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RA2512053010005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865376"/>
            <a:ext cx="362102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0195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ROS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167128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programming and ROS configuration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73152" cy="1600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122529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Chandru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56048" y="157276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RA2512053010012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6048" y="1865376"/>
            <a:ext cx="362102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190195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Assembly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56048" y="2167128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of the robot project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971800"/>
            <a:ext cx="73152" cy="1600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09981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Nedungkilli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66928" y="34472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RA2512053010007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739896"/>
            <a:ext cx="362102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7647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Acquisition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4041648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sourcing and presentation support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02336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971800"/>
            <a:ext cx="73152" cy="1600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099816"/>
            <a:ext cx="3730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Vignesh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956048" y="3447288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RA2512053010010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56048" y="3739896"/>
            <a:ext cx="3621024" cy="16459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776472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956048" y="4041648"/>
            <a:ext cx="3730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 and final report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52132"/>
          </a:solidFill>
          <a:ln w="12700">
            <a:solidFill>
              <a:srgbClr val="1521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Results &amp;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85800"/>
          </a:xfrm>
          <a:prstGeom prst="rect">
            <a:avLst/>
          </a:prstGeom>
          <a:solidFill>
            <a:srgbClr val="152132"/>
          </a:solidFill>
          <a:ln w="762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SLAM implementation for real-time mapping and localization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856232"/>
            <a:ext cx="8595360" cy="685800"/>
          </a:xfrm>
          <a:prstGeom prst="rect">
            <a:avLst/>
          </a:prstGeom>
          <a:solidFill>
            <a:srgbClr val="152132"/>
          </a:solidFill>
          <a:ln w="762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9019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9019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obstacle detection and collision avoidance using LiDAR and ultrasonic sensors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2660904"/>
            <a:ext cx="8595360" cy="685800"/>
          </a:xfrm>
          <a:prstGeom prst="rect">
            <a:avLst/>
          </a:prstGeom>
          <a:solidFill>
            <a:srgbClr val="152132"/>
          </a:solidFill>
          <a:ln w="762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70662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270662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wireless communication between Raspberry Pi and laptop via ROS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3465576"/>
            <a:ext cx="8595360" cy="685800"/>
          </a:xfrm>
          <a:prstGeom prst="rect">
            <a:avLst/>
          </a:prstGeom>
          <a:solidFill>
            <a:srgbClr val="152132"/>
          </a:solidFill>
          <a:ln w="762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51129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511296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sensor placement — reduced hardware with maintained navigation performance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74320" y="4270248"/>
            <a:ext cx="8595360" cy="685800"/>
          </a:xfrm>
          <a:prstGeom prst="rect">
            <a:avLst/>
          </a:prstGeom>
          <a:solidFill>
            <a:srgbClr val="152132"/>
          </a:solidFill>
          <a:ln w="762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431596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43159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cost-effective, efficient approach to autonomous mobile robotics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731520"/>
            <a:ext cx="3657600" cy="3657600"/>
          </a:xfrm>
          <a:prstGeom prst="ellipse">
            <a:avLst/>
          </a:prstGeom>
          <a:solidFill>
            <a:srgbClr val="1B998B">
              <a:alpha val="12000"/>
            </a:srgbClr>
          </a:solidFill>
          <a:ln w="12700">
            <a:solidFill>
              <a:srgbClr val="1B998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188720"/>
            <a:ext cx="2743200" cy="2743200"/>
          </a:xfrm>
          <a:prstGeom prst="ellipse">
            <a:avLst/>
          </a:prstGeom>
          <a:solidFill>
            <a:srgbClr val="00C2D1">
              <a:alpha val="8000"/>
            </a:srgbClr>
          </a:solidFill>
          <a:ln w="12700">
            <a:solidFill>
              <a:srgbClr val="00C2D1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3200400" y="2834640"/>
            <a:ext cx="2743200" cy="457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Mobile Navigation Bot using LiDAR Mapping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94A3B8"/>
                </a:solidFill>
              </a:rPr>
              <a:t>SLAM  ·  ROS  ·  LiDAR  ·  Raspberry 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718</Words>
  <Application>Microsoft Office PowerPoint</Application>
  <PresentationFormat>On-screen Show (16:9)</PresentationFormat>
  <Paragraphs>164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Mobile Navigation Bot using Lidar Mapping</dc:title>
  <dc:subject>PptxGenJS Presentation</dc:subject>
  <dc:creator>PptxGenJS</dc:creator>
  <cp:lastModifiedBy>VIGNESH B</cp:lastModifiedBy>
  <cp:revision>3</cp:revision>
  <dcterms:created xsi:type="dcterms:W3CDTF">2026-04-21T21:00:51Z</dcterms:created>
  <dcterms:modified xsi:type="dcterms:W3CDTF">2026-04-21T21:46:48Z</dcterms:modified>
</cp:coreProperties>
</file>