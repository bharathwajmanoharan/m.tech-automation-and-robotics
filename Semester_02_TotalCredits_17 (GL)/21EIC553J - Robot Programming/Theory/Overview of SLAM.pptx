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66" r:id="rId5"/>
    <p:sldId id="310" r:id="rId6"/>
    <p:sldId id="311" r:id="rId7"/>
    <p:sldId id="309" r:id="rId8"/>
    <p:sldId id="312" r:id="rId9"/>
    <p:sldId id="324" r:id="rId10"/>
    <p:sldId id="313" r:id="rId11"/>
    <p:sldId id="314" r:id="rId12"/>
    <p:sldId id="315" r:id="rId13"/>
    <p:sldId id="316" r:id="rId14"/>
    <p:sldId id="318" r:id="rId15"/>
    <p:sldId id="319" r:id="rId16"/>
    <p:sldId id="320" r:id="rId17"/>
    <p:sldId id="321" r:id="rId18"/>
    <p:sldId id="322" r:id="rId19"/>
    <p:sldId id="323" r:id="rId20"/>
    <p:sldId id="325" r:id="rId21"/>
    <p:sldId id="326" r:id="rId22"/>
    <p:sldId id="327" r:id="rId23"/>
    <p:sldId id="328" r:id="rId24"/>
    <p:sldId id="329" r:id="rId25"/>
    <p:sldId id="330" r:id="rId26"/>
    <p:sldId id="33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CA5895-C83B-46CE-B129-15B015256118}" v="669" dt="2026-02-03T19:24:24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redo custSel addSld delSld modSld sldOrd">
      <pc:chgData name="Reni Nithya" userId="81dbbd6ae6b89009" providerId="LiveId" clId="{712AF1E0-38CE-403E-8C05-4A6DF01D01E8}" dt="2026-02-03T19:24:27.562" v="913" actId="47"/>
      <pc:docMkLst>
        <pc:docMk/>
      </pc:docMkLst>
      <pc:sldChg chg="addSp delSp modSp modAnim">
        <pc:chgData name="Reni Nithya" userId="81dbbd6ae6b89009" providerId="LiveId" clId="{712AF1E0-38CE-403E-8C05-4A6DF01D01E8}" dt="2026-02-03T18:29:48.390" v="15" actId="478"/>
        <pc:sldMkLst>
          <pc:docMk/>
          <pc:sldMk cId="895915843" sldId="266"/>
        </pc:sldMkLst>
        <pc:picChg chg="add del mod">
          <ac:chgData name="Reni Nithya" userId="81dbbd6ae6b89009" providerId="LiveId" clId="{712AF1E0-38CE-403E-8C05-4A6DF01D01E8}" dt="2026-02-03T18:29:48.390" v="15" actId="478"/>
          <ac:picMkLst>
            <pc:docMk/>
            <pc:sldMk cId="895915843" sldId="266"/>
            <ac:picMk id="4" creationId="{C127DC20-7611-2F46-6503-9CADEC744630}"/>
          </ac:picMkLst>
        </pc:picChg>
        <pc:picChg chg="add del mod">
          <ac:chgData name="Reni Nithya" userId="81dbbd6ae6b89009" providerId="LiveId" clId="{712AF1E0-38CE-403E-8C05-4A6DF01D01E8}" dt="2026-02-03T18:28:31.464" v="4" actId="21"/>
          <ac:picMkLst>
            <pc:docMk/>
            <pc:sldMk cId="895915843" sldId="266"/>
            <ac:picMk id="1026" creationId="{ACAC1FF1-04BE-B314-9B83-8F1E097343C9}"/>
          </ac:picMkLst>
        </pc:picChg>
      </pc:sldChg>
      <pc:sldChg chg="del">
        <pc:chgData name="Reni Nithya" userId="81dbbd6ae6b89009" providerId="LiveId" clId="{712AF1E0-38CE-403E-8C05-4A6DF01D01E8}" dt="2026-02-03T19:20:27.871" v="896" actId="47"/>
        <pc:sldMkLst>
          <pc:docMk/>
          <pc:sldMk cId="265522590" sldId="308"/>
        </pc:sldMkLst>
      </pc:sldChg>
      <pc:sldChg chg="addSp delSp modSp new mod ord modAnim">
        <pc:chgData name="Reni Nithya" userId="81dbbd6ae6b89009" providerId="LiveId" clId="{712AF1E0-38CE-403E-8C05-4A6DF01D01E8}" dt="2026-02-03T19:09:34.325" v="825"/>
        <pc:sldMkLst>
          <pc:docMk/>
          <pc:sldMk cId="1527064764" sldId="309"/>
        </pc:sldMkLst>
        <pc:spChg chg="mod">
          <ac:chgData name="Reni Nithya" userId="81dbbd6ae6b89009" providerId="LiveId" clId="{712AF1E0-38CE-403E-8C05-4A6DF01D01E8}" dt="2026-02-03T18:30:36.999" v="40" actId="122"/>
          <ac:spMkLst>
            <pc:docMk/>
            <pc:sldMk cId="1527064764" sldId="309"/>
            <ac:spMk id="2" creationId="{94D00E72-8831-806A-2E43-FA01BB9B494F}"/>
          </ac:spMkLst>
        </pc:spChg>
        <pc:spChg chg="del">
          <ac:chgData name="Reni Nithya" userId="81dbbd6ae6b89009" providerId="LiveId" clId="{712AF1E0-38CE-403E-8C05-4A6DF01D01E8}" dt="2026-02-03T18:30:18.285" v="16" actId="931"/>
          <ac:spMkLst>
            <pc:docMk/>
            <pc:sldMk cId="1527064764" sldId="309"/>
            <ac:spMk id="3" creationId="{AFC4F782-0E64-8B66-1E89-1F0E77E6B9A5}"/>
          </ac:spMkLst>
        </pc:spChg>
        <pc:picChg chg="add mod">
          <ac:chgData name="Reni Nithya" userId="81dbbd6ae6b89009" providerId="LiveId" clId="{712AF1E0-38CE-403E-8C05-4A6DF01D01E8}" dt="2026-02-03T18:30:18.285" v="16" actId="931"/>
          <ac:picMkLst>
            <pc:docMk/>
            <pc:sldMk cId="1527064764" sldId="309"/>
            <ac:picMk id="5" creationId="{0FC3319E-4E6A-CE21-D0DD-2E90D52E1526}"/>
          </ac:picMkLst>
        </pc:picChg>
        <pc:picChg chg="add del mod">
          <ac:chgData name="Reni Nithya" userId="81dbbd6ae6b89009" providerId="LiveId" clId="{712AF1E0-38CE-403E-8C05-4A6DF01D01E8}" dt="2026-02-03T18:29:35.518" v="14" actId="478"/>
          <ac:picMkLst>
            <pc:docMk/>
            <pc:sldMk cId="1527064764" sldId="309"/>
            <ac:picMk id="1026" creationId="{ACAC1FF1-04BE-B314-9B83-8F1E097343C9}"/>
          </ac:picMkLst>
        </pc:picChg>
      </pc:sldChg>
      <pc:sldChg chg="modSp new mod modAnim">
        <pc:chgData name="Reni Nithya" userId="81dbbd6ae6b89009" providerId="LiveId" clId="{712AF1E0-38CE-403E-8C05-4A6DF01D01E8}" dt="2026-02-03T18:32:59.388" v="64"/>
        <pc:sldMkLst>
          <pc:docMk/>
          <pc:sldMk cId="418449665" sldId="310"/>
        </pc:sldMkLst>
        <pc:spChg chg="mod">
          <ac:chgData name="Reni Nithya" userId="81dbbd6ae6b89009" providerId="LiveId" clId="{712AF1E0-38CE-403E-8C05-4A6DF01D01E8}" dt="2026-02-03T18:31:14.967" v="54" actId="20577"/>
          <ac:spMkLst>
            <pc:docMk/>
            <pc:sldMk cId="418449665" sldId="310"/>
            <ac:spMk id="2" creationId="{12F8B373-A492-901D-F8D0-DAC664ED7A9D}"/>
          </ac:spMkLst>
        </pc:spChg>
        <pc:spChg chg="mod">
          <ac:chgData name="Reni Nithya" userId="81dbbd6ae6b89009" providerId="LiveId" clId="{712AF1E0-38CE-403E-8C05-4A6DF01D01E8}" dt="2026-02-03T18:32:59.388" v="64"/>
          <ac:spMkLst>
            <pc:docMk/>
            <pc:sldMk cId="418449665" sldId="310"/>
            <ac:spMk id="3" creationId="{51C34B7E-FBDF-143A-8CCF-57AB36456DC6}"/>
          </ac:spMkLst>
        </pc:spChg>
      </pc:sldChg>
      <pc:sldChg chg="modSp add mod modAnim">
        <pc:chgData name="Reni Nithya" userId="81dbbd6ae6b89009" providerId="LiveId" clId="{712AF1E0-38CE-403E-8C05-4A6DF01D01E8}" dt="2026-02-03T18:34:29.742" v="79"/>
        <pc:sldMkLst>
          <pc:docMk/>
          <pc:sldMk cId="3607074957" sldId="311"/>
        </pc:sldMkLst>
        <pc:spChg chg="mod">
          <ac:chgData name="Reni Nithya" userId="81dbbd6ae6b89009" providerId="LiveId" clId="{712AF1E0-38CE-403E-8C05-4A6DF01D01E8}" dt="2026-02-03T18:33:41.706" v="67" actId="20577"/>
          <ac:spMkLst>
            <pc:docMk/>
            <pc:sldMk cId="3607074957" sldId="311"/>
            <ac:spMk id="2" creationId="{6FB7EF94-C6AF-1AED-702B-547633510FDA}"/>
          </ac:spMkLst>
        </pc:spChg>
        <pc:spChg chg="mod">
          <ac:chgData name="Reni Nithya" userId="81dbbd6ae6b89009" providerId="LiveId" clId="{712AF1E0-38CE-403E-8C05-4A6DF01D01E8}" dt="2026-02-03T18:34:29.742" v="79"/>
          <ac:spMkLst>
            <pc:docMk/>
            <pc:sldMk cId="3607074957" sldId="311"/>
            <ac:spMk id="3" creationId="{A901B848-F829-5813-9D2D-EA88550CF7F3}"/>
          </ac:spMkLst>
        </pc:spChg>
      </pc:sldChg>
      <pc:sldChg chg="modSp add mod modAnim">
        <pc:chgData name="Reni Nithya" userId="81dbbd6ae6b89009" providerId="LiveId" clId="{712AF1E0-38CE-403E-8C05-4A6DF01D01E8}" dt="2026-02-03T18:36:02.237" v="249" actId="20577"/>
        <pc:sldMkLst>
          <pc:docMk/>
          <pc:sldMk cId="2653426147" sldId="312"/>
        </pc:sldMkLst>
        <pc:spChg chg="mod">
          <ac:chgData name="Reni Nithya" userId="81dbbd6ae6b89009" providerId="LiveId" clId="{712AF1E0-38CE-403E-8C05-4A6DF01D01E8}" dt="2026-02-03T18:34:53.950" v="101" actId="20577"/>
          <ac:spMkLst>
            <pc:docMk/>
            <pc:sldMk cId="2653426147" sldId="312"/>
            <ac:spMk id="2" creationId="{3D589377-1134-F3F8-01E1-BF8EDAA76513}"/>
          </ac:spMkLst>
        </pc:spChg>
        <pc:spChg chg="mod">
          <ac:chgData name="Reni Nithya" userId="81dbbd6ae6b89009" providerId="LiveId" clId="{712AF1E0-38CE-403E-8C05-4A6DF01D01E8}" dt="2026-02-03T18:36:02.237" v="249" actId="20577"/>
          <ac:spMkLst>
            <pc:docMk/>
            <pc:sldMk cId="2653426147" sldId="312"/>
            <ac:spMk id="3" creationId="{353619D8-A7B6-E500-2762-1A62FF8C0272}"/>
          </ac:spMkLst>
        </pc:spChg>
      </pc:sldChg>
      <pc:sldChg chg="new del">
        <pc:chgData name="Reni Nithya" userId="81dbbd6ae6b89009" providerId="LiveId" clId="{712AF1E0-38CE-403E-8C05-4A6DF01D01E8}" dt="2026-02-03T18:34:39.032" v="81" actId="680"/>
        <pc:sldMkLst>
          <pc:docMk/>
          <pc:sldMk cId="3611713110" sldId="312"/>
        </pc:sldMkLst>
      </pc:sldChg>
      <pc:sldChg chg="modSp add mod modAnim">
        <pc:chgData name="Reni Nithya" userId="81dbbd6ae6b89009" providerId="LiveId" clId="{712AF1E0-38CE-403E-8C05-4A6DF01D01E8}" dt="2026-02-03T18:37:46.717" v="280" actId="20577"/>
        <pc:sldMkLst>
          <pc:docMk/>
          <pc:sldMk cId="811111987" sldId="313"/>
        </pc:sldMkLst>
        <pc:spChg chg="mod">
          <ac:chgData name="Reni Nithya" userId="81dbbd6ae6b89009" providerId="LiveId" clId="{712AF1E0-38CE-403E-8C05-4A6DF01D01E8}" dt="2026-02-03T18:37:41.106" v="279" actId="20577"/>
          <ac:spMkLst>
            <pc:docMk/>
            <pc:sldMk cId="811111987" sldId="313"/>
            <ac:spMk id="2" creationId="{7764BA99-5FE4-36AC-1609-E8E680C5E30E}"/>
          </ac:spMkLst>
        </pc:spChg>
        <pc:spChg chg="mod">
          <ac:chgData name="Reni Nithya" userId="81dbbd6ae6b89009" providerId="LiveId" clId="{712AF1E0-38CE-403E-8C05-4A6DF01D01E8}" dt="2026-02-03T18:37:46.717" v="280" actId="20577"/>
          <ac:spMkLst>
            <pc:docMk/>
            <pc:sldMk cId="811111987" sldId="313"/>
            <ac:spMk id="3" creationId="{30C37433-641C-3FB0-6341-49764714E7EC}"/>
          </ac:spMkLst>
        </pc:spChg>
      </pc:sldChg>
      <pc:sldChg chg="addSp delSp modSp add mod modAnim">
        <pc:chgData name="Reni Nithya" userId="81dbbd6ae6b89009" providerId="LiveId" clId="{712AF1E0-38CE-403E-8C05-4A6DF01D01E8}" dt="2026-02-03T18:40:48.272" v="605"/>
        <pc:sldMkLst>
          <pc:docMk/>
          <pc:sldMk cId="131408446" sldId="314"/>
        </pc:sldMkLst>
        <pc:spChg chg="mod">
          <ac:chgData name="Reni Nithya" userId="81dbbd6ae6b89009" providerId="LiveId" clId="{712AF1E0-38CE-403E-8C05-4A6DF01D01E8}" dt="2026-02-03T18:40:35.443" v="603" actId="1076"/>
          <ac:spMkLst>
            <pc:docMk/>
            <pc:sldMk cId="131408446" sldId="314"/>
            <ac:spMk id="2" creationId="{1E688D01-6714-33FD-0669-87F892A91E68}"/>
          </ac:spMkLst>
        </pc:spChg>
        <pc:spChg chg="del mod">
          <ac:chgData name="Reni Nithya" userId="81dbbd6ae6b89009" providerId="LiveId" clId="{712AF1E0-38CE-403E-8C05-4A6DF01D01E8}" dt="2026-02-03T18:40:23.265" v="600" actId="931"/>
          <ac:spMkLst>
            <pc:docMk/>
            <pc:sldMk cId="131408446" sldId="314"/>
            <ac:spMk id="3" creationId="{2170F3EC-682D-3003-F678-2CD9C15AE485}"/>
          </ac:spMkLst>
        </pc:spChg>
        <pc:picChg chg="add mod">
          <ac:chgData name="Reni Nithya" userId="81dbbd6ae6b89009" providerId="LiveId" clId="{712AF1E0-38CE-403E-8C05-4A6DF01D01E8}" dt="2026-02-03T18:40:23.265" v="600" actId="931"/>
          <ac:picMkLst>
            <pc:docMk/>
            <pc:sldMk cId="131408446" sldId="314"/>
            <ac:picMk id="5" creationId="{9C0E512A-CA81-F863-1E84-5EC6FD7326DA}"/>
          </ac:picMkLst>
        </pc:picChg>
      </pc:sldChg>
      <pc:sldChg chg="addSp delSp modSp new mod addAnim delAnim modAnim">
        <pc:chgData name="Reni Nithya" userId="81dbbd6ae6b89009" providerId="LiveId" clId="{712AF1E0-38CE-403E-8C05-4A6DF01D01E8}" dt="2026-02-03T18:57:52.986" v="727" actId="12269"/>
        <pc:sldMkLst>
          <pc:docMk/>
          <pc:sldMk cId="3992095643" sldId="315"/>
        </pc:sldMkLst>
        <pc:spChg chg="add del mod">
          <ac:chgData name="Reni Nithya" userId="81dbbd6ae6b89009" providerId="LiveId" clId="{712AF1E0-38CE-403E-8C05-4A6DF01D01E8}" dt="2026-02-03T18:53:53.161" v="689" actId="478"/>
          <ac:spMkLst>
            <pc:docMk/>
            <pc:sldMk cId="3992095643" sldId="315"/>
            <ac:spMk id="2" creationId="{59F7E5AF-26F4-3EE3-1E36-980518B63BD9}"/>
          </ac:spMkLst>
        </pc:spChg>
        <pc:spChg chg="add del">
          <ac:chgData name="Reni Nithya" userId="81dbbd6ae6b89009" providerId="LiveId" clId="{712AF1E0-38CE-403E-8C05-4A6DF01D01E8}" dt="2026-02-03T18:46:24.754" v="621" actId="1032"/>
          <ac:spMkLst>
            <pc:docMk/>
            <pc:sldMk cId="3992095643" sldId="315"/>
            <ac:spMk id="3" creationId="{FDB0CE2E-BF62-7CE9-BEE1-17241D743D7A}"/>
          </ac:spMkLst>
        </pc:spChg>
        <pc:spChg chg="add del mod">
          <ac:chgData name="Reni Nithya" userId="81dbbd6ae6b89009" providerId="LiveId" clId="{712AF1E0-38CE-403E-8C05-4A6DF01D01E8}" dt="2026-02-03T18:53:53.161" v="689" actId="478"/>
          <ac:spMkLst>
            <pc:docMk/>
            <pc:sldMk cId="3992095643" sldId="315"/>
            <ac:spMk id="11" creationId="{8AE60885-774D-CBAC-8582-61D5617CF793}"/>
          </ac:spMkLst>
        </pc:spChg>
        <pc:spChg chg="add del mod">
          <ac:chgData name="Reni Nithya" userId="81dbbd6ae6b89009" providerId="LiveId" clId="{712AF1E0-38CE-403E-8C05-4A6DF01D01E8}" dt="2026-02-03T18:53:53.161" v="689" actId="478"/>
          <ac:spMkLst>
            <pc:docMk/>
            <pc:sldMk cId="3992095643" sldId="315"/>
            <ac:spMk id="13" creationId="{C277F63F-A304-50C5-6442-26A59562D76C}"/>
          </ac:spMkLst>
        </pc:spChg>
        <pc:graphicFrameChg chg="add del modGraphic">
          <ac:chgData name="Reni Nithya" userId="81dbbd6ae6b89009" providerId="LiveId" clId="{712AF1E0-38CE-403E-8C05-4A6DF01D01E8}" dt="2026-02-03T18:42:31.799" v="612" actId="1032"/>
          <ac:graphicFrameMkLst>
            <pc:docMk/>
            <pc:sldMk cId="3992095643" sldId="315"/>
            <ac:graphicFrameMk id="4" creationId="{748CA64E-8129-A3AF-2B6C-B5D98E732275}"/>
          </ac:graphicFrameMkLst>
        </pc:graphicFrameChg>
        <pc:graphicFrameChg chg="add del modGraphic">
          <ac:chgData name="Reni Nithya" userId="81dbbd6ae6b89009" providerId="LiveId" clId="{712AF1E0-38CE-403E-8C05-4A6DF01D01E8}" dt="2026-02-03T18:42:57.836" v="614" actId="1032"/>
          <ac:graphicFrameMkLst>
            <pc:docMk/>
            <pc:sldMk cId="3992095643" sldId="315"/>
            <ac:graphicFrameMk id="5" creationId="{F39FF8F0-D10C-B336-4E2C-9155F7D24B13}"/>
          </ac:graphicFrameMkLst>
        </pc:graphicFrameChg>
        <pc:graphicFrameChg chg="add del modGraphic">
          <ac:chgData name="Reni Nithya" userId="81dbbd6ae6b89009" providerId="LiveId" clId="{712AF1E0-38CE-403E-8C05-4A6DF01D01E8}" dt="2026-02-03T18:44:55.015" v="618" actId="1032"/>
          <ac:graphicFrameMkLst>
            <pc:docMk/>
            <pc:sldMk cId="3992095643" sldId="315"/>
            <ac:graphicFrameMk id="7" creationId="{F9A6B789-E4F0-DBC2-63E8-CAFCA2682FA4}"/>
          </ac:graphicFrameMkLst>
        </pc:graphicFrameChg>
        <pc:graphicFrameChg chg="add del modGraphic">
          <ac:chgData name="Reni Nithya" userId="81dbbd6ae6b89009" providerId="LiveId" clId="{712AF1E0-38CE-403E-8C05-4A6DF01D01E8}" dt="2026-02-03T18:45:56.350" v="620" actId="1032"/>
          <ac:graphicFrameMkLst>
            <pc:docMk/>
            <pc:sldMk cId="3992095643" sldId="315"/>
            <ac:graphicFrameMk id="8" creationId="{F51B863B-474E-6F6E-2C27-7AB984BE5CB5}"/>
          </ac:graphicFrameMkLst>
        </pc:graphicFrameChg>
        <pc:graphicFrameChg chg="add del mod modGraphic">
          <ac:chgData name="Reni Nithya" userId="81dbbd6ae6b89009" providerId="LiveId" clId="{712AF1E0-38CE-403E-8C05-4A6DF01D01E8}" dt="2026-02-03T18:57:52.986" v="727" actId="12269"/>
          <ac:graphicFrameMkLst>
            <pc:docMk/>
            <pc:sldMk cId="3992095643" sldId="315"/>
            <ac:graphicFrameMk id="9" creationId="{92B1E87C-B972-A08B-C5F1-89031BB72DDD}"/>
          </ac:graphicFrameMkLst>
        </pc:graphicFrameChg>
        <pc:picChg chg="add del mod ord">
          <ac:chgData name="Reni Nithya" userId="81dbbd6ae6b89009" providerId="LiveId" clId="{712AF1E0-38CE-403E-8C05-4A6DF01D01E8}" dt="2026-02-03T18:43:05.857" v="616" actId="34307"/>
          <ac:picMkLst>
            <pc:docMk/>
            <pc:sldMk cId="3992095643" sldId="315"/>
            <ac:picMk id="6" creationId="{BEF6F199-1162-618D-B5A2-79490FDC1A46}"/>
          </ac:picMkLst>
        </pc:picChg>
      </pc:sldChg>
      <pc:sldChg chg="modSp new mod modAnim">
        <pc:chgData name="Reni Nithya" userId="81dbbd6ae6b89009" providerId="LiveId" clId="{712AF1E0-38CE-403E-8C05-4A6DF01D01E8}" dt="2026-02-03T18:59:21.888" v="736"/>
        <pc:sldMkLst>
          <pc:docMk/>
          <pc:sldMk cId="1209214338" sldId="316"/>
        </pc:sldMkLst>
        <pc:spChg chg="mod">
          <ac:chgData name="Reni Nithya" userId="81dbbd6ae6b89009" providerId="LiveId" clId="{712AF1E0-38CE-403E-8C05-4A6DF01D01E8}" dt="2026-02-03T18:58:41.304" v="730" actId="20577"/>
          <ac:spMkLst>
            <pc:docMk/>
            <pc:sldMk cId="1209214338" sldId="316"/>
            <ac:spMk id="2" creationId="{4406F962-54B7-69FB-E948-1D82DE3BA3DF}"/>
          </ac:spMkLst>
        </pc:spChg>
        <pc:spChg chg="mod">
          <ac:chgData name="Reni Nithya" userId="81dbbd6ae6b89009" providerId="LiveId" clId="{712AF1E0-38CE-403E-8C05-4A6DF01D01E8}" dt="2026-02-03T18:59:04.230" v="734" actId="20577"/>
          <ac:spMkLst>
            <pc:docMk/>
            <pc:sldMk cId="1209214338" sldId="316"/>
            <ac:spMk id="3" creationId="{75BBDCF9-91FA-5A13-34B8-BC9D720D695A}"/>
          </ac:spMkLst>
        </pc:spChg>
      </pc:sldChg>
      <pc:sldChg chg="modSp add del modAnim">
        <pc:chgData name="Reni Nithya" userId="81dbbd6ae6b89009" providerId="LiveId" clId="{712AF1E0-38CE-403E-8C05-4A6DF01D01E8}" dt="2026-02-03T19:03:09.473" v="767" actId="47"/>
        <pc:sldMkLst>
          <pc:docMk/>
          <pc:sldMk cId="2853523077" sldId="317"/>
        </pc:sldMkLst>
        <pc:spChg chg="mod">
          <ac:chgData name="Reni Nithya" userId="81dbbd6ae6b89009" providerId="LiveId" clId="{712AF1E0-38CE-403E-8C05-4A6DF01D01E8}" dt="2026-02-03T19:02:48.108" v="766" actId="20577"/>
          <ac:spMkLst>
            <pc:docMk/>
            <pc:sldMk cId="2853523077" sldId="317"/>
            <ac:spMk id="3" creationId="{5FDE3ABC-FFDE-99EF-09F9-BE997DE5B6E8}"/>
          </ac:spMkLst>
        </pc:spChg>
      </pc:sldChg>
      <pc:sldChg chg="modSp add mod modAnim">
        <pc:chgData name="Reni Nithya" userId="81dbbd6ae6b89009" providerId="LiveId" clId="{712AF1E0-38CE-403E-8C05-4A6DF01D01E8}" dt="2026-02-03T19:03:43.779" v="771" actId="20577"/>
        <pc:sldMkLst>
          <pc:docMk/>
          <pc:sldMk cId="3158520533" sldId="318"/>
        </pc:sldMkLst>
        <pc:spChg chg="mod">
          <ac:chgData name="Reni Nithya" userId="81dbbd6ae6b89009" providerId="LiveId" clId="{712AF1E0-38CE-403E-8C05-4A6DF01D01E8}" dt="2026-02-03T19:00:06.572" v="744" actId="20577"/>
          <ac:spMkLst>
            <pc:docMk/>
            <pc:sldMk cId="3158520533" sldId="318"/>
            <ac:spMk id="2" creationId="{C02A7EA5-5E4E-EC7D-8FB5-FAB6D463C02E}"/>
          </ac:spMkLst>
        </pc:spChg>
        <pc:spChg chg="mod">
          <ac:chgData name="Reni Nithya" userId="81dbbd6ae6b89009" providerId="LiveId" clId="{712AF1E0-38CE-403E-8C05-4A6DF01D01E8}" dt="2026-02-03T19:03:43.779" v="771" actId="20577"/>
          <ac:spMkLst>
            <pc:docMk/>
            <pc:sldMk cId="3158520533" sldId="318"/>
            <ac:spMk id="3" creationId="{45035C6C-BD3D-7E0E-ABC3-6D3BBA221B64}"/>
          </ac:spMkLst>
        </pc:spChg>
      </pc:sldChg>
      <pc:sldChg chg="new del">
        <pc:chgData name="Reni Nithya" userId="81dbbd6ae6b89009" providerId="LiveId" clId="{712AF1E0-38CE-403E-8C05-4A6DF01D01E8}" dt="2026-02-03T18:59:41.546" v="738" actId="680"/>
        <pc:sldMkLst>
          <pc:docMk/>
          <pc:sldMk cId="3934418087" sldId="318"/>
        </pc:sldMkLst>
      </pc:sldChg>
      <pc:sldChg chg="modSp add mod modAnim">
        <pc:chgData name="Reni Nithya" userId="81dbbd6ae6b89009" providerId="LiveId" clId="{712AF1E0-38CE-403E-8C05-4A6DF01D01E8}" dt="2026-02-03T19:03:49.681" v="772"/>
        <pc:sldMkLst>
          <pc:docMk/>
          <pc:sldMk cId="1669758580" sldId="319"/>
        </pc:sldMkLst>
        <pc:spChg chg="mod">
          <ac:chgData name="Reni Nithya" userId="81dbbd6ae6b89009" providerId="LiveId" clId="{712AF1E0-38CE-403E-8C05-4A6DF01D01E8}" dt="2026-02-03T19:01:00.828" v="755"/>
          <ac:spMkLst>
            <pc:docMk/>
            <pc:sldMk cId="1669758580" sldId="319"/>
            <ac:spMk id="2" creationId="{0E76CB5A-05D2-2561-5602-3DB9BDCC88CD}"/>
          </ac:spMkLst>
        </pc:spChg>
        <pc:spChg chg="mod">
          <ac:chgData name="Reni Nithya" userId="81dbbd6ae6b89009" providerId="LiveId" clId="{712AF1E0-38CE-403E-8C05-4A6DF01D01E8}" dt="2026-02-03T19:01:28.934" v="761" actId="20577"/>
          <ac:spMkLst>
            <pc:docMk/>
            <pc:sldMk cId="1669758580" sldId="319"/>
            <ac:spMk id="3" creationId="{096AA299-B575-4740-CFDA-A14D9D9D356D}"/>
          </ac:spMkLst>
        </pc:spChg>
      </pc:sldChg>
      <pc:sldChg chg="modSp add mod modAnim">
        <pc:chgData name="Reni Nithya" userId="81dbbd6ae6b89009" providerId="LiveId" clId="{712AF1E0-38CE-403E-8C05-4A6DF01D01E8}" dt="2026-02-03T19:04:37.841" v="780" actId="20577"/>
        <pc:sldMkLst>
          <pc:docMk/>
          <pc:sldMk cId="3954300049" sldId="320"/>
        </pc:sldMkLst>
        <pc:spChg chg="mod">
          <ac:chgData name="Reni Nithya" userId="81dbbd6ae6b89009" providerId="LiveId" clId="{712AF1E0-38CE-403E-8C05-4A6DF01D01E8}" dt="2026-02-03T19:04:19.402" v="774"/>
          <ac:spMkLst>
            <pc:docMk/>
            <pc:sldMk cId="3954300049" sldId="320"/>
            <ac:spMk id="2" creationId="{5264B22E-666B-6E82-24FE-CC298FE8437B}"/>
          </ac:spMkLst>
        </pc:spChg>
        <pc:spChg chg="mod">
          <ac:chgData name="Reni Nithya" userId="81dbbd6ae6b89009" providerId="LiveId" clId="{712AF1E0-38CE-403E-8C05-4A6DF01D01E8}" dt="2026-02-03T19:04:37.841" v="780" actId="20577"/>
          <ac:spMkLst>
            <pc:docMk/>
            <pc:sldMk cId="3954300049" sldId="320"/>
            <ac:spMk id="3" creationId="{DBE5D070-3326-3E26-A534-9C1D926B7E5C}"/>
          </ac:spMkLst>
        </pc:spChg>
      </pc:sldChg>
      <pc:sldChg chg="modSp add mod modAnim">
        <pc:chgData name="Reni Nithya" userId="81dbbd6ae6b89009" providerId="LiveId" clId="{712AF1E0-38CE-403E-8C05-4A6DF01D01E8}" dt="2026-02-03T19:05:39.867" v="790" actId="20577"/>
        <pc:sldMkLst>
          <pc:docMk/>
          <pc:sldMk cId="1079197683" sldId="321"/>
        </pc:sldMkLst>
        <pc:spChg chg="mod">
          <ac:chgData name="Reni Nithya" userId="81dbbd6ae6b89009" providerId="LiveId" clId="{712AF1E0-38CE-403E-8C05-4A6DF01D01E8}" dt="2026-02-03T19:05:09.613" v="782"/>
          <ac:spMkLst>
            <pc:docMk/>
            <pc:sldMk cId="1079197683" sldId="321"/>
            <ac:spMk id="2" creationId="{3A6D3775-CFE6-1865-CC31-AD0E48138392}"/>
          </ac:spMkLst>
        </pc:spChg>
        <pc:spChg chg="mod">
          <ac:chgData name="Reni Nithya" userId="81dbbd6ae6b89009" providerId="LiveId" clId="{712AF1E0-38CE-403E-8C05-4A6DF01D01E8}" dt="2026-02-03T19:05:39.867" v="790" actId="20577"/>
          <ac:spMkLst>
            <pc:docMk/>
            <pc:sldMk cId="1079197683" sldId="321"/>
            <ac:spMk id="3" creationId="{6F328A82-CBCF-F4AA-09D9-97E3AC78C6F8}"/>
          </ac:spMkLst>
        </pc:spChg>
      </pc:sldChg>
      <pc:sldChg chg="modSp add mod modAnim">
        <pc:chgData name="Reni Nithya" userId="81dbbd6ae6b89009" providerId="LiveId" clId="{712AF1E0-38CE-403E-8C05-4A6DF01D01E8}" dt="2026-02-03T19:06:58.058" v="811" actId="20577"/>
        <pc:sldMkLst>
          <pc:docMk/>
          <pc:sldMk cId="84937902" sldId="322"/>
        </pc:sldMkLst>
        <pc:spChg chg="mod">
          <ac:chgData name="Reni Nithya" userId="81dbbd6ae6b89009" providerId="LiveId" clId="{712AF1E0-38CE-403E-8C05-4A6DF01D01E8}" dt="2026-02-03T19:06:58.058" v="811" actId="20577"/>
          <ac:spMkLst>
            <pc:docMk/>
            <pc:sldMk cId="84937902" sldId="322"/>
            <ac:spMk id="2" creationId="{0D65902A-02A9-E3FB-0E73-3A564CEB420E}"/>
          </ac:spMkLst>
        </pc:spChg>
        <pc:spChg chg="mod">
          <ac:chgData name="Reni Nithya" userId="81dbbd6ae6b89009" providerId="LiveId" clId="{712AF1E0-38CE-403E-8C05-4A6DF01D01E8}" dt="2026-02-03T19:06:48.788" v="801" actId="20577"/>
          <ac:spMkLst>
            <pc:docMk/>
            <pc:sldMk cId="84937902" sldId="322"/>
            <ac:spMk id="3" creationId="{E565F4B0-DD4A-33BC-38E6-2907CDF0C29D}"/>
          </ac:spMkLst>
        </pc:spChg>
      </pc:sldChg>
      <pc:sldChg chg="modSp add modAnim">
        <pc:chgData name="Reni Nithya" userId="81dbbd6ae6b89009" providerId="LiveId" clId="{712AF1E0-38CE-403E-8C05-4A6DF01D01E8}" dt="2026-02-03T19:07:30.482" v="818" actId="20577"/>
        <pc:sldMkLst>
          <pc:docMk/>
          <pc:sldMk cId="692357307" sldId="323"/>
        </pc:sldMkLst>
        <pc:spChg chg="mod">
          <ac:chgData name="Reni Nithya" userId="81dbbd6ae6b89009" providerId="LiveId" clId="{712AF1E0-38CE-403E-8C05-4A6DF01D01E8}" dt="2026-02-03T19:07:11.024" v="813"/>
          <ac:spMkLst>
            <pc:docMk/>
            <pc:sldMk cId="692357307" sldId="323"/>
            <ac:spMk id="2" creationId="{A5D20E28-D4C8-83C6-92C3-EB7F8404CB85}"/>
          </ac:spMkLst>
        </pc:spChg>
        <pc:spChg chg="mod">
          <ac:chgData name="Reni Nithya" userId="81dbbd6ae6b89009" providerId="LiveId" clId="{712AF1E0-38CE-403E-8C05-4A6DF01D01E8}" dt="2026-02-03T19:07:30.482" v="818" actId="20577"/>
          <ac:spMkLst>
            <pc:docMk/>
            <pc:sldMk cId="692357307" sldId="323"/>
            <ac:spMk id="3" creationId="{B870B202-031B-0303-1DD3-5045783E06DC}"/>
          </ac:spMkLst>
        </pc:spChg>
      </pc:sldChg>
      <pc:sldChg chg="addSp delSp modSp new">
        <pc:chgData name="Reni Nithya" userId="81dbbd6ae6b89009" providerId="LiveId" clId="{712AF1E0-38CE-403E-8C05-4A6DF01D01E8}" dt="2026-02-03T19:08:52.350" v="821"/>
        <pc:sldMkLst>
          <pc:docMk/>
          <pc:sldMk cId="3660890363" sldId="324"/>
        </pc:sldMkLst>
        <pc:spChg chg="mod">
          <ac:chgData name="Reni Nithya" userId="81dbbd6ae6b89009" providerId="LiveId" clId="{712AF1E0-38CE-403E-8C05-4A6DF01D01E8}" dt="2026-02-03T19:08:52.350" v="821"/>
          <ac:spMkLst>
            <pc:docMk/>
            <pc:sldMk cId="3660890363" sldId="324"/>
            <ac:spMk id="2" creationId="{D3673EEA-F3A3-4AC1-D2D4-FA1488944F19}"/>
          </ac:spMkLst>
        </pc:spChg>
        <pc:spChg chg="del">
          <ac:chgData name="Reni Nithya" userId="81dbbd6ae6b89009" providerId="LiveId" clId="{712AF1E0-38CE-403E-8C05-4A6DF01D01E8}" dt="2026-02-03T19:08:43.208" v="820" actId="931"/>
          <ac:spMkLst>
            <pc:docMk/>
            <pc:sldMk cId="3660890363" sldId="324"/>
            <ac:spMk id="3" creationId="{BE3F09A7-86CE-D829-8876-D032213926F5}"/>
          </ac:spMkLst>
        </pc:spChg>
        <pc:picChg chg="add mod">
          <ac:chgData name="Reni Nithya" userId="81dbbd6ae6b89009" providerId="LiveId" clId="{712AF1E0-38CE-403E-8C05-4A6DF01D01E8}" dt="2026-02-03T19:08:43.208" v="820" actId="931"/>
          <ac:picMkLst>
            <pc:docMk/>
            <pc:sldMk cId="3660890363" sldId="324"/>
            <ac:picMk id="5" creationId="{0CD233E6-89F1-50C2-D458-3345FA339CA4}"/>
          </ac:picMkLst>
        </pc:picChg>
      </pc:sldChg>
      <pc:sldChg chg="modSp add mod modAnim">
        <pc:chgData name="Reni Nithya" userId="81dbbd6ae6b89009" providerId="LiveId" clId="{712AF1E0-38CE-403E-8C05-4A6DF01D01E8}" dt="2026-02-03T19:10:48.799" v="834" actId="6549"/>
        <pc:sldMkLst>
          <pc:docMk/>
          <pc:sldMk cId="3018360325" sldId="325"/>
        </pc:sldMkLst>
        <pc:spChg chg="mod">
          <ac:chgData name="Reni Nithya" userId="81dbbd6ae6b89009" providerId="LiveId" clId="{712AF1E0-38CE-403E-8C05-4A6DF01D01E8}" dt="2026-02-03T19:10:07.437" v="829" actId="20577"/>
          <ac:spMkLst>
            <pc:docMk/>
            <pc:sldMk cId="3018360325" sldId="325"/>
            <ac:spMk id="2" creationId="{099B87A2-8C47-68D8-C221-DC2B30C01B55}"/>
          </ac:spMkLst>
        </pc:spChg>
        <pc:spChg chg="mod">
          <ac:chgData name="Reni Nithya" userId="81dbbd6ae6b89009" providerId="LiveId" clId="{712AF1E0-38CE-403E-8C05-4A6DF01D01E8}" dt="2026-02-03T19:10:48.799" v="834" actId="6549"/>
          <ac:spMkLst>
            <pc:docMk/>
            <pc:sldMk cId="3018360325" sldId="325"/>
            <ac:spMk id="3" creationId="{A083700E-D829-BF38-DE96-8499FCFF26F4}"/>
          </ac:spMkLst>
        </pc:spChg>
      </pc:sldChg>
      <pc:sldChg chg="modSp add modAnim">
        <pc:chgData name="Reni Nithya" userId="81dbbd6ae6b89009" providerId="LiveId" clId="{712AF1E0-38CE-403E-8C05-4A6DF01D01E8}" dt="2026-02-03T19:11:30.404" v="841" actId="20577"/>
        <pc:sldMkLst>
          <pc:docMk/>
          <pc:sldMk cId="121311022" sldId="326"/>
        </pc:sldMkLst>
        <pc:spChg chg="mod">
          <ac:chgData name="Reni Nithya" userId="81dbbd6ae6b89009" providerId="LiveId" clId="{712AF1E0-38CE-403E-8C05-4A6DF01D01E8}" dt="2026-02-03T19:11:03.100" v="836"/>
          <ac:spMkLst>
            <pc:docMk/>
            <pc:sldMk cId="121311022" sldId="326"/>
            <ac:spMk id="2" creationId="{6339A129-5E95-5CFA-6F22-37A02526F91B}"/>
          </ac:spMkLst>
        </pc:spChg>
        <pc:spChg chg="mod">
          <ac:chgData name="Reni Nithya" userId="81dbbd6ae6b89009" providerId="LiveId" clId="{712AF1E0-38CE-403E-8C05-4A6DF01D01E8}" dt="2026-02-03T19:11:30.404" v="841" actId="20577"/>
          <ac:spMkLst>
            <pc:docMk/>
            <pc:sldMk cId="121311022" sldId="326"/>
            <ac:spMk id="3" creationId="{0E70DCF9-27EE-B505-BD69-C01CD7C2D7F0}"/>
          </ac:spMkLst>
        </pc:spChg>
      </pc:sldChg>
      <pc:sldChg chg="modSp add modAnim">
        <pc:chgData name="Reni Nithya" userId="81dbbd6ae6b89009" providerId="LiveId" clId="{712AF1E0-38CE-403E-8C05-4A6DF01D01E8}" dt="2026-02-03T19:12:06.754" v="848" actId="20577"/>
        <pc:sldMkLst>
          <pc:docMk/>
          <pc:sldMk cId="3926303307" sldId="327"/>
        </pc:sldMkLst>
        <pc:spChg chg="mod">
          <ac:chgData name="Reni Nithya" userId="81dbbd6ae6b89009" providerId="LiveId" clId="{712AF1E0-38CE-403E-8C05-4A6DF01D01E8}" dt="2026-02-03T19:11:46.145" v="843"/>
          <ac:spMkLst>
            <pc:docMk/>
            <pc:sldMk cId="3926303307" sldId="327"/>
            <ac:spMk id="2" creationId="{EB0AFB5C-19BD-ED13-5115-F731200ABE3D}"/>
          </ac:spMkLst>
        </pc:spChg>
        <pc:spChg chg="mod">
          <ac:chgData name="Reni Nithya" userId="81dbbd6ae6b89009" providerId="LiveId" clId="{712AF1E0-38CE-403E-8C05-4A6DF01D01E8}" dt="2026-02-03T19:12:06.754" v="848" actId="20577"/>
          <ac:spMkLst>
            <pc:docMk/>
            <pc:sldMk cId="3926303307" sldId="327"/>
            <ac:spMk id="3" creationId="{56032A43-E287-803E-1ABC-FDA770193041}"/>
          </ac:spMkLst>
        </pc:spChg>
      </pc:sldChg>
      <pc:sldChg chg="addSp modSp add mod modAnim">
        <pc:chgData name="Reni Nithya" userId="81dbbd6ae6b89009" providerId="LiveId" clId="{712AF1E0-38CE-403E-8C05-4A6DF01D01E8}" dt="2026-02-03T19:15:36.169" v="868" actId="20577"/>
        <pc:sldMkLst>
          <pc:docMk/>
          <pc:sldMk cId="950748744" sldId="328"/>
        </pc:sldMkLst>
        <pc:spChg chg="mod">
          <ac:chgData name="Reni Nithya" userId="81dbbd6ae6b89009" providerId="LiveId" clId="{712AF1E0-38CE-403E-8C05-4A6DF01D01E8}" dt="2026-02-03T19:12:40.944" v="850"/>
          <ac:spMkLst>
            <pc:docMk/>
            <pc:sldMk cId="950748744" sldId="328"/>
            <ac:spMk id="2" creationId="{3DE7FB98-C487-99C9-0A95-5F6AAF70FB9D}"/>
          </ac:spMkLst>
        </pc:spChg>
        <pc:spChg chg="mod">
          <ac:chgData name="Reni Nithya" userId="81dbbd6ae6b89009" providerId="LiveId" clId="{712AF1E0-38CE-403E-8C05-4A6DF01D01E8}" dt="2026-02-03T19:15:36.169" v="868" actId="20577"/>
          <ac:spMkLst>
            <pc:docMk/>
            <pc:sldMk cId="950748744" sldId="328"/>
            <ac:spMk id="3" creationId="{D2F0AFBC-BC17-5D2D-4825-FF894AD3491C}"/>
          </ac:spMkLst>
        </pc:spChg>
        <pc:picChg chg="add mod">
          <ac:chgData name="Reni Nithya" userId="81dbbd6ae6b89009" providerId="LiveId" clId="{712AF1E0-38CE-403E-8C05-4A6DF01D01E8}" dt="2026-02-03T19:14:35.207" v="860" actId="1076"/>
          <ac:picMkLst>
            <pc:docMk/>
            <pc:sldMk cId="950748744" sldId="328"/>
            <ac:picMk id="4" creationId="{AD63FE64-564B-131E-0A5C-1931195773C6}"/>
          </ac:picMkLst>
        </pc:picChg>
      </pc:sldChg>
      <pc:sldChg chg="add del">
        <pc:chgData name="Reni Nithya" userId="81dbbd6ae6b89009" providerId="LiveId" clId="{712AF1E0-38CE-403E-8C05-4A6DF01D01E8}" dt="2026-02-03T19:13:39.849" v="856" actId="2890"/>
        <pc:sldMkLst>
          <pc:docMk/>
          <pc:sldMk cId="200035064" sldId="329"/>
        </pc:sldMkLst>
      </pc:sldChg>
      <pc:sldChg chg="addSp delSp modSp new mod modAnim">
        <pc:chgData name="Reni Nithya" userId="81dbbd6ae6b89009" providerId="LiveId" clId="{712AF1E0-38CE-403E-8C05-4A6DF01D01E8}" dt="2026-02-03T19:17:02.329" v="884" actId="20577"/>
        <pc:sldMkLst>
          <pc:docMk/>
          <pc:sldMk cId="4293573631" sldId="329"/>
        </pc:sldMkLst>
        <pc:spChg chg="mod">
          <ac:chgData name="Reni Nithya" userId="81dbbd6ae6b89009" providerId="LiveId" clId="{712AF1E0-38CE-403E-8C05-4A6DF01D01E8}" dt="2026-02-03T19:15:57.637" v="870"/>
          <ac:spMkLst>
            <pc:docMk/>
            <pc:sldMk cId="4293573631" sldId="329"/>
            <ac:spMk id="2" creationId="{A377CFBB-82D3-A49B-DC8F-B184DA221F50}"/>
          </ac:spMkLst>
        </pc:spChg>
        <pc:spChg chg="del">
          <ac:chgData name="Reni Nithya" userId="81dbbd6ae6b89009" providerId="LiveId" clId="{712AF1E0-38CE-403E-8C05-4A6DF01D01E8}" dt="2026-02-03T19:13:51.644" v="858" actId="931"/>
          <ac:spMkLst>
            <pc:docMk/>
            <pc:sldMk cId="4293573631" sldId="329"/>
            <ac:spMk id="3" creationId="{6A9385D6-7BA5-26E3-042B-A04F44F068A9}"/>
          </ac:spMkLst>
        </pc:spChg>
        <pc:spChg chg="add mod">
          <ac:chgData name="Reni Nithya" userId="81dbbd6ae6b89009" providerId="LiveId" clId="{712AF1E0-38CE-403E-8C05-4A6DF01D01E8}" dt="2026-02-03T19:17:02.329" v="884" actId="20577"/>
          <ac:spMkLst>
            <pc:docMk/>
            <pc:sldMk cId="4293573631" sldId="329"/>
            <ac:spMk id="7" creationId="{9082F507-D426-9E8D-610C-D11E99B2811E}"/>
          </ac:spMkLst>
        </pc:spChg>
        <pc:picChg chg="add del mod">
          <ac:chgData name="Reni Nithya" userId="81dbbd6ae6b89009" providerId="LiveId" clId="{712AF1E0-38CE-403E-8C05-4A6DF01D01E8}" dt="2026-02-03T19:15:46.232" v="869" actId="478"/>
          <ac:picMkLst>
            <pc:docMk/>
            <pc:sldMk cId="4293573631" sldId="329"/>
            <ac:picMk id="5" creationId="{151A462F-1326-0847-DB39-423B1E9D06EB}"/>
          </ac:picMkLst>
        </pc:picChg>
      </pc:sldChg>
      <pc:sldChg chg="modSp add mod modAnim">
        <pc:chgData name="Reni Nithya" userId="81dbbd6ae6b89009" providerId="LiveId" clId="{712AF1E0-38CE-403E-8C05-4A6DF01D01E8}" dt="2026-02-03T19:18:02.865" v="894" actId="20577"/>
        <pc:sldMkLst>
          <pc:docMk/>
          <pc:sldMk cId="3012556040" sldId="330"/>
        </pc:sldMkLst>
        <pc:spChg chg="mod">
          <ac:chgData name="Reni Nithya" userId="81dbbd6ae6b89009" providerId="LiveId" clId="{712AF1E0-38CE-403E-8C05-4A6DF01D01E8}" dt="2026-02-03T19:17:21.950" v="886"/>
          <ac:spMkLst>
            <pc:docMk/>
            <pc:sldMk cId="3012556040" sldId="330"/>
            <ac:spMk id="2" creationId="{A7E35F0A-6C35-87DE-4931-504473367EAA}"/>
          </ac:spMkLst>
        </pc:spChg>
        <pc:spChg chg="mod">
          <ac:chgData name="Reni Nithya" userId="81dbbd6ae6b89009" providerId="LiveId" clId="{712AF1E0-38CE-403E-8C05-4A6DF01D01E8}" dt="2026-02-03T19:18:02.865" v="894" actId="20577"/>
          <ac:spMkLst>
            <pc:docMk/>
            <pc:sldMk cId="3012556040" sldId="330"/>
            <ac:spMk id="7" creationId="{9F53EA03-286F-BF4D-93E9-D6983DC0931C}"/>
          </ac:spMkLst>
        </pc:spChg>
      </pc:sldChg>
      <pc:sldChg chg="modSp new del mod modClrScheme chgLayout">
        <pc:chgData name="Reni Nithya" userId="81dbbd6ae6b89009" providerId="LiveId" clId="{712AF1E0-38CE-403E-8C05-4A6DF01D01E8}" dt="2026-02-03T19:24:27.562" v="913" actId="47"/>
        <pc:sldMkLst>
          <pc:docMk/>
          <pc:sldMk cId="2394344368" sldId="331"/>
        </pc:sldMkLst>
        <pc:spChg chg="mod ord">
          <ac:chgData name="Reni Nithya" userId="81dbbd6ae6b89009" providerId="LiveId" clId="{712AF1E0-38CE-403E-8C05-4A6DF01D01E8}" dt="2026-02-03T19:24:01.089" v="908" actId="700"/>
          <ac:spMkLst>
            <pc:docMk/>
            <pc:sldMk cId="2394344368" sldId="331"/>
            <ac:spMk id="2" creationId="{C0B09802-D755-6125-64C7-E3BAB0902C19}"/>
          </ac:spMkLst>
        </pc:spChg>
        <pc:spChg chg="mod ord">
          <ac:chgData name="Reni Nithya" userId="81dbbd6ae6b89009" providerId="LiveId" clId="{712AF1E0-38CE-403E-8C05-4A6DF01D01E8}" dt="2026-02-03T19:24:01.089" v="908" actId="700"/>
          <ac:spMkLst>
            <pc:docMk/>
            <pc:sldMk cId="2394344368" sldId="331"/>
            <ac:spMk id="3" creationId="{9F24372D-E160-6D10-E4A7-6FFBB6DA61A6}"/>
          </ac:spMkLst>
        </pc:spChg>
      </pc:sldChg>
      <pc:sldChg chg="addSp delSp modSp new mod chgLayout">
        <pc:chgData name="Reni Nithya" userId="81dbbd6ae6b89009" providerId="LiveId" clId="{712AF1E0-38CE-403E-8C05-4A6DF01D01E8}" dt="2026-02-03T19:24:24.980" v="912" actId="27636"/>
        <pc:sldMkLst>
          <pc:docMk/>
          <pc:sldMk cId="1400991576" sldId="332"/>
        </pc:sldMkLst>
        <pc:spChg chg="del">
          <ac:chgData name="Reni Nithya" userId="81dbbd6ae6b89009" providerId="LiveId" clId="{712AF1E0-38CE-403E-8C05-4A6DF01D01E8}" dt="2026-02-03T19:24:13.004" v="910" actId="700"/>
          <ac:spMkLst>
            <pc:docMk/>
            <pc:sldMk cId="1400991576" sldId="332"/>
            <ac:spMk id="2" creationId="{207F8978-D6DB-E2A0-A3F1-1895C9206A12}"/>
          </ac:spMkLst>
        </pc:spChg>
        <pc:spChg chg="add mod ord">
          <ac:chgData name="Reni Nithya" userId="81dbbd6ae6b89009" providerId="LiveId" clId="{712AF1E0-38CE-403E-8C05-4A6DF01D01E8}" dt="2026-02-03T19:24:24.980" v="912" actId="27636"/>
          <ac:spMkLst>
            <pc:docMk/>
            <pc:sldMk cId="1400991576" sldId="332"/>
            <ac:spMk id="3" creationId="{FC7FFE1A-73CB-FB6B-4A17-56A44802D33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C19B6-0AB2-49AF-9DEB-F1E80E5D9F75}" type="doc">
      <dgm:prSet loTypeId="urn:microsoft.com/office/officeart/2011/layout/HexagonRadial" loCatId="officeonline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2C5FCA-2ED8-4389-AE68-308F8F961083}">
      <dgm:prSet phldrT="[Text]" phldr="0" custT="1"/>
      <dgm:spPr/>
      <dgm:t>
        <a:bodyPr/>
        <a:lstStyle/>
        <a:p>
          <a:pPr>
            <a:buNone/>
          </a:pPr>
          <a:r>
            <a:rPr lang="en-IN" sz="2400" b="1" i="0" dirty="0"/>
            <a:t>Loop Closure</a:t>
          </a:r>
          <a:endParaRPr lang="en-IN" sz="2400" b="1" dirty="0"/>
        </a:p>
      </dgm:t>
    </dgm:pt>
    <dgm:pt modelId="{4F11E99D-1345-48CA-97E2-7BAC1131B2E6}" type="parTrans" cxnId="{6B7037E8-C5EE-4ECB-948C-6521B8523ECA}">
      <dgm:prSet/>
      <dgm:spPr/>
      <dgm:t>
        <a:bodyPr/>
        <a:lstStyle/>
        <a:p>
          <a:endParaRPr lang="en-IN"/>
        </a:p>
      </dgm:t>
    </dgm:pt>
    <dgm:pt modelId="{157F105B-5868-41B9-9027-1E5E5CD3D94B}" type="sibTrans" cxnId="{6B7037E8-C5EE-4ECB-948C-6521B8523ECA}">
      <dgm:prSet/>
      <dgm:spPr/>
      <dgm:t>
        <a:bodyPr/>
        <a:lstStyle/>
        <a:p>
          <a:endParaRPr lang="en-IN"/>
        </a:p>
      </dgm:t>
    </dgm:pt>
    <dgm:pt modelId="{7F26B576-9860-4532-861F-0931E26B2AE2}">
      <dgm:prSet phldrT="[Text]" custT="1"/>
      <dgm:spPr/>
      <dgm:t>
        <a:bodyPr/>
        <a:lstStyle/>
        <a:p>
          <a:pPr>
            <a:buNone/>
          </a:pPr>
          <a:r>
            <a:rPr lang="en-IN" sz="1800" b="1" i="0" dirty="0"/>
            <a:t>Localization</a:t>
          </a:r>
          <a:endParaRPr lang="en-IN" sz="2400" dirty="0"/>
        </a:p>
      </dgm:t>
    </dgm:pt>
    <dgm:pt modelId="{455B2648-214E-4899-BB71-A70AB1B6D83E}" type="parTrans" cxnId="{D1000DF9-0ABB-4455-B758-6E02361BA71F}">
      <dgm:prSet/>
      <dgm:spPr/>
      <dgm:t>
        <a:bodyPr/>
        <a:lstStyle/>
        <a:p>
          <a:endParaRPr lang="en-IN"/>
        </a:p>
      </dgm:t>
    </dgm:pt>
    <dgm:pt modelId="{E0AF15B8-654D-47BD-A08A-542B9F8A11A2}" type="sibTrans" cxnId="{D1000DF9-0ABB-4455-B758-6E02361BA71F}">
      <dgm:prSet/>
      <dgm:spPr/>
      <dgm:t>
        <a:bodyPr/>
        <a:lstStyle/>
        <a:p>
          <a:endParaRPr lang="en-IN"/>
        </a:p>
      </dgm:t>
    </dgm:pt>
    <dgm:pt modelId="{304B615A-17DE-4406-9EFC-8B9DC4F7A9CA}">
      <dgm:prSet phldrT="[Text]"/>
      <dgm:spPr/>
      <dgm:t>
        <a:bodyPr/>
        <a:lstStyle/>
        <a:p>
          <a:pPr>
            <a:buNone/>
          </a:pPr>
          <a:r>
            <a:rPr lang="en-IN" b="1" i="0" dirty="0"/>
            <a:t>Mapping</a:t>
          </a:r>
          <a:endParaRPr lang="en-IN" dirty="0"/>
        </a:p>
      </dgm:t>
    </dgm:pt>
    <dgm:pt modelId="{9D355FAE-D662-4DF1-813F-92E515F26849}" type="parTrans" cxnId="{19F2838F-5B88-4630-929A-3E52DC830C72}">
      <dgm:prSet/>
      <dgm:spPr/>
      <dgm:t>
        <a:bodyPr/>
        <a:lstStyle/>
        <a:p>
          <a:endParaRPr lang="en-IN"/>
        </a:p>
      </dgm:t>
    </dgm:pt>
    <dgm:pt modelId="{00C6E1F9-F5EE-4580-A406-197128FB9998}" type="sibTrans" cxnId="{19F2838F-5B88-4630-929A-3E52DC830C72}">
      <dgm:prSet/>
      <dgm:spPr/>
      <dgm:t>
        <a:bodyPr/>
        <a:lstStyle/>
        <a:p>
          <a:endParaRPr lang="en-IN"/>
        </a:p>
      </dgm:t>
    </dgm:pt>
    <dgm:pt modelId="{9D702894-F4C5-49B1-BF37-C9EBB6472FF4}">
      <dgm:prSet phldrT="[Text]"/>
      <dgm:spPr/>
      <dgm:t>
        <a:bodyPr/>
        <a:lstStyle/>
        <a:p>
          <a:pPr>
            <a:buNone/>
          </a:pPr>
          <a:r>
            <a:rPr lang="en-IN" b="1" i="0" dirty="0"/>
            <a:t>Robots</a:t>
          </a:r>
          <a:endParaRPr lang="en-IN" dirty="0"/>
        </a:p>
      </dgm:t>
    </dgm:pt>
    <dgm:pt modelId="{9E1650EA-D436-4697-BAAA-E02E737F634D}" type="parTrans" cxnId="{27C0E981-9554-41E1-A549-4E54197056CB}">
      <dgm:prSet/>
      <dgm:spPr/>
      <dgm:t>
        <a:bodyPr/>
        <a:lstStyle/>
        <a:p>
          <a:endParaRPr lang="en-IN"/>
        </a:p>
      </dgm:t>
    </dgm:pt>
    <dgm:pt modelId="{63C681A7-7C5A-4965-8ACB-EB16222FAF53}" type="sibTrans" cxnId="{27C0E981-9554-41E1-A549-4E54197056CB}">
      <dgm:prSet/>
      <dgm:spPr/>
      <dgm:t>
        <a:bodyPr/>
        <a:lstStyle/>
        <a:p>
          <a:endParaRPr lang="en-IN"/>
        </a:p>
      </dgm:t>
    </dgm:pt>
    <dgm:pt modelId="{FF8C5F26-B0C3-4613-BDB3-1B25F04C4620}">
      <dgm:prSet phldrT="[Text]"/>
      <dgm:spPr/>
      <dgm:t>
        <a:bodyPr/>
        <a:lstStyle/>
        <a:p>
          <a:pPr>
            <a:buNone/>
          </a:pPr>
          <a:r>
            <a:rPr lang="en-IN" b="1" i="0" dirty="0"/>
            <a:t>Landmarks</a:t>
          </a:r>
          <a:endParaRPr lang="en-IN" dirty="0"/>
        </a:p>
      </dgm:t>
    </dgm:pt>
    <dgm:pt modelId="{A3367D6F-9CF0-4910-8C18-AE363B560A99}" type="parTrans" cxnId="{8C9170B1-93DD-4885-864F-A8043119E3B4}">
      <dgm:prSet/>
      <dgm:spPr/>
      <dgm:t>
        <a:bodyPr/>
        <a:lstStyle/>
        <a:p>
          <a:endParaRPr lang="en-IN"/>
        </a:p>
      </dgm:t>
    </dgm:pt>
    <dgm:pt modelId="{72FF9886-4515-4B61-828D-BFE19BD6B48E}" type="sibTrans" cxnId="{8C9170B1-93DD-4885-864F-A8043119E3B4}">
      <dgm:prSet/>
      <dgm:spPr/>
      <dgm:t>
        <a:bodyPr/>
        <a:lstStyle/>
        <a:p>
          <a:endParaRPr lang="en-IN"/>
        </a:p>
      </dgm:t>
    </dgm:pt>
    <dgm:pt modelId="{F591EEC0-411A-4DF7-9A24-60BB5D9B0421}">
      <dgm:prSet phldrT="[Text]"/>
      <dgm:spPr/>
      <dgm:t>
        <a:bodyPr/>
        <a:lstStyle/>
        <a:p>
          <a:pPr>
            <a:buNone/>
          </a:pPr>
          <a:r>
            <a:rPr lang="en-IN" b="1" i="0" dirty="0"/>
            <a:t>Sensors</a:t>
          </a:r>
          <a:endParaRPr lang="en-IN" dirty="0"/>
        </a:p>
      </dgm:t>
    </dgm:pt>
    <dgm:pt modelId="{ADAFF17A-A235-43F6-8539-55E3EB1D7E42}" type="parTrans" cxnId="{DCED6493-57C8-4318-B8FA-2FB8E91667EE}">
      <dgm:prSet/>
      <dgm:spPr/>
      <dgm:t>
        <a:bodyPr/>
        <a:lstStyle/>
        <a:p>
          <a:endParaRPr lang="en-IN"/>
        </a:p>
      </dgm:t>
    </dgm:pt>
    <dgm:pt modelId="{2BE9E25E-589B-4262-9101-6C45C2B6B658}" type="sibTrans" cxnId="{DCED6493-57C8-4318-B8FA-2FB8E91667EE}">
      <dgm:prSet/>
      <dgm:spPr/>
      <dgm:t>
        <a:bodyPr/>
        <a:lstStyle/>
        <a:p>
          <a:endParaRPr lang="en-IN"/>
        </a:p>
      </dgm:t>
    </dgm:pt>
    <dgm:pt modelId="{F11682DF-0161-462B-A760-5637CDF4AD2E}">
      <dgm:prSet phldrT="[Text]"/>
      <dgm:spPr/>
      <dgm:t>
        <a:bodyPr/>
        <a:lstStyle/>
        <a:p>
          <a:pPr>
            <a:buNone/>
          </a:pPr>
          <a:r>
            <a:rPr lang="en-IN" b="1" i="0" dirty="0"/>
            <a:t>Odometry</a:t>
          </a:r>
          <a:endParaRPr lang="en-IN" dirty="0"/>
        </a:p>
      </dgm:t>
    </dgm:pt>
    <dgm:pt modelId="{165DC736-0D48-49E5-99FF-25A2B8885939}" type="parTrans" cxnId="{5310A9FD-D7A6-476E-A48F-F7369AF1E44C}">
      <dgm:prSet/>
      <dgm:spPr/>
      <dgm:t>
        <a:bodyPr/>
        <a:lstStyle/>
        <a:p>
          <a:endParaRPr lang="en-IN"/>
        </a:p>
      </dgm:t>
    </dgm:pt>
    <dgm:pt modelId="{B81FAB03-96F8-4BB7-87D3-91C03213EA79}" type="sibTrans" cxnId="{5310A9FD-D7A6-476E-A48F-F7369AF1E44C}">
      <dgm:prSet/>
      <dgm:spPr/>
      <dgm:t>
        <a:bodyPr/>
        <a:lstStyle/>
        <a:p>
          <a:endParaRPr lang="en-IN"/>
        </a:p>
      </dgm:t>
    </dgm:pt>
    <dgm:pt modelId="{27BC563C-DC59-4FB1-AE68-0905E103ED4C}" type="pres">
      <dgm:prSet presAssocID="{9E8C19B6-0AB2-49AF-9DEB-F1E80E5D9F7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3E7F071-E232-4391-A839-6A909985FEDF}" type="pres">
      <dgm:prSet presAssocID="{AE2C5FCA-2ED8-4389-AE68-308F8F961083}" presName="Parent" presStyleLbl="node0" presStyleIdx="0" presStyleCnt="1">
        <dgm:presLayoutVars>
          <dgm:chMax val="6"/>
          <dgm:chPref val="6"/>
        </dgm:presLayoutVars>
      </dgm:prSet>
      <dgm:spPr/>
    </dgm:pt>
    <dgm:pt modelId="{8694BB50-DD26-46E7-B8FD-503212002B6E}" type="pres">
      <dgm:prSet presAssocID="{7F26B576-9860-4532-861F-0931E26B2AE2}" presName="Accent1" presStyleCnt="0"/>
      <dgm:spPr/>
    </dgm:pt>
    <dgm:pt modelId="{06860C73-7066-4932-88D6-B55F043801AD}" type="pres">
      <dgm:prSet presAssocID="{7F26B576-9860-4532-861F-0931E26B2AE2}" presName="Accent" presStyleLbl="bgShp" presStyleIdx="0" presStyleCnt="6"/>
      <dgm:spPr/>
    </dgm:pt>
    <dgm:pt modelId="{B4B4CCFD-A198-4DD9-86C6-C479D559DF4B}" type="pres">
      <dgm:prSet presAssocID="{7F26B576-9860-4532-861F-0931E26B2AE2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FAD9544-28A6-4F2F-BEED-3D50D6C5293D}" type="pres">
      <dgm:prSet presAssocID="{304B615A-17DE-4406-9EFC-8B9DC4F7A9CA}" presName="Accent2" presStyleCnt="0"/>
      <dgm:spPr/>
    </dgm:pt>
    <dgm:pt modelId="{4B630447-B961-4386-B897-0E8662CD878F}" type="pres">
      <dgm:prSet presAssocID="{304B615A-17DE-4406-9EFC-8B9DC4F7A9CA}" presName="Accent" presStyleLbl="bgShp" presStyleIdx="1" presStyleCnt="6"/>
      <dgm:spPr/>
    </dgm:pt>
    <dgm:pt modelId="{13410CAD-9571-4CFE-823E-3849233E0504}" type="pres">
      <dgm:prSet presAssocID="{304B615A-17DE-4406-9EFC-8B9DC4F7A9C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0A13D85-257B-499B-AC10-21AA867CB714}" type="pres">
      <dgm:prSet presAssocID="{9D702894-F4C5-49B1-BF37-C9EBB6472FF4}" presName="Accent3" presStyleCnt="0"/>
      <dgm:spPr/>
    </dgm:pt>
    <dgm:pt modelId="{71AB5717-C8B9-46B0-A3A5-A831D2E44149}" type="pres">
      <dgm:prSet presAssocID="{9D702894-F4C5-49B1-BF37-C9EBB6472FF4}" presName="Accent" presStyleLbl="bgShp" presStyleIdx="2" presStyleCnt="6"/>
      <dgm:spPr/>
    </dgm:pt>
    <dgm:pt modelId="{C846FBA8-84F8-4A12-AD28-CB9A80BF717E}" type="pres">
      <dgm:prSet presAssocID="{9D702894-F4C5-49B1-BF37-C9EBB6472FF4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273E4D0D-E955-4746-A255-DDEF5D4C2F15}" type="pres">
      <dgm:prSet presAssocID="{FF8C5F26-B0C3-4613-BDB3-1B25F04C4620}" presName="Accent4" presStyleCnt="0"/>
      <dgm:spPr/>
    </dgm:pt>
    <dgm:pt modelId="{4582ECDD-2346-4CA7-ADE4-23CE770C19D4}" type="pres">
      <dgm:prSet presAssocID="{FF8C5F26-B0C3-4613-BDB3-1B25F04C4620}" presName="Accent" presStyleLbl="bgShp" presStyleIdx="3" presStyleCnt="6"/>
      <dgm:spPr/>
    </dgm:pt>
    <dgm:pt modelId="{9F379F31-ACE2-4AE0-B86F-DB7423151DE4}" type="pres">
      <dgm:prSet presAssocID="{FF8C5F26-B0C3-4613-BDB3-1B25F04C4620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AC8973F5-950D-47CD-AF0E-5AA5D4F121C8}" type="pres">
      <dgm:prSet presAssocID="{F591EEC0-411A-4DF7-9A24-60BB5D9B0421}" presName="Accent5" presStyleCnt="0"/>
      <dgm:spPr/>
    </dgm:pt>
    <dgm:pt modelId="{EB8C8E77-FE8C-4974-8E12-1BC9B6D67740}" type="pres">
      <dgm:prSet presAssocID="{F591EEC0-411A-4DF7-9A24-60BB5D9B0421}" presName="Accent" presStyleLbl="bgShp" presStyleIdx="4" presStyleCnt="6"/>
      <dgm:spPr/>
    </dgm:pt>
    <dgm:pt modelId="{6B993D69-28A8-4C9C-AD96-B10D0B6FC454}" type="pres">
      <dgm:prSet presAssocID="{F591EEC0-411A-4DF7-9A24-60BB5D9B042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B891DE2-E972-49AA-92D4-F4182B097D5B}" type="pres">
      <dgm:prSet presAssocID="{F11682DF-0161-462B-A760-5637CDF4AD2E}" presName="Accent6" presStyleCnt="0"/>
      <dgm:spPr/>
    </dgm:pt>
    <dgm:pt modelId="{C7A2F29A-6A67-44C4-A2A6-4217E3A24D7D}" type="pres">
      <dgm:prSet presAssocID="{F11682DF-0161-462B-A760-5637CDF4AD2E}" presName="Accent" presStyleLbl="bgShp" presStyleIdx="5" presStyleCnt="6"/>
      <dgm:spPr/>
    </dgm:pt>
    <dgm:pt modelId="{A70B410F-0F2E-4389-AEE8-7BC5D8DDC735}" type="pres">
      <dgm:prSet presAssocID="{F11682DF-0161-462B-A760-5637CDF4AD2E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B74A717-FE75-483B-9D32-7C8C54F6446D}" type="presOf" srcId="{7F26B576-9860-4532-861F-0931E26B2AE2}" destId="{B4B4CCFD-A198-4DD9-86C6-C479D559DF4B}" srcOrd="0" destOrd="0" presId="urn:microsoft.com/office/officeart/2011/layout/HexagonRadial"/>
    <dgm:cxn modelId="{41D8322C-E5A8-4F4C-BE80-769D8FC623C3}" type="presOf" srcId="{FF8C5F26-B0C3-4613-BDB3-1B25F04C4620}" destId="{9F379F31-ACE2-4AE0-B86F-DB7423151DE4}" srcOrd="0" destOrd="0" presId="urn:microsoft.com/office/officeart/2011/layout/HexagonRadial"/>
    <dgm:cxn modelId="{114EA56F-5AB4-4842-B024-42EEC1CEA49E}" type="presOf" srcId="{304B615A-17DE-4406-9EFC-8B9DC4F7A9CA}" destId="{13410CAD-9571-4CFE-823E-3849233E0504}" srcOrd="0" destOrd="0" presId="urn:microsoft.com/office/officeart/2011/layout/HexagonRadial"/>
    <dgm:cxn modelId="{27C0E981-9554-41E1-A549-4E54197056CB}" srcId="{AE2C5FCA-2ED8-4389-AE68-308F8F961083}" destId="{9D702894-F4C5-49B1-BF37-C9EBB6472FF4}" srcOrd="2" destOrd="0" parTransId="{9E1650EA-D436-4697-BAAA-E02E737F634D}" sibTransId="{63C681A7-7C5A-4965-8ACB-EB16222FAF53}"/>
    <dgm:cxn modelId="{19F2838F-5B88-4630-929A-3E52DC830C72}" srcId="{AE2C5FCA-2ED8-4389-AE68-308F8F961083}" destId="{304B615A-17DE-4406-9EFC-8B9DC4F7A9CA}" srcOrd="1" destOrd="0" parTransId="{9D355FAE-D662-4DF1-813F-92E515F26849}" sibTransId="{00C6E1F9-F5EE-4580-A406-197128FB9998}"/>
    <dgm:cxn modelId="{DCED6493-57C8-4318-B8FA-2FB8E91667EE}" srcId="{AE2C5FCA-2ED8-4389-AE68-308F8F961083}" destId="{F591EEC0-411A-4DF7-9A24-60BB5D9B0421}" srcOrd="4" destOrd="0" parTransId="{ADAFF17A-A235-43F6-8539-55E3EB1D7E42}" sibTransId="{2BE9E25E-589B-4262-9101-6C45C2B6B658}"/>
    <dgm:cxn modelId="{99E81BA5-0DF2-4E5C-8873-3FE3DFB55C0E}" type="presOf" srcId="{9D702894-F4C5-49B1-BF37-C9EBB6472FF4}" destId="{C846FBA8-84F8-4A12-AD28-CB9A80BF717E}" srcOrd="0" destOrd="0" presId="urn:microsoft.com/office/officeart/2011/layout/HexagonRadial"/>
    <dgm:cxn modelId="{8C9170B1-93DD-4885-864F-A8043119E3B4}" srcId="{AE2C5FCA-2ED8-4389-AE68-308F8F961083}" destId="{FF8C5F26-B0C3-4613-BDB3-1B25F04C4620}" srcOrd="3" destOrd="0" parTransId="{A3367D6F-9CF0-4910-8C18-AE363B560A99}" sibTransId="{72FF9886-4515-4B61-828D-BFE19BD6B48E}"/>
    <dgm:cxn modelId="{9BA3D3BD-97C9-49CB-9138-0D5411A233B4}" type="presOf" srcId="{F591EEC0-411A-4DF7-9A24-60BB5D9B0421}" destId="{6B993D69-28A8-4C9C-AD96-B10D0B6FC454}" srcOrd="0" destOrd="0" presId="urn:microsoft.com/office/officeart/2011/layout/HexagonRadial"/>
    <dgm:cxn modelId="{F2A935CF-0D53-47B9-B008-90DEFD15709D}" type="presOf" srcId="{F11682DF-0161-462B-A760-5637CDF4AD2E}" destId="{A70B410F-0F2E-4389-AEE8-7BC5D8DDC735}" srcOrd="0" destOrd="0" presId="urn:microsoft.com/office/officeart/2011/layout/HexagonRadial"/>
    <dgm:cxn modelId="{6B7037E8-C5EE-4ECB-948C-6521B8523ECA}" srcId="{9E8C19B6-0AB2-49AF-9DEB-F1E80E5D9F75}" destId="{AE2C5FCA-2ED8-4389-AE68-308F8F961083}" srcOrd="0" destOrd="0" parTransId="{4F11E99D-1345-48CA-97E2-7BAC1131B2E6}" sibTransId="{157F105B-5868-41B9-9027-1E5E5CD3D94B}"/>
    <dgm:cxn modelId="{E9DA2CE9-87F4-4DD4-8AA6-B72F4F1A22C2}" type="presOf" srcId="{9E8C19B6-0AB2-49AF-9DEB-F1E80E5D9F75}" destId="{27BC563C-DC59-4FB1-AE68-0905E103ED4C}" srcOrd="0" destOrd="0" presId="urn:microsoft.com/office/officeart/2011/layout/HexagonRadial"/>
    <dgm:cxn modelId="{5E6A09F0-F41E-450C-8C41-BB71B29F9A27}" type="presOf" srcId="{AE2C5FCA-2ED8-4389-AE68-308F8F961083}" destId="{A3E7F071-E232-4391-A839-6A909985FEDF}" srcOrd="0" destOrd="0" presId="urn:microsoft.com/office/officeart/2011/layout/HexagonRadial"/>
    <dgm:cxn modelId="{D1000DF9-0ABB-4455-B758-6E02361BA71F}" srcId="{AE2C5FCA-2ED8-4389-AE68-308F8F961083}" destId="{7F26B576-9860-4532-861F-0931E26B2AE2}" srcOrd="0" destOrd="0" parTransId="{455B2648-214E-4899-BB71-A70AB1B6D83E}" sibTransId="{E0AF15B8-654D-47BD-A08A-542B9F8A11A2}"/>
    <dgm:cxn modelId="{5310A9FD-D7A6-476E-A48F-F7369AF1E44C}" srcId="{AE2C5FCA-2ED8-4389-AE68-308F8F961083}" destId="{F11682DF-0161-462B-A760-5637CDF4AD2E}" srcOrd="5" destOrd="0" parTransId="{165DC736-0D48-49E5-99FF-25A2B8885939}" sibTransId="{B81FAB03-96F8-4BB7-87D3-91C03213EA79}"/>
    <dgm:cxn modelId="{B9C79FA1-CE11-4D9B-9A38-120499F58C99}" type="presParOf" srcId="{27BC563C-DC59-4FB1-AE68-0905E103ED4C}" destId="{A3E7F071-E232-4391-A839-6A909985FEDF}" srcOrd="0" destOrd="0" presId="urn:microsoft.com/office/officeart/2011/layout/HexagonRadial"/>
    <dgm:cxn modelId="{4349EE52-A39F-483D-A4E5-C517A1E8DEE8}" type="presParOf" srcId="{27BC563C-DC59-4FB1-AE68-0905E103ED4C}" destId="{8694BB50-DD26-46E7-B8FD-503212002B6E}" srcOrd="1" destOrd="0" presId="urn:microsoft.com/office/officeart/2011/layout/HexagonRadial"/>
    <dgm:cxn modelId="{389D844A-AE31-4BC3-BE7A-937095585871}" type="presParOf" srcId="{8694BB50-DD26-46E7-B8FD-503212002B6E}" destId="{06860C73-7066-4932-88D6-B55F043801AD}" srcOrd="0" destOrd="0" presId="urn:microsoft.com/office/officeart/2011/layout/HexagonRadial"/>
    <dgm:cxn modelId="{9B79A672-E3ED-4D8E-BFF8-21D84BFD9CC2}" type="presParOf" srcId="{27BC563C-DC59-4FB1-AE68-0905E103ED4C}" destId="{B4B4CCFD-A198-4DD9-86C6-C479D559DF4B}" srcOrd="2" destOrd="0" presId="urn:microsoft.com/office/officeart/2011/layout/HexagonRadial"/>
    <dgm:cxn modelId="{9D269138-A929-4296-AABF-6BC6D2DB6315}" type="presParOf" srcId="{27BC563C-DC59-4FB1-AE68-0905E103ED4C}" destId="{6FAD9544-28A6-4F2F-BEED-3D50D6C5293D}" srcOrd="3" destOrd="0" presId="urn:microsoft.com/office/officeart/2011/layout/HexagonRadial"/>
    <dgm:cxn modelId="{A7B097EB-C749-480D-8098-2B9EA18CE3E7}" type="presParOf" srcId="{6FAD9544-28A6-4F2F-BEED-3D50D6C5293D}" destId="{4B630447-B961-4386-B897-0E8662CD878F}" srcOrd="0" destOrd="0" presId="urn:microsoft.com/office/officeart/2011/layout/HexagonRadial"/>
    <dgm:cxn modelId="{41405AA2-BDD6-44AD-85AE-405559B41753}" type="presParOf" srcId="{27BC563C-DC59-4FB1-AE68-0905E103ED4C}" destId="{13410CAD-9571-4CFE-823E-3849233E0504}" srcOrd="4" destOrd="0" presId="urn:microsoft.com/office/officeart/2011/layout/HexagonRadial"/>
    <dgm:cxn modelId="{1EF70D8D-9A6F-4447-855C-EE3F93994203}" type="presParOf" srcId="{27BC563C-DC59-4FB1-AE68-0905E103ED4C}" destId="{F0A13D85-257B-499B-AC10-21AA867CB714}" srcOrd="5" destOrd="0" presId="urn:microsoft.com/office/officeart/2011/layout/HexagonRadial"/>
    <dgm:cxn modelId="{79212245-A1DA-4F69-9D05-C84C3B82FD37}" type="presParOf" srcId="{F0A13D85-257B-499B-AC10-21AA867CB714}" destId="{71AB5717-C8B9-46B0-A3A5-A831D2E44149}" srcOrd="0" destOrd="0" presId="urn:microsoft.com/office/officeart/2011/layout/HexagonRadial"/>
    <dgm:cxn modelId="{B92006E9-7179-4100-9000-B1758172773C}" type="presParOf" srcId="{27BC563C-DC59-4FB1-AE68-0905E103ED4C}" destId="{C846FBA8-84F8-4A12-AD28-CB9A80BF717E}" srcOrd="6" destOrd="0" presId="urn:microsoft.com/office/officeart/2011/layout/HexagonRadial"/>
    <dgm:cxn modelId="{9F8E2FE5-3A71-4660-B5E3-BE71AD3DFB76}" type="presParOf" srcId="{27BC563C-DC59-4FB1-AE68-0905E103ED4C}" destId="{273E4D0D-E955-4746-A255-DDEF5D4C2F15}" srcOrd="7" destOrd="0" presId="urn:microsoft.com/office/officeart/2011/layout/HexagonRadial"/>
    <dgm:cxn modelId="{6995531E-9303-43BC-9057-8E38652D0FEC}" type="presParOf" srcId="{273E4D0D-E955-4746-A255-DDEF5D4C2F15}" destId="{4582ECDD-2346-4CA7-ADE4-23CE770C19D4}" srcOrd="0" destOrd="0" presId="urn:microsoft.com/office/officeart/2011/layout/HexagonRadial"/>
    <dgm:cxn modelId="{FF7D84BE-98DF-4F30-994A-126253A8E0FD}" type="presParOf" srcId="{27BC563C-DC59-4FB1-AE68-0905E103ED4C}" destId="{9F379F31-ACE2-4AE0-B86F-DB7423151DE4}" srcOrd="8" destOrd="0" presId="urn:microsoft.com/office/officeart/2011/layout/HexagonRadial"/>
    <dgm:cxn modelId="{33487B26-7D66-4F41-822E-C9A73F7D9EF9}" type="presParOf" srcId="{27BC563C-DC59-4FB1-AE68-0905E103ED4C}" destId="{AC8973F5-950D-47CD-AF0E-5AA5D4F121C8}" srcOrd="9" destOrd="0" presId="urn:microsoft.com/office/officeart/2011/layout/HexagonRadial"/>
    <dgm:cxn modelId="{B280D348-0A3D-4FF6-9FED-465B99C648A3}" type="presParOf" srcId="{AC8973F5-950D-47CD-AF0E-5AA5D4F121C8}" destId="{EB8C8E77-FE8C-4974-8E12-1BC9B6D67740}" srcOrd="0" destOrd="0" presId="urn:microsoft.com/office/officeart/2011/layout/HexagonRadial"/>
    <dgm:cxn modelId="{F95A36EE-C01E-4A02-A626-6827BB5D56DA}" type="presParOf" srcId="{27BC563C-DC59-4FB1-AE68-0905E103ED4C}" destId="{6B993D69-28A8-4C9C-AD96-B10D0B6FC454}" srcOrd="10" destOrd="0" presId="urn:microsoft.com/office/officeart/2011/layout/HexagonRadial"/>
    <dgm:cxn modelId="{73874889-ACA0-44E6-B814-B8BF548C5223}" type="presParOf" srcId="{27BC563C-DC59-4FB1-AE68-0905E103ED4C}" destId="{2B891DE2-E972-49AA-92D4-F4182B097D5B}" srcOrd="11" destOrd="0" presId="urn:microsoft.com/office/officeart/2011/layout/HexagonRadial"/>
    <dgm:cxn modelId="{E757C64F-61B1-4DCE-BC45-862433D9ECB2}" type="presParOf" srcId="{2B891DE2-E972-49AA-92D4-F4182B097D5B}" destId="{C7A2F29A-6A67-44C4-A2A6-4217E3A24D7D}" srcOrd="0" destOrd="0" presId="urn:microsoft.com/office/officeart/2011/layout/HexagonRadial"/>
    <dgm:cxn modelId="{CEC52D13-E256-4CF4-BB36-58078198A83F}" type="presParOf" srcId="{27BC563C-DC59-4FB1-AE68-0905E103ED4C}" destId="{A70B410F-0F2E-4389-AEE8-7BC5D8DDC735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7F071-E232-4391-A839-6A909985FEDF}">
      <dsp:nvSpPr>
        <dsp:cNvPr id="0" name=""/>
        <dsp:cNvSpPr/>
      </dsp:nvSpPr>
      <dsp:spPr>
        <a:xfrm>
          <a:off x="4257986" y="1213230"/>
          <a:ext cx="1542068" cy="133395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i="0" kern="1200" dirty="0"/>
            <a:t>Loop Closure</a:t>
          </a:r>
          <a:endParaRPr lang="en-IN" sz="2400" b="1" kern="1200" dirty="0"/>
        </a:p>
      </dsp:txBody>
      <dsp:txXfrm>
        <a:off x="4513528" y="1434284"/>
        <a:ext cx="1030984" cy="891843"/>
      </dsp:txXfrm>
    </dsp:sp>
    <dsp:sp modelId="{4B630447-B961-4386-B897-0E8662CD878F}">
      <dsp:nvSpPr>
        <dsp:cNvPr id="0" name=""/>
        <dsp:cNvSpPr/>
      </dsp:nvSpPr>
      <dsp:spPr>
        <a:xfrm>
          <a:off x="5223617" y="575024"/>
          <a:ext cx="581817" cy="50131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4CCFD-A198-4DD9-86C6-C479D559DF4B}">
      <dsp:nvSpPr>
        <dsp:cNvPr id="0" name=""/>
        <dsp:cNvSpPr/>
      </dsp:nvSpPr>
      <dsp:spPr>
        <a:xfrm>
          <a:off x="4400033" y="0"/>
          <a:ext cx="1263714" cy="109326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/>
            <a:t>Localization</a:t>
          </a:r>
          <a:endParaRPr lang="en-IN" sz="2400" kern="1200" dirty="0"/>
        </a:p>
      </dsp:txBody>
      <dsp:txXfrm>
        <a:off x="4609457" y="181177"/>
        <a:ext cx="844866" cy="730907"/>
      </dsp:txXfrm>
    </dsp:sp>
    <dsp:sp modelId="{71AB5717-C8B9-46B0-A3A5-A831D2E44149}">
      <dsp:nvSpPr>
        <dsp:cNvPr id="0" name=""/>
        <dsp:cNvSpPr/>
      </dsp:nvSpPr>
      <dsp:spPr>
        <a:xfrm>
          <a:off x="5902644" y="1512212"/>
          <a:ext cx="581817" cy="50131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10CAD-9571-4CFE-823E-3849233E0504}">
      <dsp:nvSpPr>
        <dsp:cNvPr id="0" name=""/>
        <dsp:cNvSpPr/>
      </dsp:nvSpPr>
      <dsp:spPr>
        <a:xfrm>
          <a:off x="5559005" y="672428"/>
          <a:ext cx="1263714" cy="109326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Mapping</a:t>
          </a:r>
          <a:endParaRPr lang="en-IN" sz="1400" kern="1200" dirty="0"/>
        </a:p>
      </dsp:txBody>
      <dsp:txXfrm>
        <a:off x="5768429" y="853605"/>
        <a:ext cx="844866" cy="730907"/>
      </dsp:txXfrm>
    </dsp:sp>
    <dsp:sp modelId="{4582ECDD-2346-4CA7-ADE4-23CE770C19D4}">
      <dsp:nvSpPr>
        <dsp:cNvPr id="0" name=""/>
        <dsp:cNvSpPr/>
      </dsp:nvSpPr>
      <dsp:spPr>
        <a:xfrm>
          <a:off x="5430948" y="2570122"/>
          <a:ext cx="581817" cy="50131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6FBA8-84F8-4A12-AD28-CB9A80BF717E}">
      <dsp:nvSpPr>
        <dsp:cNvPr id="0" name=""/>
        <dsp:cNvSpPr/>
      </dsp:nvSpPr>
      <dsp:spPr>
        <a:xfrm>
          <a:off x="5559005" y="1994345"/>
          <a:ext cx="1263714" cy="109326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Robots</a:t>
          </a:r>
          <a:endParaRPr lang="en-IN" sz="1400" kern="1200" dirty="0"/>
        </a:p>
      </dsp:txBody>
      <dsp:txXfrm>
        <a:off x="5768429" y="2175522"/>
        <a:ext cx="844866" cy="730907"/>
      </dsp:txXfrm>
    </dsp:sp>
    <dsp:sp modelId="{EB8C8E77-FE8C-4974-8E12-1BC9B6D67740}">
      <dsp:nvSpPr>
        <dsp:cNvPr id="0" name=""/>
        <dsp:cNvSpPr/>
      </dsp:nvSpPr>
      <dsp:spPr>
        <a:xfrm>
          <a:off x="4260856" y="2679937"/>
          <a:ext cx="581817" cy="50131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79F31-ACE2-4AE0-B86F-DB7423151DE4}">
      <dsp:nvSpPr>
        <dsp:cNvPr id="0" name=""/>
        <dsp:cNvSpPr/>
      </dsp:nvSpPr>
      <dsp:spPr>
        <a:xfrm>
          <a:off x="4400033" y="2667526"/>
          <a:ext cx="1263714" cy="109326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Landmarks</a:t>
          </a:r>
          <a:endParaRPr lang="en-IN" sz="1400" kern="1200" dirty="0"/>
        </a:p>
      </dsp:txBody>
      <dsp:txXfrm>
        <a:off x="4609457" y="2848703"/>
        <a:ext cx="844866" cy="730907"/>
      </dsp:txXfrm>
    </dsp:sp>
    <dsp:sp modelId="{C7A2F29A-6A67-44C4-A2A6-4217E3A24D7D}">
      <dsp:nvSpPr>
        <dsp:cNvPr id="0" name=""/>
        <dsp:cNvSpPr/>
      </dsp:nvSpPr>
      <dsp:spPr>
        <a:xfrm>
          <a:off x="3570709" y="1743125"/>
          <a:ext cx="581817" cy="50131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93D69-28A8-4C9C-AD96-B10D0B6FC454}">
      <dsp:nvSpPr>
        <dsp:cNvPr id="0" name=""/>
        <dsp:cNvSpPr/>
      </dsp:nvSpPr>
      <dsp:spPr>
        <a:xfrm>
          <a:off x="3235680" y="1995098"/>
          <a:ext cx="1263714" cy="109326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Sensors</a:t>
          </a:r>
          <a:endParaRPr lang="en-IN" sz="1400" kern="1200" dirty="0"/>
        </a:p>
      </dsp:txBody>
      <dsp:txXfrm>
        <a:off x="3445104" y="2176275"/>
        <a:ext cx="844866" cy="730907"/>
      </dsp:txXfrm>
    </dsp:sp>
    <dsp:sp modelId="{A70B410F-0F2E-4389-AEE8-7BC5D8DDC735}">
      <dsp:nvSpPr>
        <dsp:cNvPr id="0" name=""/>
        <dsp:cNvSpPr/>
      </dsp:nvSpPr>
      <dsp:spPr>
        <a:xfrm>
          <a:off x="3235680" y="670924"/>
          <a:ext cx="1263714" cy="109326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Odometry</a:t>
          </a:r>
          <a:endParaRPr lang="en-IN" sz="1400" kern="1200" dirty="0"/>
        </a:p>
      </dsp:txBody>
      <dsp:txXfrm>
        <a:off x="3445104" y="852101"/>
        <a:ext cx="844866" cy="730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9AE05-D306-45BC-8869-2000684481F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9523A-B91C-4E85-9DD6-A7818F239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23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89523A-B91C-4E85-9DD6-A7818F239E6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28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in.mathworks.com/videos/build-and-deploy-simultaneous-localization-and-mapping-slam-workflows-with-matlab-1731616701202.html?s_tid=srchtitle_videos_main_9_sla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Overview </a:t>
            </a:r>
            <a:br>
              <a:rPr lang="en-IN" b="1" dirty="0"/>
            </a:br>
            <a:r>
              <a:rPr lang="en-IN" b="1" dirty="0"/>
              <a:t>of </a:t>
            </a:r>
            <a:br>
              <a:rPr lang="en-IN" b="1" dirty="0"/>
            </a:br>
            <a:r>
              <a:rPr lang="en-IN" b="1" dirty="0"/>
              <a:t>SLAM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Sit Dolor Amet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B373-A492-901D-F8D0-DAC664ED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SLAM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34B7E-FBDF-143A-8CCF-57AB36456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SLAM stands for Simultaneous Localization and Mapping.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is a technique used in robotics to solve the problem of building a map of an unknown environment while simultaneously localizing the robot within that map.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main goal of SLAM is for a robot to navigate and explore an unknown environment, create a map of that environment, and at the same time, determine its own position within that map. This is done in real-time, without any prior knowledge of the environment.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4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7AFC-8B49-308A-2279-EF25A28E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EF94-C6AF-1AED-702B-54763351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SLAM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B848-F829-5813-9D2D-EA88550C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SLAM is a fundamental problem in robotics because it enables robots to operate autonomously in unknown or dynamic environments.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By using SLAM, robots can navigate, explore, and perform tasks in environments where pre-built maps are not available or may be outdated.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7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0E72-8831-806A-2E43-FA01BB9B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SLAM can be used to create a map of the world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C3319E-4E6A-CE21-D0DD-2E90D52E1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5473" y="2108200"/>
            <a:ext cx="6581379" cy="3760788"/>
          </a:xfrm>
        </p:spPr>
      </p:pic>
    </p:spTree>
    <p:extLst>
      <p:ext uri="{BB962C8B-B14F-4D97-AF65-F5344CB8AC3E}">
        <p14:creationId xmlns:p14="http://schemas.microsoft.com/office/powerpoint/2010/main" val="152706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0B53-6BCE-1BF5-0C1C-0C96B49B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9377-1134-F3F8-01E1-BF8EDAA7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SLAM APPLICATIONS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619D8-A7B6-E500-2762-1A62FF8C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autonomous vehicles, drones, mobile robots, and even augmented reality systems.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For example, in autonomous vehicles, SLAM allows the vehicle to navigate and build a map of its surroundings, enabling it to plan safe and efficient paths.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 drones, SLAM helps in mapping the environment and maintaining stable flight.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 augmented reality systems, SLAM is used to overlay virtual objects onto the real world accurately.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2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3EEA-F3A3-4AC1-D2D4-FA148894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SLAM can also be used for Augmented Reality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233E6-89F1-50C2-D458-3345FA339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289" y="2108200"/>
            <a:ext cx="5643747" cy="3760788"/>
          </a:xfrm>
        </p:spPr>
      </p:pic>
    </p:spTree>
    <p:extLst>
      <p:ext uri="{BB962C8B-B14F-4D97-AF65-F5344CB8AC3E}">
        <p14:creationId xmlns:p14="http://schemas.microsoft.com/office/powerpoint/2010/main" val="3660890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1FD1-349A-7B4E-3152-CB388A4B4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BA99-5FE4-36AC-1609-E8E680C5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SLAM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7433-641C-3FB0-6341-49764714E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achieve SLAM, robots typically use a combination of sensor data, such as cameras, lidars, or range finders, to perceive the environment.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They also utilize algorithms that process this sensor data, estimate the robot’s position, and update the map as the robot moves.</a:t>
            </a:r>
          </a:p>
        </p:txBody>
      </p:sp>
    </p:spTree>
    <p:extLst>
      <p:ext uri="{BB962C8B-B14F-4D97-AF65-F5344CB8AC3E}">
        <p14:creationId xmlns:p14="http://schemas.microsoft.com/office/powerpoint/2010/main" val="81111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C38D-9CDC-77A7-0CFB-70C19AC0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8D01-6714-33FD-0669-87F892A9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robot uses its sensors to detect its surrounding landmarks. </a:t>
            </a:r>
            <a:br>
              <a:rPr lang="en-US" sz="3200" dirty="0"/>
            </a:br>
            <a:r>
              <a:rPr lang="en-US" sz="3200" dirty="0"/>
              <a:t>It’s able to create a map based on its sensor measurements, and it’s also able to identify its location on the map. 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0E512A-CA81-F863-1E84-5EC6FD732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5769" y="2108200"/>
            <a:ext cx="3760788" cy="3760788"/>
          </a:xfrm>
        </p:spPr>
      </p:pic>
    </p:spTree>
    <p:extLst>
      <p:ext uri="{BB962C8B-B14F-4D97-AF65-F5344CB8AC3E}">
        <p14:creationId xmlns:p14="http://schemas.microsoft.com/office/powerpoint/2010/main" val="13140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5AF-26F4-3EE3-1E36-980518B6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Necessary vocabulary to understand SLAM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2B1E87C-B972-A08B-C5F1-89031BB72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190117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09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3E7F071-E232-4391-A839-6A909985FE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A3E7F071-E232-4391-A839-6A909985FE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6860C73-7066-4932-88D6-B55F04380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graphicEl>
                                              <a:dgm id="{06860C73-7066-4932-88D6-B55F043801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4B4CCFD-A198-4DD9-86C6-C479D559D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B4B4CCFD-A198-4DD9-86C6-C479D559DF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B630447-B961-4386-B897-0E8662CD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graphicEl>
                                              <a:dgm id="{4B630447-B961-4386-B897-0E8662CD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3410CAD-9571-4CFE-823E-3849233E05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graphicEl>
                                              <a:dgm id="{13410CAD-9571-4CFE-823E-3849233E05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1AB5717-C8B9-46B0-A3A5-A831D2E44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graphicEl>
                                              <a:dgm id="{71AB5717-C8B9-46B0-A3A5-A831D2E441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846FBA8-84F8-4A12-AD28-CB9A80BF71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graphicEl>
                                              <a:dgm id="{C846FBA8-84F8-4A12-AD28-CB9A80BF71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582ECDD-2346-4CA7-ADE4-23CE770C19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graphicEl>
                                              <a:dgm id="{4582ECDD-2346-4CA7-ADE4-23CE770C19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F379F31-ACE2-4AE0-B86F-DB7423151D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graphicEl>
                                              <a:dgm id="{9F379F31-ACE2-4AE0-B86F-DB7423151D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B8C8E77-FE8C-4974-8E12-1BC9B6D67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graphicEl>
                                              <a:dgm id="{EB8C8E77-FE8C-4974-8E12-1BC9B6D677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B993D69-28A8-4C9C-AD96-B10D0B6FC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graphicEl>
                                              <a:dgm id="{6B993D69-28A8-4C9C-AD96-B10D0B6FC4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7A2F29A-6A67-44C4-A2A6-4217E3A24D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graphicEl>
                                              <a:dgm id="{C7A2F29A-6A67-44C4-A2A6-4217E3A24D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70B410F-0F2E-4389-AEE8-7BC5D8DDC7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graphicEl>
                                              <a:dgm id="{A70B410F-0F2E-4389-AEE8-7BC5D8DDC7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uiExpand="1">
        <p:bldSub>
          <a:bldDgm bld="lvl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F962-54B7-69FB-E948-1D82DE3B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Localization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DCF9-91FA-5A13-34B8-BC9D720D6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Localization refers to the estimated poses of the robot.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contains the robot’s position and orientation at different time steps.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These poses are typically represented as (x, y, theta) coordinates, where (x, y) represents the position and theta represents the orientation.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21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260C-2371-87BC-4699-E3B5C58E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7EA5-5E4E-EC7D-8FB5-FAB6D463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Mapping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35C6C-BD3D-7E0E-ABC3-6D3BBA221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Mapping refers to the estimated positions of the landmarks in the environment.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Landmarks are distinct features in the environment that the robot can perceive, such as walls, corners, or objects.</a:t>
            </a:r>
          </a:p>
        </p:txBody>
      </p:sp>
    </p:spTree>
    <p:extLst>
      <p:ext uri="{BB962C8B-B14F-4D97-AF65-F5344CB8AC3E}">
        <p14:creationId xmlns:p14="http://schemas.microsoft.com/office/powerpoint/2010/main" val="315852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6705-E1FB-1A31-F405-B4B67064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CB5A-05D2-2561-5602-3DB9BDCC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Robots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A299-B575-4740-CFDA-A14D9D9D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Robots are the autonomous agents that are equipped with sensors and actuators to interact with the environment.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 the context of SLAM, the robot’s main task is to explore the environment, collect sensor data, and estimate its own position and the positions of landmarks.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 the context of augmented reality (AR) systems on smartphones, there is typically no physical robot involved; instead, the smartphone itself can be considered as the “robot”.</a:t>
            </a:r>
          </a:p>
        </p:txBody>
      </p:sp>
    </p:spTree>
    <p:extLst>
      <p:ext uri="{BB962C8B-B14F-4D97-AF65-F5344CB8AC3E}">
        <p14:creationId xmlns:p14="http://schemas.microsoft.com/office/powerpoint/2010/main" val="166975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78D1-0ADA-34D6-AA8A-ACA18A51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B22E-666B-6E82-24FE-CC298FE8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Landmarks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D070-3326-3E26-A534-9C1D926B7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Landmarks are distinct features or points of interest in the environment that the robot can perceive.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They can be objects, corners, walls, or any other feature that the robot can use to navigate and localize itself. Landmarks serve as reference points for the robot’s position estimation.</a:t>
            </a:r>
          </a:p>
        </p:txBody>
      </p:sp>
    </p:spTree>
    <p:extLst>
      <p:ext uri="{BB962C8B-B14F-4D97-AF65-F5344CB8AC3E}">
        <p14:creationId xmlns:p14="http://schemas.microsoft.com/office/powerpoint/2010/main" val="395430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EB43-0855-4BCA-AE3E-BBFEB750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3775-CFE6-1865-CC31-AD0E48138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Sensors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8A82-CBCF-F4AA-09D9-97E3AC78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Sensors are the devices that the robot uses to perceive the environment.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They provide information about the robot’s surroundings, such as range measurements, images, or depth data.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Common sensors used in SLAM include range finders (such as laser range finders or ultrasonic sensors), cameras, lidars, and odometry sensors.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 the context of a smartphone as a “robot”, the smartphone acts as a platform that integrates various sensors, such as cameras, gyroscopes, accelerometers, and depth sensors, to perceive the real-world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7919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2148-37EE-1BD1-07A5-27CE039B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902A-02A9-E3FB-0E73-3A564CEB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Odometry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5F4B0-DD4A-33BC-38E6-2907CDF0C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Odometry refers to the estimation of the robot’s motion based on its internal sensors, such as wheel encoders, accelerometers, or gyroscopes.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provides information about the robot’s velocity, rotation, and displacement.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3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86E2-DE33-501B-9702-F523993B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0E28-D4C8-83C6-92C3-EB7F8404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Loop Closure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0B202-031B-0303-1DD3-5045783E0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Loop closure is the process of detecting and correcting loops in the robot’s trajectory.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occurs when the robot revisits a previously observed landmark or location.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Loop closure is important for correcting accumulated errors and improving the accuracy of the SLAM solution.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35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AC59-55C9-00E3-F9F3-895B17CED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87A2-8C47-68D8-C221-DC2B30C0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cases for SLAM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700E-D829-BF38-DE96-8499FCFF2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SLAM technology is becoming increasingly prevalent in our daily lives,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even though we may not always be aware of it.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few examples of SLAM applications that we encounter in our daily lives:</a:t>
            </a:r>
          </a:p>
        </p:txBody>
      </p:sp>
    </p:spTree>
    <p:extLst>
      <p:ext uri="{BB962C8B-B14F-4D97-AF65-F5344CB8AC3E}">
        <p14:creationId xmlns:p14="http://schemas.microsoft.com/office/powerpoint/2010/main" val="301836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70C26-3918-0309-1A15-EEC4A3BC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A129-5E95-5CFA-6F22-37A02526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GPS Navigation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0DCF9-27EE-B505-BD69-C01CD7C2D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Many outdoor GPS navigation systems utilize SLAM techniques to provide accurate and real-time positioning information.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These systems combine GPS data with other sensor inputs, such as accelerometers and gyroscopes, to estimate the vehicle’s position and orientation.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Examples include Google Maps, Waze, and Apple Maps.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9C39A-EAFB-1F3A-F0C8-18A585D3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FB5C-19BD-ED13-5115-F731200A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Mobile Augmented Reality (AR) Apps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32A43-E287-803E-1ABC-FDA770193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AR apps on smartphones and tablets often employ SLAM algorithms to track the device’s position and overlay virtual objects onto the real world.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SLAM helps to precisely align virtual content with the user’s surroundings, creating immersive AR experiences.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Examples include Pokémon Go, </a:t>
            </a:r>
            <a:r>
              <a:rPr lang="en-US" dirty="0" err="1"/>
              <a:t>SnapChat</a:t>
            </a:r>
            <a:r>
              <a:rPr lang="en-US" dirty="0"/>
              <a:t>, and Instagram.</a:t>
            </a:r>
          </a:p>
        </p:txBody>
      </p:sp>
    </p:spTree>
    <p:extLst>
      <p:ext uri="{BB962C8B-B14F-4D97-AF65-F5344CB8AC3E}">
        <p14:creationId xmlns:p14="http://schemas.microsoft.com/office/powerpoint/2010/main" val="392630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1B7C-E0D6-FFF5-6F7E-F9EC05AD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FB98-C487-99C9-0A95-5F6AAF70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Autonomous Vacuum Cleaners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AFBC-BC17-5D2D-4825-FF894AD34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903884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Robotic vacuum cleaners, such as Roomba, utilize SLAM to navigate and clean a room efficiently.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They build a map of the environment and use localization techniques to determine their position within that map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Enabling them to autonomously navigate and avoid obstacles.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D63FE64-564B-131E-0A5C-19311957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07" y="2108304"/>
            <a:ext cx="5014383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4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CFBB-82D3-A49B-DC8F-B184DA22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Indoor Navigation Systems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82F507-D426-9E8D-610C-D11E99B28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SLAM is used in indoor navigation systems to provide real-time location information within large buildings like shopping malls, airports, or museums.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By using sensors like cameras or depth sensors, SLAM algorithms can map the indoor environment and assist users in navigating through complex spaces.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One example of SLAM-based indoor navigation is Google’s “Indoor Maps” feature, which is available in their Google Maps application.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uses SLAM alongside Wi-Fi, Bluetooth, and other sensor data to provide real-time location information and directions within these buildings.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57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3982-1456-A73A-C2DA-8230DEB4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5F0A-6C35-87DE-4931-50447336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Self-driving Cars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53EA03-286F-BF4D-93E9-D6983DC0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SLAM is a fundamental technology for autonomous vehicles.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Self-driving cars use various sensors, such as LiDAR, cameras, and radar, to perceive their surroundings and build a detailed map of the environment.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SLAM algorithms help the vehicle localize itself within the map and navigate safely.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Examples include Waymo, Tesla, Cruise, and Uber.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55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7FFE1A-73CB-FB6B-4A17-56A44802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hlinkClick r:id="rId2"/>
              </a:rPr>
              <a:t>Build and Deploy Simultaneous Localization and Mapping (SLAM) Workflows with MATLAB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9915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{54F90C54-EE23-4940-A60E-E64CD4933CDF}TF235124e3-e6db-4c6d-93c8-733f2fadbc609fb6f57c_win32-b1e91d96f19e</Template>
  <TotalTime>57</TotalTime>
  <Words>1134</Words>
  <Application>Microsoft Office PowerPoint</Application>
  <PresentationFormat>Widescreen</PresentationFormat>
  <Paragraphs>82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Calibri</vt:lpstr>
      <vt:lpstr>Georgia Pro Cond Light</vt:lpstr>
      <vt:lpstr>Speak Pro</vt:lpstr>
      <vt:lpstr>Wingdings</vt:lpstr>
      <vt:lpstr>RetrospectVTI</vt:lpstr>
      <vt:lpstr>Overview  of  SLAM</vt:lpstr>
      <vt:lpstr>SLAM </vt:lpstr>
      <vt:lpstr>SLAM </vt:lpstr>
      <vt:lpstr>SLAM can be used to create a map of the world</vt:lpstr>
      <vt:lpstr>SLAM APPLICATIONS </vt:lpstr>
      <vt:lpstr>SLAM can also be used for Augmented Reality</vt:lpstr>
      <vt:lpstr>SLAM </vt:lpstr>
      <vt:lpstr>A robot uses its sensors to detect its surrounding landmarks.  It’s able to create a map based on its sensor measurements, and it’s also able to identify its location on the map. </vt:lpstr>
      <vt:lpstr>Necessary vocabulary to understand SLAM</vt:lpstr>
      <vt:lpstr>Localization</vt:lpstr>
      <vt:lpstr>Mapping </vt:lpstr>
      <vt:lpstr>Robots</vt:lpstr>
      <vt:lpstr>Landmarks</vt:lpstr>
      <vt:lpstr>Sensors</vt:lpstr>
      <vt:lpstr>Odometry</vt:lpstr>
      <vt:lpstr>Loop Closure</vt:lpstr>
      <vt:lpstr>Use cases for SLAM</vt:lpstr>
      <vt:lpstr>GPS Navigation Systems</vt:lpstr>
      <vt:lpstr>Mobile Augmented Reality (AR) Apps</vt:lpstr>
      <vt:lpstr>Autonomous Vacuum Cleaners</vt:lpstr>
      <vt:lpstr>Indoor Navigation Systems</vt:lpstr>
      <vt:lpstr>Self-driving Cars</vt:lpstr>
      <vt:lpstr>Build and Deploy Simultaneous Localization and Mapping (SLAM) Workflows with MATLAB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 Nithya</dc:creator>
  <cp:lastModifiedBy>Reni Nithya</cp:lastModifiedBy>
  <cp:revision>1</cp:revision>
  <dcterms:created xsi:type="dcterms:W3CDTF">2026-02-03T18:26:17Z</dcterms:created>
  <dcterms:modified xsi:type="dcterms:W3CDTF">2026-02-03T19:24:33Z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