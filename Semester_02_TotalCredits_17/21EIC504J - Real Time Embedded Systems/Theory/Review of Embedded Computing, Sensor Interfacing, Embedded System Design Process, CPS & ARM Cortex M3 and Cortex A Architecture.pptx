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9" r:id="rId13"/>
    <p:sldId id="267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FBD90-48FD-46FC-B851-EFE87125F92B}" v="96" dt="2026-01-18T20:01:57.9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7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i Nithya" userId="81dbbd6ae6b89009" providerId="LiveId" clId="{712AF1E0-38CE-403E-8C05-4A6DF01D01E8}"/>
    <pc:docChg chg="undo redo custSel addSld delSld modSld">
      <pc:chgData name="Reni Nithya" userId="81dbbd6ae6b89009" providerId="LiveId" clId="{712AF1E0-38CE-403E-8C05-4A6DF01D01E8}" dt="2026-01-18T20:02:29.089" v="500" actId="20577"/>
      <pc:docMkLst>
        <pc:docMk/>
      </pc:docMkLst>
      <pc:sldChg chg="modSp new mod">
        <pc:chgData name="Reni Nithya" userId="81dbbd6ae6b89009" providerId="LiveId" clId="{712AF1E0-38CE-403E-8C05-4A6DF01D01E8}" dt="2026-01-18T18:53:12.678" v="9" actId="404"/>
        <pc:sldMkLst>
          <pc:docMk/>
          <pc:sldMk cId="3300915383" sldId="256"/>
        </pc:sldMkLst>
        <pc:spChg chg="mod">
          <ac:chgData name="Reni Nithya" userId="81dbbd6ae6b89009" providerId="LiveId" clId="{712AF1E0-38CE-403E-8C05-4A6DF01D01E8}" dt="2026-01-18T18:53:12.678" v="9" actId="404"/>
          <ac:spMkLst>
            <pc:docMk/>
            <pc:sldMk cId="3300915383" sldId="256"/>
            <ac:spMk id="2" creationId="{ADF2FAAC-732B-AD22-51E4-A46ED8CCCFD1}"/>
          </ac:spMkLst>
        </pc:spChg>
        <pc:spChg chg="mod">
          <ac:chgData name="Reni Nithya" userId="81dbbd6ae6b89009" providerId="LiveId" clId="{712AF1E0-38CE-403E-8C05-4A6DF01D01E8}" dt="2026-01-18T18:52:54.620" v="1"/>
          <ac:spMkLst>
            <pc:docMk/>
            <pc:sldMk cId="3300915383" sldId="256"/>
            <ac:spMk id="3" creationId="{8AC244C1-31D3-1401-80F5-F54DA97EABC5}"/>
          </ac:spMkLst>
        </pc:spChg>
      </pc:sldChg>
      <pc:sldChg chg="modSp new mod">
        <pc:chgData name="Reni Nithya" userId="81dbbd6ae6b89009" providerId="LiveId" clId="{712AF1E0-38CE-403E-8C05-4A6DF01D01E8}" dt="2026-01-18T18:54:38.512" v="18" actId="5793"/>
        <pc:sldMkLst>
          <pc:docMk/>
          <pc:sldMk cId="3309175018" sldId="257"/>
        </pc:sldMkLst>
        <pc:spChg chg="mod">
          <ac:chgData name="Reni Nithya" userId="81dbbd6ae6b89009" providerId="LiveId" clId="{712AF1E0-38CE-403E-8C05-4A6DF01D01E8}" dt="2026-01-18T18:53:53.972" v="11"/>
          <ac:spMkLst>
            <pc:docMk/>
            <pc:sldMk cId="3309175018" sldId="257"/>
            <ac:spMk id="2" creationId="{533B9FCC-E08B-2FB1-DFBD-377095636200}"/>
          </ac:spMkLst>
        </pc:spChg>
        <pc:spChg chg="mod">
          <ac:chgData name="Reni Nithya" userId="81dbbd6ae6b89009" providerId="LiveId" clId="{712AF1E0-38CE-403E-8C05-4A6DF01D01E8}" dt="2026-01-18T18:54:38.512" v="18" actId="5793"/>
          <ac:spMkLst>
            <pc:docMk/>
            <pc:sldMk cId="3309175018" sldId="257"/>
            <ac:spMk id="3" creationId="{B4B05CD1-16A0-D619-D310-7AE320A7049F}"/>
          </ac:spMkLst>
        </pc:spChg>
      </pc:sldChg>
      <pc:sldChg chg="addSp delSp modSp add mod">
        <pc:chgData name="Reni Nithya" userId="81dbbd6ae6b89009" providerId="LiveId" clId="{712AF1E0-38CE-403E-8C05-4A6DF01D01E8}" dt="2026-01-18T19:07:25.860" v="157" actId="20577"/>
        <pc:sldMkLst>
          <pc:docMk/>
          <pc:sldMk cId="2277806522" sldId="258"/>
        </pc:sldMkLst>
        <pc:spChg chg="add del mod">
          <ac:chgData name="Reni Nithya" userId="81dbbd6ae6b89009" providerId="LiveId" clId="{712AF1E0-38CE-403E-8C05-4A6DF01D01E8}" dt="2026-01-18T19:07:25.860" v="157" actId="20577"/>
          <ac:spMkLst>
            <pc:docMk/>
            <pc:sldMk cId="2277806522" sldId="258"/>
            <ac:spMk id="3" creationId="{28AA2240-DFA5-9F35-DF12-66CFA3162EAE}"/>
          </ac:spMkLst>
        </pc:spChg>
        <pc:spChg chg="add del">
          <ac:chgData name="Reni Nithya" userId="81dbbd6ae6b89009" providerId="LiveId" clId="{712AF1E0-38CE-403E-8C05-4A6DF01D01E8}" dt="2026-01-18T18:55:49.197" v="26" actId="22"/>
          <ac:spMkLst>
            <pc:docMk/>
            <pc:sldMk cId="2277806522" sldId="258"/>
            <ac:spMk id="7" creationId="{C9614E89-DDFC-C555-9AA5-CDE60EA42674}"/>
          </ac:spMkLst>
        </pc:spChg>
        <pc:graphicFrameChg chg="add mod">
          <ac:chgData name="Reni Nithya" userId="81dbbd6ae6b89009" providerId="LiveId" clId="{712AF1E0-38CE-403E-8C05-4A6DF01D01E8}" dt="2026-01-18T18:55:28.869" v="22"/>
          <ac:graphicFrameMkLst>
            <pc:docMk/>
            <pc:sldMk cId="2277806522" sldId="258"/>
            <ac:graphicFrameMk id="4" creationId="{D24BF9AF-F0C8-529C-B99F-7165A0B05172}"/>
          </ac:graphicFrameMkLst>
        </pc:graphicFrameChg>
        <pc:graphicFrameChg chg="add mod">
          <ac:chgData name="Reni Nithya" userId="81dbbd6ae6b89009" providerId="LiveId" clId="{712AF1E0-38CE-403E-8C05-4A6DF01D01E8}" dt="2026-01-18T18:55:40.526" v="24"/>
          <ac:graphicFrameMkLst>
            <pc:docMk/>
            <pc:sldMk cId="2277806522" sldId="258"/>
            <ac:graphicFrameMk id="5" creationId="{0D485EE9-3489-2EBD-359F-26C7E5A54509}"/>
          </ac:graphicFrameMkLst>
        </pc:graphicFrameChg>
        <pc:graphicFrameChg chg="add mod">
          <ac:chgData name="Reni Nithya" userId="81dbbd6ae6b89009" providerId="LiveId" clId="{712AF1E0-38CE-403E-8C05-4A6DF01D01E8}" dt="2026-01-18T18:56:05.321" v="30"/>
          <ac:graphicFrameMkLst>
            <pc:docMk/>
            <pc:sldMk cId="2277806522" sldId="258"/>
            <ac:graphicFrameMk id="8" creationId="{54B86CCA-88BA-9228-0C84-09E24B98F37E}"/>
          </ac:graphicFrameMkLst>
        </pc:graphicFrameChg>
        <pc:graphicFrameChg chg="add mod modGraphic">
          <ac:chgData name="Reni Nithya" userId="81dbbd6ae6b89009" providerId="LiveId" clId="{712AF1E0-38CE-403E-8C05-4A6DF01D01E8}" dt="2026-01-18T18:57:41.830" v="62"/>
          <ac:graphicFrameMkLst>
            <pc:docMk/>
            <pc:sldMk cId="2277806522" sldId="258"/>
            <ac:graphicFrameMk id="9" creationId="{C32C0A77-C036-DD32-4DFE-4DDFD3B7C6BE}"/>
          </ac:graphicFrameMkLst>
        </pc:graphicFrameChg>
      </pc:sldChg>
      <pc:sldChg chg="addSp modSp new mod modAnim">
        <pc:chgData name="Reni Nithya" userId="81dbbd6ae6b89009" providerId="LiveId" clId="{712AF1E0-38CE-403E-8C05-4A6DF01D01E8}" dt="2026-01-18T19:00:27.021" v="76"/>
        <pc:sldMkLst>
          <pc:docMk/>
          <pc:sldMk cId="1198765836" sldId="259"/>
        </pc:sldMkLst>
        <pc:spChg chg="mod">
          <ac:chgData name="Reni Nithya" userId="81dbbd6ae6b89009" providerId="LiveId" clId="{712AF1E0-38CE-403E-8C05-4A6DF01D01E8}" dt="2026-01-18T18:58:50.303" v="65" actId="27636"/>
          <ac:spMkLst>
            <pc:docMk/>
            <pc:sldMk cId="1198765836" sldId="259"/>
            <ac:spMk id="2" creationId="{D5015F7A-0A42-C9B8-0484-2BBC88222C72}"/>
          </ac:spMkLst>
        </pc:spChg>
        <pc:spChg chg="mod">
          <ac:chgData name="Reni Nithya" userId="81dbbd6ae6b89009" providerId="LiveId" clId="{712AF1E0-38CE-403E-8C05-4A6DF01D01E8}" dt="2026-01-18T18:59:18.364" v="68" actId="20577"/>
          <ac:spMkLst>
            <pc:docMk/>
            <pc:sldMk cId="1198765836" sldId="259"/>
            <ac:spMk id="3" creationId="{21F8D47B-6F14-170A-F72D-2BC434F6C7BE}"/>
          </ac:spMkLst>
        </pc:spChg>
        <pc:graphicFrameChg chg="add mod">
          <ac:chgData name="Reni Nithya" userId="81dbbd6ae6b89009" providerId="LiveId" clId="{712AF1E0-38CE-403E-8C05-4A6DF01D01E8}" dt="2026-01-18T19:00:27.021" v="76"/>
          <ac:graphicFrameMkLst>
            <pc:docMk/>
            <pc:sldMk cId="1198765836" sldId="259"/>
            <ac:graphicFrameMk id="4" creationId="{7A40DD35-C5ED-B785-F063-DB3D3C40F313}"/>
          </ac:graphicFrameMkLst>
        </pc:graphicFrameChg>
      </pc:sldChg>
      <pc:sldChg chg="addSp delSp modSp add mod modAnim">
        <pc:chgData name="Reni Nithya" userId="81dbbd6ae6b89009" providerId="LiveId" clId="{712AF1E0-38CE-403E-8C05-4A6DF01D01E8}" dt="2026-01-18T19:06:34.084" v="145" actId="1076"/>
        <pc:sldMkLst>
          <pc:docMk/>
          <pc:sldMk cId="3564272276" sldId="260"/>
        </pc:sldMkLst>
        <pc:spChg chg="mod">
          <ac:chgData name="Reni Nithya" userId="81dbbd6ae6b89009" providerId="LiveId" clId="{712AF1E0-38CE-403E-8C05-4A6DF01D01E8}" dt="2026-01-18T19:03:07.665" v="110" actId="20577"/>
          <ac:spMkLst>
            <pc:docMk/>
            <pc:sldMk cId="3564272276" sldId="260"/>
            <ac:spMk id="3" creationId="{292BD211-949B-2937-3C99-D85EADC0C446}"/>
          </ac:spMkLst>
        </pc:spChg>
        <pc:spChg chg="add mod">
          <ac:chgData name="Reni Nithya" userId="81dbbd6ae6b89009" providerId="LiveId" clId="{712AF1E0-38CE-403E-8C05-4A6DF01D01E8}" dt="2026-01-18T19:06:34.084" v="145" actId="1076"/>
          <ac:spMkLst>
            <pc:docMk/>
            <pc:sldMk cId="3564272276" sldId="260"/>
            <ac:spMk id="5" creationId="{C00C870D-A6AB-42E5-A09D-CA698E130ED3}"/>
          </ac:spMkLst>
        </pc:spChg>
        <pc:graphicFrameChg chg="del">
          <ac:chgData name="Reni Nithya" userId="81dbbd6ae6b89009" providerId="LiveId" clId="{712AF1E0-38CE-403E-8C05-4A6DF01D01E8}" dt="2026-01-18T19:00:38.875" v="78" actId="478"/>
          <ac:graphicFrameMkLst>
            <pc:docMk/>
            <pc:sldMk cId="3564272276" sldId="260"/>
            <ac:graphicFrameMk id="4" creationId="{F77FD3BD-0A60-035B-8C83-C132D0078442}"/>
          </ac:graphicFrameMkLst>
        </pc:graphicFrameChg>
      </pc:sldChg>
      <pc:sldChg chg="modSp new mod">
        <pc:chgData name="Reni Nithya" userId="81dbbd6ae6b89009" providerId="LiveId" clId="{712AF1E0-38CE-403E-8C05-4A6DF01D01E8}" dt="2026-01-18T19:08:37.154" v="179" actId="122"/>
        <pc:sldMkLst>
          <pc:docMk/>
          <pc:sldMk cId="3501051778" sldId="261"/>
        </pc:sldMkLst>
        <pc:spChg chg="mod">
          <ac:chgData name="Reni Nithya" userId="81dbbd6ae6b89009" providerId="LiveId" clId="{712AF1E0-38CE-403E-8C05-4A6DF01D01E8}" dt="2026-01-18T19:07:55.885" v="160" actId="20577"/>
          <ac:spMkLst>
            <pc:docMk/>
            <pc:sldMk cId="3501051778" sldId="261"/>
            <ac:spMk id="2" creationId="{4BFDC8CC-EF1D-2470-B26F-1BE9860B53D9}"/>
          </ac:spMkLst>
        </pc:spChg>
        <pc:spChg chg="mod">
          <ac:chgData name="Reni Nithya" userId="81dbbd6ae6b89009" providerId="LiveId" clId="{712AF1E0-38CE-403E-8C05-4A6DF01D01E8}" dt="2026-01-18T19:08:37.154" v="179" actId="122"/>
          <ac:spMkLst>
            <pc:docMk/>
            <pc:sldMk cId="3501051778" sldId="261"/>
            <ac:spMk id="3" creationId="{70A5054B-ED1D-59BF-ED2D-4ABCE4634229}"/>
          </ac:spMkLst>
        </pc:spChg>
      </pc:sldChg>
      <pc:sldChg chg="modSp add del mod">
        <pc:chgData name="Reni Nithya" userId="81dbbd6ae6b89009" providerId="LiveId" clId="{712AF1E0-38CE-403E-8C05-4A6DF01D01E8}" dt="2026-01-18T19:09:22.942" v="187" actId="47"/>
        <pc:sldMkLst>
          <pc:docMk/>
          <pc:sldMk cId="2298585316" sldId="262"/>
        </pc:sldMkLst>
        <pc:spChg chg="mod">
          <ac:chgData name="Reni Nithya" userId="81dbbd6ae6b89009" providerId="LiveId" clId="{712AF1E0-38CE-403E-8C05-4A6DF01D01E8}" dt="2026-01-18T19:09:17.027" v="185" actId="27636"/>
          <ac:spMkLst>
            <pc:docMk/>
            <pc:sldMk cId="2298585316" sldId="262"/>
            <ac:spMk id="3" creationId="{AA943653-5B8F-6DA8-8728-70FCA15C94FB}"/>
          </ac:spMkLst>
        </pc:spChg>
      </pc:sldChg>
      <pc:sldChg chg="modSp new mod">
        <pc:chgData name="Reni Nithya" userId="81dbbd6ae6b89009" providerId="LiveId" clId="{712AF1E0-38CE-403E-8C05-4A6DF01D01E8}" dt="2026-01-18T19:10:23.461" v="208" actId="27636"/>
        <pc:sldMkLst>
          <pc:docMk/>
          <pc:sldMk cId="2218777008" sldId="263"/>
        </pc:sldMkLst>
        <pc:spChg chg="mod">
          <ac:chgData name="Reni Nithya" userId="81dbbd6ae6b89009" providerId="LiveId" clId="{712AF1E0-38CE-403E-8C05-4A6DF01D01E8}" dt="2026-01-18T19:10:23.461" v="208" actId="27636"/>
          <ac:spMkLst>
            <pc:docMk/>
            <pc:sldMk cId="2218777008" sldId="263"/>
            <ac:spMk id="2" creationId="{40936F15-870B-4730-0277-DDDCF390AFED}"/>
          </ac:spMkLst>
        </pc:spChg>
        <pc:spChg chg="mod">
          <ac:chgData name="Reni Nithya" userId="81dbbd6ae6b89009" providerId="LiveId" clId="{712AF1E0-38CE-403E-8C05-4A6DF01D01E8}" dt="2026-01-18T19:10:11.687" v="206" actId="20577"/>
          <ac:spMkLst>
            <pc:docMk/>
            <pc:sldMk cId="2218777008" sldId="263"/>
            <ac:spMk id="3" creationId="{A71D39F4-8537-4CDE-E209-3CE7526C3609}"/>
          </ac:spMkLst>
        </pc:spChg>
      </pc:sldChg>
      <pc:sldChg chg="modSp new mod">
        <pc:chgData name="Reni Nithya" userId="81dbbd6ae6b89009" providerId="LiveId" clId="{712AF1E0-38CE-403E-8C05-4A6DF01D01E8}" dt="2026-01-18T19:13:36.554" v="259" actId="6549"/>
        <pc:sldMkLst>
          <pc:docMk/>
          <pc:sldMk cId="1446295133" sldId="264"/>
        </pc:sldMkLst>
        <pc:spChg chg="mod">
          <ac:chgData name="Reni Nithya" userId="81dbbd6ae6b89009" providerId="LiveId" clId="{712AF1E0-38CE-403E-8C05-4A6DF01D01E8}" dt="2026-01-18T19:12:23.488" v="213" actId="20577"/>
          <ac:spMkLst>
            <pc:docMk/>
            <pc:sldMk cId="1446295133" sldId="264"/>
            <ac:spMk id="2" creationId="{2DFAF951-AC5F-E59B-DA7E-FDB94F4F64C8}"/>
          </ac:spMkLst>
        </pc:spChg>
        <pc:spChg chg="mod">
          <ac:chgData name="Reni Nithya" userId="81dbbd6ae6b89009" providerId="LiveId" clId="{712AF1E0-38CE-403E-8C05-4A6DF01D01E8}" dt="2026-01-18T19:13:36.554" v="259" actId="6549"/>
          <ac:spMkLst>
            <pc:docMk/>
            <pc:sldMk cId="1446295133" sldId="264"/>
            <ac:spMk id="3" creationId="{4A320432-D9D6-405B-1932-C437F3A89BFF}"/>
          </ac:spMkLst>
        </pc:spChg>
      </pc:sldChg>
      <pc:sldChg chg="modSp new mod">
        <pc:chgData name="Reni Nithya" userId="81dbbd6ae6b89009" providerId="LiveId" clId="{712AF1E0-38CE-403E-8C05-4A6DF01D01E8}" dt="2026-01-18T19:14:26.558" v="268" actId="5793"/>
        <pc:sldMkLst>
          <pc:docMk/>
          <pc:sldMk cId="4053123185" sldId="265"/>
        </pc:sldMkLst>
        <pc:spChg chg="mod">
          <ac:chgData name="Reni Nithya" userId="81dbbd6ae6b89009" providerId="LiveId" clId="{712AF1E0-38CE-403E-8C05-4A6DF01D01E8}" dt="2026-01-18T19:14:00.779" v="261"/>
          <ac:spMkLst>
            <pc:docMk/>
            <pc:sldMk cId="4053123185" sldId="265"/>
            <ac:spMk id="2" creationId="{D923BCCF-A992-D638-06D4-CCC462E438AE}"/>
          </ac:spMkLst>
        </pc:spChg>
        <pc:spChg chg="mod">
          <ac:chgData name="Reni Nithya" userId="81dbbd6ae6b89009" providerId="LiveId" clId="{712AF1E0-38CE-403E-8C05-4A6DF01D01E8}" dt="2026-01-18T19:14:26.558" v="268" actId="5793"/>
          <ac:spMkLst>
            <pc:docMk/>
            <pc:sldMk cId="4053123185" sldId="265"/>
            <ac:spMk id="3" creationId="{A8B1ACAC-6D4B-3993-3F12-116950E10205}"/>
          </ac:spMkLst>
        </pc:spChg>
      </pc:sldChg>
      <pc:sldChg chg="addSp delSp modSp new mod">
        <pc:chgData name="Reni Nithya" userId="81dbbd6ae6b89009" providerId="LiveId" clId="{712AF1E0-38CE-403E-8C05-4A6DF01D01E8}" dt="2026-01-18T19:43:28.181" v="291" actId="1076"/>
        <pc:sldMkLst>
          <pc:docMk/>
          <pc:sldMk cId="585918224" sldId="266"/>
        </pc:sldMkLst>
        <pc:spChg chg="mod">
          <ac:chgData name="Reni Nithya" userId="81dbbd6ae6b89009" providerId="LiveId" clId="{712AF1E0-38CE-403E-8C05-4A6DF01D01E8}" dt="2026-01-18T19:29:49.489" v="270"/>
          <ac:spMkLst>
            <pc:docMk/>
            <pc:sldMk cId="585918224" sldId="266"/>
            <ac:spMk id="2" creationId="{6231DCB5-1796-A082-092D-7EC12E8EFC72}"/>
          </ac:spMkLst>
        </pc:spChg>
        <pc:spChg chg="del">
          <ac:chgData name="Reni Nithya" userId="81dbbd6ae6b89009" providerId="LiveId" clId="{712AF1E0-38CE-403E-8C05-4A6DF01D01E8}" dt="2026-01-18T19:29:56.062" v="271"/>
          <ac:spMkLst>
            <pc:docMk/>
            <pc:sldMk cId="585918224" sldId="266"/>
            <ac:spMk id="3" creationId="{18501B80-00A2-043C-F192-3AC84C865740}"/>
          </ac:spMkLst>
        </pc:spChg>
        <pc:spChg chg="add mod">
          <ac:chgData name="Reni Nithya" userId="81dbbd6ae6b89009" providerId="LiveId" clId="{712AF1E0-38CE-403E-8C05-4A6DF01D01E8}" dt="2026-01-18T19:43:05.019" v="290" actId="1076"/>
          <ac:spMkLst>
            <pc:docMk/>
            <pc:sldMk cId="585918224" sldId="266"/>
            <ac:spMk id="5" creationId="{B5DCD393-2EF2-B54F-CFE8-789E3B0BC6D1}"/>
          </ac:spMkLst>
        </pc:spChg>
        <pc:spChg chg="add mod">
          <ac:chgData name="Reni Nithya" userId="81dbbd6ae6b89009" providerId="LiveId" clId="{712AF1E0-38CE-403E-8C05-4A6DF01D01E8}" dt="2026-01-18T19:41:57.588" v="282"/>
          <ac:spMkLst>
            <pc:docMk/>
            <pc:sldMk cId="585918224" sldId="266"/>
            <ac:spMk id="6" creationId="{30D840F4-CEA4-4EF6-96A1-A64FD8ECB523}"/>
          </ac:spMkLst>
        </pc:spChg>
        <pc:graphicFrameChg chg="add mod modGraphic">
          <ac:chgData name="Reni Nithya" userId="81dbbd6ae6b89009" providerId="LiveId" clId="{712AF1E0-38CE-403E-8C05-4A6DF01D01E8}" dt="2026-01-18T19:43:28.181" v="291" actId="1076"/>
          <ac:graphicFrameMkLst>
            <pc:docMk/>
            <pc:sldMk cId="585918224" sldId="266"/>
            <ac:graphicFrameMk id="4" creationId="{161B564C-CFC8-8FE3-6A07-7E737FA29845}"/>
          </ac:graphicFrameMkLst>
        </pc:graphicFrameChg>
      </pc:sldChg>
      <pc:sldChg chg="addSp delSp modSp new mod">
        <pc:chgData name="Reni Nithya" userId="81dbbd6ae6b89009" providerId="LiveId" clId="{712AF1E0-38CE-403E-8C05-4A6DF01D01E8}" dt="2026-01-18T19:53:06.809" v="315" actId="1076"/>
        <pc:sldMkLst>
          <pc:docMk/>
          <pc:sldMk cId="380557789" sldId="267"/>
        </pc:sldMkLst>
        <pc:spChg chg="mod">
          <ac:chgData name="Reni Nithya" userId="81dbbd6ae6b89009" providerId="LiveId" clId="{712AF1E0-38CE-403E-8C05-4A6DF01D01E8}" dt="2026-01-18T19:45:33.285" v="296" actId="27636"/>
          <ac:spMkLst>
            <pc:docMk/>
            <pc:sldMk cId="380557789" sldId="267"/>
            <ac:spMk id="2" creationId="{99288EA5-F25A-1A2F-6C32-EC97A0ADC674}"/>
          </ac:spMkLst>
        </pc:spChg>
        <pc:spChg chg="del mod">
          <ac:chgData name="Reni Nithya" userId="81dbbd6ae6b89009" providerId="LiveId" clId="{712AF1E0-38CE-403E-8C05-4A6DF01D01E8}" dt="2026-01-18T19:52:59.665" v="313" actId="478"/>
          <ac:spMkLst>
            <pc:docMk/>
            <pc:sldMk cId="380557789" sldId="267"/>
            <ac:spMk id="3" creationId="{FC2E001C-F6BC-04CA-B538-DC27A3482186}"/>
          </ac:spMkLst>
        </pc:spChg>
        <pc:spChg chg="add del mod">
          <ac:chgData name="Reni Nithya" userId="81dbbd6ae6b89009" providerId="LiveId" clId="{712AF1E0-38CE-403E-8C05-4A6DF01D01E8}" dt="2026-01-18T19:53:02.999" v="314" actId="478"/>
          <ac:spMkLst>
            <pc:docMk/>
            <pc:sldMk cId="380557789" sldId="267"/>
            <ac:spMk id="5" creationId="{36324687-345F-6631-DA5E-71D0731114D6}"/>
          </ac:spMkLst>
        </pc:spChg>
        <pc:picChg chg="add mod">
          <ac:chgData name="Reni Nithya" userId="81dbbd6ae6b89009" providerId="LiveId" clId="{712AF1E0-38CE-403E-8C05-4A6DF01D01E8}" dt="2026-01-18T19:49:10.335" v="301" actId="14100"/>
          <ac:picMkLst>
            <pc:docMk/>
            <pc:sldMk cId="380557789" sldId="267"/>
            <ac:picMk id="4098" creationId="{D71E7C6D-4F5F-AC9B-3377-0FE2E407109C}"/>
          </ac:picMkLst>
        </pc:picChg>
        <pc:picChg chg="add mod">
          <ac:chgData name="Reni Nithya" userId="81dbbd6ae6b89009" providerId="LiveId" clId="{712AF1E0-38CE-403E-8C05-4A6DF01D01E8}" dt="2026-01-18T19:53:06.809" v="315" actId="1076"/>
          <ac:picMkLst>
            <pc:docMk/>
            <pc:sldMk cId="380557789" sldId="267"/>
            <ac:picMk id="4100" creationId="{2F1C9692-869D-9B34-ED12-6E8955EE28BD}"/>
          </ac:picMkLst>
        </pc:picChg>
      </pc:sldChg>
      <pc:sldChg chg="modSp new mod">
        <pc:chgData name="Reni Nithya" userId="81dbbd6ae6b89009" providerId="LiveId" clId="{712AF1E0-38CE-403E-8C05-4A6DF01D01E8}" dt="2026-01-18T19:54:16.510" v="327"/>
        <pc:sldMkLst>
          <pc:docMk/>
          <pc:sldMk cId="11649169" sldId="268"/>
        </pc:sldMkLst>
        <pc:spChg chg="mod">
          <ac:chgData name="Reni Nithya" userId="81dbbd6ae6b89009" providerId="LiveId" clId="{712AF1E0-38CE-403E-8C05-4A6DF01D01E8}" dt="2026-01-18T19:54:16.510" v="327"/>
          <ac:spMkLst>
            <pc:docMk/>
            <pc:sldMk cId="11649169" sldId="268"/>
            <ac:spMk id="2" creationId="{CEBF42B5-E2C4-34F8-98FB-AE69A7DFE632}"/>
          </ac:spMkLst>
        </pc:spChg>
        <pc:spChg chg="mod">
          <ac:chgData name="Reni Nithya" userId="81dbbd6ae6b89009" providerId="LiveId" clId="{712AF1E0-38CE-403E-8C05-4A6DF01D01E8}" dt="2026-01-18T19:54:04.975" v="326" actId="27636"/>
          <ac:spMkLst>
            <pc:docMk/>
            <pc:sldMk cId="11649169" sldId="268"/>
            <ac:spMk id="3" creationId="{01964B67-3513-3C57-CD14-4371C3963747}"/>
          </ac:spMkLst>
        </pc:spChg>
      </pc:sldChg>
      <pc:sldChg chg="modSp add mod">
        <pc:chgData name="Reni Nithya" userId="81dbbd6ae6b89009" providerId="LiveId" clId="{712AF1E0-38CE-403E-8C05-4A6DF01D01E8}" dt="2026-01-18T19:55:42.194" v="485" actId="123"/>
        <pc:sldMkLst>
          <pc:docMk/>
          <pc:sldMk cId="1343174566" sldId="269"/>
        </pc:sldMkLst>
        <pc:spChg chg="mod">
          <ac:chgData name="Reni Nithya" userId="81dbbd6ae6b89009" providerId="LiveId" clId="{712AF1E0-38CE-403E-8C05-4A6DF01D01E8}" dt="2026-01-18T19:55:42.194" v="485" actId="123"/>
          <ac:spMkLst>
            <pc:docMk/>
            <pc:sldMk cId="1343174566" sldId="269"/>
            <ac:spMk id="3" creationId="{4044CF85-7C14-C8F0-6D70-A1CAC9911B61}"/>
          </ac:spMkLst>
        </pc:spChg>
      </pc:sldChg>
      <pc:sldChg chg="modSp new mod">
        <pc:chgData name="Reni Nithya" userId="81dbbd6ae6b89009" providerId="LiveId" clId="{712AF1E0-38CE-403E-8C05-4A6DF01D01E8}" dt="2026-01-18T20:02:29.089" v="500" actId="20577"/>
        <pc:sldMkLst>
          <pc:docMk/>
          <pc:sldMk cId="1019390801" sldId="270"/>
        </pc:sldMkLst>
        <pc:spChg chg="mod">
          <ac:chgData name="Reni Nithya" userId="81dbbd6ae6b89009" providerId="LiveId" clId="{712AF1E0-38CE-403E-8C05-4A6DF01D01E8}" dt="2026-01-18T19:56:48.693" v="487"/>
          <ac:spMkLst>
            <pc:docMk/>
            <pc:sldMk cId="1019390801" sldId="270"/>
            <ac:spMk id="2" creationId="{BEBCD9DD-27F6-3B53-7486-B5A19DAD85EB}"/>
          </ac:spMkLst>
        </pc:spChg>
        <pc:spChg chg="mod">
          <ac:chgData name="Reni Nithya" userId="81dbbd6ae6b89009" providerId="LiveId" clId="{712AF1E0-38CE-403E-8C05-4A6DF01D01E8}" dt="2026-01-18T20:02:29.089" v="500" actId="20577"/>
          <ac:spMkLst>
            <pc:docMk/>
            <pc:sldMk cId="1019390801" sldId="270"/>
            <ac:spMk id="3" creationId="{936EB247-30D5-3F12-AC3B-823B03108EC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360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97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17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68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224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8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7528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23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974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804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32B41-295C-4A04-95C7-28B4D5EDB919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7BFC8-22BB-497A-BB0E-2CBADB4CD9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912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2FAAC-732B-AD22-51E4-A46ED8CCC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Review of Embedded Computing, Sensor Interfacing, Embedded System Design Process, CPS &amp; ARM Cortex M3 and Cortex A Architecture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244C1-31D3-1401-80F5-F54DA97EAB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0915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B9FCC-E08B-2FB1-DFBD-37709563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Review of Embedded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05CD1-16A0-D619-D310-7AE320A70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 (Ref: Marilyn Wolf – </a:t>
            </a:r>
            <a:r>
              <a:rPr lang="en-US" b="1" i="1" dirty="0"/>
              <a:t>Computers as Components</a:t>
            </a:r>
            <a:r>
              <a:rPr lang="en-US" b="1" dirty="0"/>
              <a:t>)</a:t>
            </a:r>
          </a:p>
          <a:p>
            <a:r>
              <a:rPr lang="en-US" dirty="0"/>
              <a:t>An </a:t>
            </a:r>
            <a:r>
              <a:rPr lang="en-US" b="1" dirty="0"/>
              <a:t>embedded system</a:t>
            </a:r>
            <a:r>
              <a:rPr lang="en-US" dirty="0"/>
              <a:t> is a computing system designed to perform </a:t>
            </a:r>
            <a:r>
              <a:rPr lang="en-US" b="1" dirty="0"/>
              <a:t>dedicated functions</a:t>
            </a:r>
            <a:r>
              <a:rPr lang="en-US" dirty="0"/>
              <a:t> within a larger system, often under </a:t>
            </a:r>
            <a:r>
              <a:rPr lang="en-US" b="1" dirty="0"/>
              <a:t>real-time constraints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Dedicated functionality</a:t>
            </a:r>
          </a:p>
          <a:p>
            <a:r>
              <a:rPr lang="en-US" dirty="0"/>
              <a:t>Real-time operation</a:t>
            </a:r>
          </a:p>
          <a:p>
            <a:r>
              <a:rPr lang="en-US" dirty="0"/>
              <a:t>Resource constrained (memory, power, CPU)</a:t>
            </a:r>
          </a:p>
          <a:p>
            <a:r>
              <a:rPr lang="en-US" dirty="0"/>
              <a:t>Reactive &amp; concurrent</a:t>
            </a:r>
          </a:p>
          <a:p>
            <a:r>
              <a:rPr lang="en-US" dirty="0"/>
              <a:t>High reliability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9175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EBEB0-43FD-9599-13C1-B72C9254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E5BBE-D02E-662F-B3DB-F9DAB878D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Review of Embedded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A2240-DFA5-9F35-DF12-66CFA3162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514" y="1609378"/>
            <a:ext cx="6281873" cy="5248622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Components</a:t>
            </a:r>
          </a:p>
          <a:p>
            <a:r>
              <a:rPr lang="en-IN" dirty="0"/>
              <a:t>Processor (MCU/MPU/DSP)</a:t>
            </a:r>
          </a:p>
          <a:p>
            <a:r>
              <a:rPr lang="en-IN" dirty="0"/>
              <a:t>Memory (Flash, SRAM)</a:t>
            </a:r>
          </a:p>
          <a:p>
            <a:r>
              <a:rPr lang="en-IN" dirty="0"/>
              <a:t>I/O peripherals</a:t>
            </a:r>
          </a:p>
          <a:p>
            <a:r>
              <a:rPr lang="en-IN" dirty="0"/>
              <a:t>Sensors &amp; Actuators</a:t>
            </a:r>
          </a:p>
          <a:p>
            <a:r>
              <a:rPr lang="en-IN" dirty="0"/>
              <a:t>Communication interfaces</a:t>
            </a:r>
          </a:p>
          <a:p>
            <a:pPr marL="0" indent="0">
              <a:buNone/>
            </a:pPr>
            <a:r>
              <a:rPr lang="en-US" b="1" dirty="0"/>
              <a:t>Reference:</a:t>
            </a:r>
            <a:endParaRPr lang="en-US" dirty="0"/>
          </a:p>
          <a:p>
            <a:r>
              <a:rPr lang="en-US" dirty="0"/>
              <a:t>Marilyn Wolf – </a:t>
            </a:r>
            <a:r>
              <a:rPr lang="en-US" i="1" dirty="0"/>
              <a:t>Computers as Components</a:t>
            </a:r>
            <a:r>
              <a:rPr lang="en-US" dirty="0"/>
              <a:t>, Ch-1</a:t>
            </a:r>
          </a:p>
          <a:p>
            <a:r>
              <a:rPr lang="en-US" dirty="0"/>
              <a:t>Joseph Yiu – Ch-1</a:t>
            </a: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2C0A77-C036-DD32-4DFE-4DDFD3B7C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425765"/>
              </p:ext>
            </p:extLst>
          </p:nvPr>
        </p:nvGraphicFramePr>
        <p:xfrm>
          <a:off x="5267475" y="273845"/>
          <a:ext cx="5949950" cy="1828800"/>
        </p:xfrm>
        <a:graphic>
          <a:graphicData uri="http://schemas.openxmlformats.org/drawingml/2006/table">
            <a:tbl>
              <a:tblPr/>
              <a:tblGrid>
                <a:gridCol w="2974975">
                  <a:extLst>
                    <a:ext uri="{9D8B030D-6E8A-4147-A177-3AD203B41FA5}">
                      <a16:colId xmlns:a16="http://schemas.microsoft.com/office/drawing/2014/main" val="1000615487"/>
                    </a:ext>
                  </a:extLst>
                </a:gridCol>
                <a:gridCol w="2974975">
                  <a:extLst>
                    <a:ext uri="{9D8B030D-6E8A-4147-A177-3AD203B41FA5}">
                      <a16:colId xmlns:a16="http://schemas.microsoft.com/office/drawing/2014/main" val="3528872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Example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723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Standalone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Washing machine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50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Networked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Smart meters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4522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Mobile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Drones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69096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Real-time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ABS braking system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472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806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5F7A-0A42-C9B8-0484-2BBC8822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Interfacing Sensors with Embedded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8D47B-6F14-170A-F72D-2BC434F6C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is a Sensor?</a:t>
            </a:r>
          </a:p>
          <a:p>
            <a:r>
              <a:rPr lang="en-US" dirty="0"/>
              <a:t>A sensor converts </a:t>
            </a:r>
            <a:r>
              <a:rPr lang="en-US" b="1" dirty="0"/>
              <a:t>physical quantity → electrical signal</a:t>
            </a:r>
          </a:p>
          <a:p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40DD35-C5ED-B785-F063-DB3D3C40F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5856"/>
              </p:ext>
            </p:extLst>
          </p:nvPr>
        </p:nvGraphicFramePr>
        <p:xfrm>
          <a:off x="5569297" y="3951234"/>
          <a:ext cx="5949950" cy="2194560"/>
        </p:xfrm>
        <a:graphic>
          <a:graphicData uri="http://schemas.openxmlformats.org/drawingml/2006/table">
            <a:tbl>
              <a:tblPr/>
              <a:tblGrid>
                <a:gridCol w="2974975">
                  <a:extLst>
                    <a:ext uri="{9D8B030D-6E8A-4147-A177-3AD203B41FA5}">
                      <a16:colId xmlns:a16="http://schemas.microsoft.com/office/drawing/2014/main" val="949129126"/>
                    </a:ext>
                  </a:extLst>
                </a:gridCol>
                <a:gridCol w="2974975">
                  <a:extLst>
                    <a:ext uri="{9D8B030D-6E8A-4147-A177-3AD203B41FA5}">
                      <a16:colId xmlns:a16="http://schemas.microsoft.com/office/drawing/2014/main" val="991297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41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LM35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604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LDR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352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MPU6050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851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MQ series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7170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Ultrasonic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986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876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26B0B-5F43-ED3B-1D3D-95633160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96CBF-8342-2B7A-A417-DDF80A7C7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Interfacing Sensors with Embedded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BD211-949B-2937-3C99-D85EADC0C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Interfacing Steps</a:t>
            </a:r>
          </a:p>
          <a:p>
            <a:r>
              <a:rPr lang="en-US" dirty="0"/>
              <a:t>Power supply</a:t>
            </a:r>
          </a:p>
          <a:p>
            <a:r>
              <a:rPr lang="en-US" dirty="0"/>
              <a:t>Signal conditioning</a:t>
            </a:r>
          </a:p>
          <a:p>
            <a:r>
              <a:rPr lang="en-US" dirty="0"/>
              <a:t>ADC conversion</a:t>
            </a:r>
          </a:p>
          <a:p>
            <a:r>
              <a:rPr lang="en-US" dirty="0"/>
              <a:t>Calibration</a:t>
            </a:r>
          </a:p>
          <a:p>
            <a:r>
              <a:rPr lang="en-US" dirty="0"/>
              <a:t>Software processing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Interfacing Methods</a:t>
            </a:r>
          </a:p>
          <a:p>
            <a:pPr marL="0" indent="0">
              <a:buNone/>
            </a:pPr>
            <a:r>
              <a:rPr lang="en-IN" b="1" dirty="0"/>
              <a:t>a) Analog Sensors</a:t>
            </a:r>
          </a:p>
          <a:p>
            <a:r>
              <a:rPr lang="en-IN" dirty="0"/>
              <a:t>Output: Voltage</a:t>
            </a:r>
          </a:p>
          <a:p>
            <a:r>
              <a:rPr lang="en-IN" dirty="0"/>
              <a:t>Interface via ADC</a:t>
            </a:r>
            <a:br>
              <a:rPr lang="en-IN" dirty="0"/>
            </a:br>
            <a:r>
              <a:rPr lang="en-IN" b="1" dirty="0"/>
              <a:t>Example:</a:t>
            </a:r>
            <a:r>
              <a:rPr lang="en-IN" dirty="0"/>
              <a:t> LM35 → ADC → Cortex-M3</a:t>
            </a:r>
          </a:p>
          <a:p>
            <a:pPr marL="0" indent="0">
              <a:buNone/>
            </a:pPr>
            <a:r>
              <a:rPr lang="en-IN" b="1" dirty="0"/>
              <a:t>b) Digital Sensors</a:t>
            </a:r>
          </a:p>
          <a:p>
            <a:r>
              <a:rPr lang="en-IN" dirty="0"/>
              <a:t>Interfaces: I2C, SPI, UART</a:t>
            </a:r>
            <a:br>
              <a:rPr lang="en-IN" dirty="0"/>
            </a:br>
            <a:r>
              <a:rPr lang="en-IN" b="1" dirty="0"/>
              <a:t>Example:</a:t>
            </a:r>
            <a:r>
              <a:rPr lang="en-IN" dirty="0"/>
              <a:t> MPU6050 using I2C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0C870D-A6AB-42E5-A09D-CA698E130ED3}"/>
              </a:ext>
            </a:extLst>
          </p:cNvPr>
          <p:cNvSpPr txBox="1">
            <a:spLocks/>
          </p:cNvSpPr>
          <p:nvPr/>
        </p:nvSpPr>
        <p:spPr>
          <a:xfrm>
            <a:off x="9671397" y="953835"/>
            <a:ext cx="2520603" cy="5248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Practical Issues</a:t>
            </a:r>
          </a:p>
          <a:p>
            <a:r>
              <a:rPr lang="en-US" dirty="0"/>
              <a:t>Noise filtering</a:t>
            </a:r>
          </a:p>
          <a:p>
            <a:r>
              <a:rPr lang="en-US" dirty="0"/>
              <a:t>Sampling rate</a:t>
            </a:r>
          </a:p>
          <a:p>
            <a:r>
              <a:rPr lang="en-US" dirty="0"/>
              <a:t>Resolution</a:t>
            </a:r>
          </a:p>
          <a:p>
            <a:r>
              <a:rPr lang="en-US" dirty="0"/>
              <a:t>Accuracy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Reference:</a:t>
            </a:r>
            <a:endParaRPr lang="en-US" dirty="0"/>
          </a:p>
          <a:p>
            <a:r>
              <a:rPr lang="en-US" dirty="0"/>
              <a:t>Marilyn Wolf – </a:t>
            </a:r>
            <a:r>
              <a:rPr lang="en-US" i="1" dirty="0"/>
              <a:t>High Performance Embedded Computing</a:t>
            </a:r>
            <a:r>
              <a:rPr lang="en-US" dirty="0"/>
              <a:t>, Ch-2</a:t>
            </a:r>
          </a:p>
          <a:p>
            <a:r>
              <a:rPr lang="en-US" dirty="0"/>
              <a:t>Joseph Yiu – Ch-9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27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DC8CC-EF1D-2470-B26F-1BE9860B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Embedded System Design Process</a:t>
            </a:r>
            <a:br>
              <a:rPr lang="en-US" b="1" dirty="0"/>
            </a:br>
            <a:r>
              <a:rPr lang="en-US" b="1" dirty="0"/>
              <a:t>Design Flow (Ref: Marilyn Wolf)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5054B-ED1D-59BF-ED2D-4ABCE463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IN" dirty="0"/>
              <a:t>Requirement Analysis</a:t>
            </a:r>
          </a:p>
          <a:p>
            <a:pPr marL="0" indent="0" algn="ctr">
              <a:buNone/>
            </a:pPr>
            <a:r>
              <a:rPr lang="en-IN" dirty="0"/>
              <a:t>        ↓</a:t>
            </a:r>
          </a:p>
          <a:p>
            <a:pPr marL="0" indent="0" algn="ctr">
              <a:buNone/>
            </a:pPr>
            <a:r>
              <a:rPr lang="en-IN" dirty="0"/>
              <a:t>System Specification</a:t>
            </a:r>
          </a:p>
          <a:p>
            <a:pPr marL="0" indent="0" algn="ctr">
              <a:buNone/>
            </a:pPr>
            <a:r>
              <a:rPr lang="en-IN" dirty="0"/>
              <a:t>        ↓</a:t>
            </a:r>
          </a:p>
          <a:p>
            <a:pPr marL="0" indent="0" algn="ctr">
              <a:buNone/>
            </a:pPr>
            <a:r>
              <a:rPr lang="en-IN" dirty="0"/>
              <a:t>Hardware/Software Partitioning</a:t>
            </a:r>
          </a:p>
          <a:p>
            <a:pPr marL="0" indent="0" algn="ctr">
              <a:buNone/>
            </a:pPr>
            <a:r>
              <a:rPr lang="en-IN" dirty="0"/>
              <a:t>        ↓</a:t>
            </a:r>
          </a:p>
          <a:p>
            <a:pPr marL="0" indent="0" algn="ctr">
              <a:buNone/>
            </a:pPr>
            <a:r>
              <a:rPr lang="en-IN" dirty="0"/>
              <a:t>Architecture Design</a:t>
            </a:r>
          </a:p>
          <a:p>
            <a:pPr marL="0" indent="0" algn="ctr">
              <a:buNone/>
            </a:pPr>
            <a:r>
              <a:rPr lang="en-IN" dirty="0"/>
              <a:t>        ↓</a:t>
            </a:r>
          </a:p>
          <a:p>
            <a:pPr marL="0" indent="0" algn="ctr">
              <a:buNone/>
            </a:pPr>
            <a:r>
              <a:rPr lang="en-IN" dirty="0"/>
              <a:t>Implementation</a:t>
            </a:r>
          </a:p>
          <a:p>
            <a:pPr marL="0" indent="0" algn="ctr">
              <a:buNone/>
            </a:pPr>
            <a:r>
              <a:rPr lang="en-IN" dirty="0"/>
              <a:t>        ↓</a:t>
            </a:r>
          </a:p>
          <a:p>
            <a:pPr marL="0" indent="0" algn="ctr">
              <a:buNone/>
            </a:pPr>
            <a:r>
              <a:rPr lang="en-IN" dirty="0"/>
              <a:t>Testing &amp; Validation</a:t>
            </a:r>
          </a:p>
          <a:p>
            <a:pPr marL="0" indent="0" algn="ctr">
              <a:buNone/>
            </a:pPr>
            <a:r>
              <a:rPr lang="en-IN" dirty="0"/>
              <a:t>        ↓</a:t>
            </a:r>
          </a:p>
          <a:p>
            <a:pPr marL="0" indent="0" algn="ctr">
              <a:buNone/>
            </a:pPr>
            <a:r>
              <a:rPr lang="en-IN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350105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6F15-870B-4730-0277-DDDCF390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Embedded System Design Process</a:t>
            </a:r>
            <a:br>
              <a:rPr lang="en-US" b="1" dirty="0"/>
            </a:br>
            <a:r>
              <a:rPr lang="en-US" b="1" dirty="0"/>
              <a:t>Design Flow (Ref: Marilyn Wolf)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D39F4-8537-4CDE-E209-3CE7526C3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0"/>
            <a:ext cx="6281873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Key Steps</a:t>
            </a:r>
          </a:p>
          <a:p>
            <a:pPr marL="0" indent="0">
              <a:buNone/>
            </a:pPr>
            <a:r>
              <a:rPr lang="en-IN" b="1" dirty="0"/>
              <a:t>1. Requirement Analysis</a:t>
            </a:r>
          </a:p>
          <a:p>
            <a:r>
              <a:rPr lang="en-IN" dirty="0"/>
              <a:t>Functional</a:t>
            </a:r>
          </a:p>
          <a:p>
            <a:r>
              <a:rPr lang="en-IN" dirty="0"/>
              <a:t>Timing</a:t>
            </a:r>
          </a:p>
          <a:p>
            <a:r>
              <a:rPr lang="en-IN" dirty="0"/>
              <a:t>Power</a:t>
            </a:r>
          </a:p>
          <a:p>
            <a:r>
              <a:rPr lang="en-IN" dirty="0"/>
              <a:t>Cost</a:t>
            </a:r>
          </a:p>
          <a:p>
            <a:pPr marL="0" indent="0">
              <a:buNone/>
            </a:pPr>
            <a:r>
              <a:rPr lang="en-IN" b="1" dirty="0"/>
              <a:t>2. HW/SW Co-design</a:t>
            </a:r>
          </a:p>
          <a:p>
            <a:r>
              <a:rPr lang="en-IN" dirty="0"/>
              <a:t>Decide which part in hardware</a:t>
            </a:r>
          </a:p>
          <a:p>
            <a:r>
              <a:rPr lang="en-IN" dirty="0"/>
              <a:t>Which part in software</a:t>
            </a:r>
          </a:p>
          <a:p>
            <a:pPr marL="0" indent="0">
              <a:buNone/>
            </a:pPr>
            <a:r>
              <a:rPr lang="en-IN" b="1" dirty="0"/>
              <a:t>3. Modeling</a:t>
            </a:r>
          </a:p>
          <a:p>
            <a:r>
              <a:rPr lang="en-IN" dirty="0"/>
              <a:t>Data flow graphs</a:t>
            </a:r>
          </a:p>
          <a:p>
            <a:r>
              <a:rPr lang="en-IN" dirty="0"/>
              <a:t>FSMs</a:t>
            </a:r>
          </a:p>
          <a:p>
            <a:r>
              <a:rPr lang="en-IN" dirty="0"/>
              <a:t>UML</a:t>
            </a:r>
          </a:p>
          <a:p>
            <a:pPr marL="0" indent="0">
              <a:buNone/>
            </a:pPr>
            <a:r>
              <a:rPr lang="en-IN" b="1" dirty="0"/>
              <a:t>4. Verification</a:t>
            </a:r>
          </a:p>
          <a:p>
            <a:r>
              <a:rPr lang="en-IN" dirty="0"/>
              <a:t>Unit testing</a:t>
            </a:r>
          </a:p>
          <a:p>
            <a:r>
              <a:rPr lang="en-IN" dirty="0"/>
              <a:t>Integration testing</a:t>
            </a:r>
          </a:p>
          <a:p>
            <a:pPr marL="0" indent="0">
              <a:buNone/>
            </a:pPr>
            <a:r>
              <a:rPr lang="en-IN" dirty="0"/>
              <a:t>📚 </a:t>
            </a:r>
            <a:r>
              <a:rPr lang="en-IN" b="1" dirty="0"/>
              <a:t>Reference:</a:t>
            </a:r>
            <a:endParaRPr lang="en-IN" dirty="0"/>
          </a:p>
          <a:p>
            <a:r>
              <a:rPr lang="en-IN" dirty="0"/>
              <a:t>Marilyn Wolf – </a:t>
            </a:r>
            <a:r>
              <a:rPr lang="en-IN" i="1" dirty="0"/>
              <a:t>Computers as Components</a:t>
            </a:r>
            <a:r>
              <a:rPr lang="en-IN" dirty="0"/>
              <a:t>, Ch-3</a:t>
            </a:r>
          </a:p>
          <a:p>
            <a:r>
              <a:rPr lang="en-IN" dirty="0"/>
              <a:t>Marilyn Wolf – </a:t>
            </a:r>
            <a:r>
              <a:rPr lang="en-IN" i="1" dirty="0"/>
              <a:t>High Performance Embedded Computing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777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F951-AC5F-E59B-DA7E-FDB94F4F6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Physical Systems (CPS)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20432-D9D6-405B-1932-C437F3A89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447" y="803186"/>
            <a:ext cx="7006878" cy="524862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CPS integrates:</a:t>
            </a:r>
          </a:p>
          <a:p>
            <a:r>
              <a:rPr lang="en-US" dirty="0"/>
              <a:t>Computation</a:t>
            </a:r>
          </a:p>
          <a:p>
            <a:r>
              <a:rPr lang="en-US" dirty="0"/>
              <a:t>Networking</a:t>
            </a:r>
          </a:p>
          <a:p>
            <a:r>
              <a:rPr lang="en-US" dirty="0"/>
              <a:t>Physical processes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dirty="0"/>
              <a:t>CPS Architecture</a:t>
            </a:r>
          </a:p>
          <a:p>
            <a:pPr marL="0" indent="0">
              <a:buNone/>
            </a:pPr>
            <a:r>
              <a:rPr lang="en-US" dirty="0"/>
              <a:t>Physical World → Sensors → Embedded System → Actuators</a:t>
            </a:r>
          </a:p>
          <a:p>
            <a:pPr marL="0" indent="0">
              <a:buNone/>
            </a:pPr>
            <a:r>
              <a:rPr lang="en-US" dirty="0"/>
              <a:t>                                       ↑</a:t>
            </a:r>
          </a:p>
          <a:p>
            <a:pPr marL="0" indent="0">
              <a:buNone/>
            </a:pPr>
            <a:r>
              <a:rPr lang="en-US" dirty="0"/>
              <a:t>                                Network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295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3BCCF-A992-D638-06D4-CCC462E43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 Physical Systems (CPS)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1ACAC-6D4B-3993-3F12-116950E10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Features</a:t>
            </a:r>
          </a:p>
          <a:p>
            <a:r>
              <a:rPr lang="en-IN" dirty="0"/>
              <a:t>Closed loop control</a:t>
            </a:r>
          </a:p>
          <a:p>
            <a:r>
              <a:rPr lang="en-IN" dirty="0"/>
              <a:t>Real-time</a:t>
            </a:r>
          </a:p>
          <a:p>
            <a:r>
              <a:rPr lang="en-IN" dirty="0"/>
              <a:t>Distributed</a:t>
            </a:r>
          </a:p>
          <a:p>
            <a:r>
              <a:rPr lang="en-IN" dirty="0"/>
              <a:t>Safety critical</a:t>
            </a:r>
          </a:p>
          <a:p>
            <a:pPr marL="0" indent="0">
              <a:buNone/>
            </a:pPr>
            <a:r>
              <a:rPr lang="en-IN" b="1" dirty="0"/>
              <a:t>Examples</a:t>
            </a:r>
          </a:p>
          <a:p>
            <a:r>
              <a:rPr lang="en-IN" dirty="0"/>
              <a:t>Autonomous vehicles</a:t>
            </a:r>
          </a:p>
          <a:p>
            <a:r>
              <a:rPr lang="en-IN" dirty="0"/>
              <a:t>Smart grid</a:t>
            </a:r>
          </a:p>
          <a:p>
            <a:r>
              <a:rPr lang="en-IN" dirty="0"/>
              <a:t>Medical devices</a:t>
            </a:r>
          </a:p>
          <a:p>
            <a:r>
              <a:rPr lang="en-IN" dirty="0"/>
              <a:t>Robotics</a:t>
            </a:r>
          </a:p>
          <a:p>
            <a:pPr marL="0" indent="0">
              <a:buNone/>
            </a:pPr>
            <a:r>
              <a:rPr lang="en-IN" dirty="0"/>
              <a:t>📚 </a:t>
            </a:r>
            <a:r>
              <a:rPr lang="en-IN" b="1" dirty="0"/>
              <a:t>Reference:</a:t>
            </a:r>
            <a:endParaRPr lang="en-IN" dirty="0"/>
          </a:p>
          <a:p>
            <a:r>
              <a:rPr lang="en-IN" dirty="0"/>
              <a:t>Marilyn Wolf – </a:t>
            </a:r>
            <a:r>
              <a:rPr lang="en-IN" i="1" dirty="0"/>
              <a:t>High Performance Embedded Computing</a:t>
            </a:r>
            <a:r>
              <a:rPr lang="en-IN" dirty="0"/>
              <a:t>, Ch-5</a:t>
            </a:r>
          </a:p>
        </p:txBody>
      </p:sp>
    </p:spTree>
    <p:extLst>
      <p:ext uri="{BB962C8B-B14F-4D97-AF65-F5344CB8AC3E}">
        <p14:creationId xmlns:p14="http://schemas.microsoft.com/office/powerpoint/2010/main" val="4053123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DCB5-1796-A082-092D-7EC12E8EF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ARM Cortex Processor Families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1B564C-CFC8-8FE3-6A07-7E737FA298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068928"/>
              </p:ext>
            </p:extLst>
          </p:nvPr>
        </p:nvGraphicFramePr>
        <p:xfrm>
          <a:off x="79375" y="5220017"/>
          <a:ext cx="5949950" cy="1463040"/>
        </p:xfrm>
        <a:graphic>
          <a:graphicData uri="http://schemas.openxmlformats.org/drawingml/2006/table">
            <a:tbl>
              <a:tblPr/>
              <a:tblGrid>
                <a:gridCol w="2974975">
                  <a:extLst>
                    <a:ext uri="{9D8B030D-6E8A-4147-A177-3AD203B41FA5}">
                      <a16:colId xmlns:a16="http://schemas.microsoft.com/office/drawing/2014/main" val="3873125357"/>
                    </a:ext>
                  </a:extLst>
                </a:gridCol>
                <a:gridCol w="2974975">
                  <a:extLst>
                    <a:ext uri="{9D8B030D-6E8A-4147-A177-3AD203B41FA5}">
                      <a16:colId xmlns:a16="http://schemas.microsoft.com/office/drawing/2014/main" val="1298877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Family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921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Cortex-M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Microcontrollers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37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Cortex-R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Real-time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889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Cortex-A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Application processors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961144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5DCD393-2EF2-B54F-CFE8-789E3B0BC6D1}"/>
              </a:ext>
            </a:extLst>
          </p:cNvPr>
          <p:cNvSpPr txBox="1">
            <a:spLocks/>
          </p:cNvSpPr>
          <p:nvPr/>
        </p:nvSpPr>
        <p:spPr>
          <a:xfrm>
            <a:off x="5764077" y="174943"/>
            <a:ext cx="6281873" cy="5248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 ARM processor is a type of CPU based on the </a:t>
            </a:r>
            <a:r>
              <a:rPr lang="en-US" b="1" dirty="0"/>
              <a:t>Reduced Instruction Set Computing (RISC)</a:t>
            </a:r>
            <a:r>
              <a:rPr lang="en-US" dirty="0"/>
              <a:t> architecture, </a:t>
            </a:r>
          </a:p>
          <a:p>
            <a:r>
              <a:rPr lang="en-US" dirty="0"/>
              <a:t>known for its exceptional </a:t>
            </a:r>
            <a:r>
              <a:rPr lang="en-US" b="1" dirty="0"/>
              <a:t>energy efficiency, lower power consumption, and cost-effectiveness</a:t>
            </a:r>
            <a:r>
              <a:rPr lang="en-US" dirty="0"/>
              <a:t>, </a:t>
            </a:r>
          </a:p>
          <a:p>
            <a:r>
              <a:rPr lang="en-US" dirty="0"/>
              <a:t>making it dominant in mobile devices (smartphones, tablets) and increasingly powering laptops, servers, and embedded systems. </a:t>
            </a:r>
          </a:p>
          <a:p>
            <a:r>
              <a:rPr lang="en-US" dirty="0"/>
              <a:t>ARM Holdings designs the architecture and licenses it to companies like Apple, Qualcomm, and Samsung, who build the actual chips, rather than manufacturing them directly.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91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F42B5-E2C4-34F8-98FB-AE69A7DFE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CORETEX M3 MICROCONTROLLER 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64B67-3513-3C57-CD14-4371C3963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a 32 bit processor offering many advantages over other microcontrollers. </a:t>
            </a:r>
          </a:p>
          <a:p>
            <a:r>
              <a:rPr lang="en-US" dirty="0"/>
              <a:t>It is a ‘</a:t>
            </a:r>
            <a:r>
              <a:rPr lang="en-US" dirty="0" err="1"/>
              <a:t>harward</a:t>
            </a:r>
            <a:r>
              <a:rPr lang="en-US" dirty="0"/>
              <a:t> architecture’. </a:t>
            </a:r>
          </a:p>
          <a:p>
            <a:r>
              <a:rPr lang="en-US" dirty="0"/>
              <a:t>For communication with Ram and Rom, this architecture provides separate instruction buses and data buses. </a:t>
            </a:r>
          </a:p>
          <a:p>
            <a:r>
              <a:rPr lang="en-US" dirty="0"/>
              <a:t>It consists of a 3 stage pipeline which fetches the instructions, then decodes it and then finally executes the instruction.</a:t>
            </a:r>
          </a:p>
          <a:p>
            <a:r>
              <a:rPr lang="en-US" dirty="0"/>
              <a:t>The memory required for the program has been reduced and also it provides high code density because of the usage of THUMB-2 technology in coretex-M3. </a:t>
            </a:r>
          </a:p>
          <a:p>
            <a:r>
              <a:rPr lang="en-US" dirty="0"/>
              <a:t>For the good interrupt performance, the core m3 is closely integrated to NVIC (Nested Vector Interrupt Controller).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9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6BED-4C4B-AF45-A364-3C3CF1A14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AD01-E8FA-1053-932D-18A54C1AD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CORETEX M3 MICROCONTROLLER 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CF85-7C14-C8F0-6D70-A1CAC9911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It is a Reduced Instruction Set Computing (RISC) controller. </a:t>
            </a:r>
          </a:p>
          <a:p>
            <a:pPr algn="just"/>
            <a:r>
              <a:rPr lang="en-US" dirty="0"/>
              <a:t>It has a high-performance CPU of 32 bits, and the pipelining is done through 3 stages.</a:t>
            </a:r>
          </a:p>
          <a:p>
            <a:pPr algn="just"/>
            <a:r>
              <a:rPr lang="en-US" dirty="0"/>
              <a:t>The Thumb-2 technology has been integrated in these controllers, which means they can handle 16-bit as well as 32-bit instructions. </a:t>
            </a:r>
          </a:p>
          <a:p>
            <a:pPr algn="just"/>
            <a:r>
              <a:rPr lang="en-US" dirty="0"/>
              <a:t>This technology also provides high performance in operations and executions.</a:t>
            </a:r>
          </a:p>
          <a:p>
            <a:pPr algn="just"/>
            <a:r>
              <a:rPr lang="en-US" dirty="0"/>
              <a:t>It has low power modes. Sleep modes are also supported by it. </a:t>
            </a:r>
          </a:p>
          <a:p>
            <a:pPr algn="just"/>
            <a:r>
              <a:rPr lang="en-US" dirty="0"/>
              <a:t>It controls the software efficiently, and it consists of multiple domains of power.</a:t>
            </a:r>
          </a:p>
          <a:p>
            <a:pPr algn="just"/>
            <a:r>
              <a:rPr lang="en-US" dirty="0"/>
              <a:t>The NVIC, Nested Vectored interrupt controller, provides low latency as well as low jitter interrupt response.</a:t>
            </a:r>
          </a:p>
          <a:p>
            <a:pPr algn="just"/>
            <a:r>
              <a:rPr lang="en-US" dirty="0"/>
              <a:t> Another advantage is that there is no need of assembly programming in it.</a:t>
            </a:r>
          </a:p>
        </p:txBody>
      </p:sp>
    </p:spTree>
    <p:extLst>
      <p:ext uri="{BB962C8B-B14F-4D97-AF65-F5344CB8AC3E}">
        <p14:creationId xmlns:p14="http://schemas.microsoft.com/office/powerpoint/2010/main" val="1343174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88EA5-F25A-1A2F-6C32-EC97A0AD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ARM Cortex-M3 Architecture</a:t>
            </a:r>
            <a:br>
              <a:rPr lang="en-IN" dirty="0"/>
            </a:br>
            <a:r>
              <a:rPr lang="en-IN" dirty="0"/>
              <a:t>📚 </a:t>
            </a:r>
            <a:r>
              <a:rPr lang="en-IN" b="1" dirty="0"/>
              <a:t>Ref:</a:t>
            </a:r>
            <a:r>
              <a:rPr lang="en-IN" dirty="0"/>
              <a:t> Joseph Yiu – Ch-2,3</a:t>
            </a:r>
          </a:p>
        </p:txBody>
      </p:sp>
      <p:pic>
        <p:nvPicPr>
          <p:cNvPr id="4100" name="Picture 4" descr="CORETEX M3 MICROCONTROLLER architecture">
            <a:extLst>
              <a:ext uri="{FF2B5EF4-FFF2-40B4-BE49-F238E27FC236}">
                <a16:creationId xmlns:a16="http://schemas.microsoft.com/office/drawing/2014/main" id="{2F1C9692-869D-9B34-ED12-6E8955EE2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144" y="171450"/>
            <a:ext cx="6372225" cy="651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57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CD9DD-27F6-3B53-7486-B5A19DAD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ARM Cortex-A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EB247-30D5-3F12-AC3B-823B03108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Arm Cortex-A architecture defines high-performance, power-efficient CPU cores for complex tasks, powering smartphones, tablets, servers, and automotive systems, supporting rich OSs and applications with features like virtualization, </a:t>
            </a:r>
            <a:r>
              <a:rPr lang="en-US" dirty="0" err="1"/>
              <a:t>TrustZone</a:t>
            </a:r>
            <a:r>
              <a:rPr lang="en-US" dirty="0"/>
              <a:t> security, and advanced SIMD (NEON). </a:t>
            </a:r>
          </a:p>
          <a:p>
            <a:r>
              <a:rPr lang="en-US" dirty="0"/>
              <a:t>Key architectural shifts include ARMv7-A (32-bit) for older cores (A5, A7, A9) and the significant ARMv8-A (introducing 64-bit AArch64) for newer cores (A53, A57, A72, A75, A78, A720), with ARMv9-A bringing further advancements for AI/ML and safety-critical applications</a:t>
            </a:r>
          </a:p>
          <a:p>
            <a:r>
              <a:rPr lang="en-US"/>
              <a:t>.These </a:t>
            </a:r>
            <a:r>
              <a:rPr lang="en-US" dirty="0"/>
              <a:t>cores often work in </a:t>
            </a:r>
            <a:r>
              <a:rPr lang="en-US" dirty="0" err="1"/>
              <a:t>big.LITTLE</a:t>
            </a:r>
            <a:r>
              <a:rPr lang="en-US" dirty="0"/>
              <a:t> or </a:t>
            </a:r>
            <a:r>
              <a:rPr lang="en-US" dirty="0" err="1"/>
              <a:t>DynamIQ</a:t>
            </a:r>
            <a:r>
              <a:rPr lang="en-US" dirty="0"/>
              <a:t> configurations for optimal performance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1019390801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70</TotalTime>
  <Words>883</Words>
  <Application>Microsoft Office PowerPoint</Application>
  <PresentationFormat>Widescreen</PresentationFormat>
  <Paragraphs>160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 Light</vt:lpstr>
      <vt:lpstr>Rockwell</vt:lpstr>
      <vt:lpstr>Wingdings</vt:lpstr>
      <vt:lpstr>Atlas</vt:lpstr>
      <vt:lpstr>Review of Embedded Computing, Sensor Interfacing, Embedded System Design Process, CPS &amp; ARM Cortex M3 and Cortex A Architecture</vt:lpstr>
      <vt:lpstr>Review of Embedded Computing</vt:lpstr>
      <vt:lpstr>Review of Embedded Computing</vt:lpstr>
      <vt:lpstr>Interfacing Sensors with Embedded Systems</vt:lpstr>
      <vt:lpstr>Interfacing Sensors with Embedded Systems</vt:lpstr>
      <vt:lpstr>Embedded System Design Process Design Flow (Ref: Marilyn Wolf)</vt:lpstr>
      <vt:lpstr>Embedded System Design Process Design Flow (Ref: Marilyn Wolf)</vt:lpstr>
      <vt:lpstr>Cyber Physical Systems (CPS)</vt:lpstr>
      <vt:lpstr>Cyber Physical Systems (CPS)</vt:lpstr>
      <vt:lpstr>ARM Cortex Processor Families</vt:lpstr>
      <vt:lpstr>CORETEX M3 MICROCONTROLLER FEATURES</vt:lpstr>
      <vt:lpstr>CORETEX M3 MICROCONTROLLER FEATURES</vt:lpstr>
      <vt:lpstr>ARM Cortex-M3 Architecture 📚 Ref: Joseph Yiu – Ch-2,3</vt:lpstr>
      <vt:lpstr>ARM Cortex-A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Reni Nithya</dc:creator>
  <cp:lastModifiedBy>Reni Nithya</cp:lastModifiedBy>
  <cp:revision>1</cp:revision>
  <dcterms:created xsi:type="dcterms:W3CDTF">2026-01-18T18:51:54Z</dcterms:created>
  <dcterms:modified xsi:type="dcterms:W3CDTF">2026-01-18T20:02:40Z</dcterms:modified>
</cp:coreProperties>
</file>