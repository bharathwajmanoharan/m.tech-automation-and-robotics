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0" y="-731520"/>
            <a:ext cx="3200400" cy="3200400"/>
          </a:xfrm>
          <a:prstGeom prst="ellipse">
            <a:avLst/>
          </a:prstGeom>
          <a:solidFill>
            <a:srgbClr val="2C6FAC">
              <a:alpha val="20000"/>
            </a:srgbClr>
          </a:solidFill>
          <a:ln w="12700">
            <a:solidFill>
              <a:srgbClr val="2C6FAC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3200400"/>
            <a:ext cx="2286000" cy="2286000"/>
          </a:xfrm>
          <a:prstGeom prst="ellipse">
            <a:avLst/>
          </a:prstGeom>
          <a:solidFill>
            <a:srgbClr val="4FC3F7">
              <a:alpha val="15000"/>
            </a:srgbClr>
          </a:solidFill>
          <a:ln w="12700">
            <a:solidFill>
              <a:srgbClr val="4FC3F7">
                <a:alpha val="1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371600"/>
            <a:ext cx="274320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>
                    <a:alpha val="85000"/>
                  </a:srgbClr>
                </a:solidFill>
              </a:rPr>
              <a:t>CNC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3474720" y="411480"/>
            <a:ext cx="5303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4FC3F7"/>
                </a:solidFill>
              </a:rPr>
              <a:t>MANUFACTURING TECHNOLOGY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474720" y="804672"/>
            <a:ext cx="530352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CNC Machine &amp;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474720" y="1444752"/>
            <a:ext cx="53035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FC3F7"/>
                </a:solidFill>
              </a:rPr>
              <a:t>Machine Tools in Manufacturing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474720" y="2542032"/>
            <a:ext cx="5303520" cy="45720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2670048"/>
            <a:ext cx="5303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BEC5"/>
                </a:solidFill>
              </a:rPr>
              <a:t>Presented by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0" y="2926080"/>
            <a:ext cx="5303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Palak Tiwari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74720" y="3401568"/>
            <a:ext cx="5303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FC3F7"/>
                </a:solidFill>
              </a:rPr>
              <a:t>Reg. No: RA2512053010011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03504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</a:rPr>
              <a:t>CNC Machining — Overview, Applications &amp; Advantages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64592" y="749808"/>
            <a:ext cx="3017520" cy="274320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749808"/>
            <a:ext cx="3017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INTRODUCTION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01168" y="1060704"/>
            <a:ext cx="2944368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3A6B"/>
                </a:solidFill>
              </a:rPr>
              <a:t>Automates manufacturing via computer programs (G-code)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3A6B"/>
                </a:solidFill>
              </a:rPr>
              <a:t>Replaces manual operation of lathes, mills &amp; drills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3A6B"/>
                </a:solidFill>
              </a:rPr>
              <a:t>High precision, repeatability &amp; 24/7 productivity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3A6B"/>
                </a:solidFill>
              </a:rPr>
              <a:t>Works with steel, aluminum, plastics &amp; composites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4592" y="2523744"/>
            <a:ext cx="3017520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2523744"/>
            <a:ext cx="30175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4FC3F7"/>
                </a:solidFill>
              </a:rPr>
              <a:t>KEY IDEA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01168" y="2724912"/>
            <a:ext cx="294436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</a:rPr>
              <a:t>CNC = Computer-controlled machines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</a:rPr>
              <a:t>for accurate &amp; automated production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64992" y="749808"/>
            <a:ext cx="2743200" cy="274320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749808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</a:rPr>
              <a:t>APPLICATIONS &amp; MACHINE TYPES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364992" y="1060704"/>
            <a:ext cx="274320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64992" y="1060704"/>
            <a:ext cx="64008" cy="3657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93008" y="1078992"/>
            <a:ext cx="11887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Aerospace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93008" y="1243584"/>
            <a:ext cx="256032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</a:rPr>
              <a:t>Aircraft frames, turbines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64992" y="1481328"/>
            <a:ext cx="274320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64992" y="1481328"/>
            <a:ext cx="64008" cy="3657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93008" y="1499616"/>
            <a:ext cx="11887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Automotive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93008" y="1664208"/>
            <a:ext cx="256032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</a:rPr>
              <a:t>Engine blocks, body parts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364992" y="1901952"/>
            <a:ext cx="274320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64992" y="1901952"/>
            <a:ext cx="64008" cy="3657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93008" y="1920240"/>
            <a:ext cx="11887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Medical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493008" y="2084832"/>
            <a:ext cx="256032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</a:rPr>
              <a:t>Implants, surgical tools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64992" y="2322576"/>
            <a:ext cx="274320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64992" y="2322576"/>
            <a:ext cx="64008" cy="3657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93008" y="2340864"/>
            <a:ext cx="11887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Electronics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493008" y="2505456"/>
            <a:ext cx="256032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</a:rPr>
              <a:t>PCB housings, parts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364992" y="2743200"/>
            <a:ext cx="274320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64992" y="2743200"/>
            <a:ext cx="64008" cy="3657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93008" y="2761488"/>
            <a:ext cx="11887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VFD Mfg.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493008" y="2926080"/>
            <a:ext cx="256032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</a:rPr>
              <a:t>Enclosures, heat sinks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364992" y="3172968"/>
            <a:ext cx="1325880" cy="475488"/>
          </a:xfrm>
          <a:prstGeom prst="rect">
            <a:avLst/>
          </a:prstGeom>
          <a:solidFill>
            <a:srgbClr val="2C6FAC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64992" y="3172968"/>
            <a:ext cx="13258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Milling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3/5-axis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54880" y="3172968"/>
            <a:ext cx="1325880" cy="475488"/>
          </a:xfrm>
          <a:prstGeom prst="rect">
            <a:avLst/>
          </a:prstGeom>
          <a:solidFill>
            <a:srgbClr val="2C6FAC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172968"/>
            <a:ext cx="13258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Lathe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Turning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364992" y="3703320"/>
            <a:ext cx="1325880" cy="475488"/>
          </a:xfrm>
          <a:prstGeom prst="rect">
            <a:avLst/>
          </a:prstGeom>
          <a:solidFill>
            <a:srgbClr val="2C6FAC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64992" y="3703320"/>
            <a:ext cx="13258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Router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Plastics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54880" y="3703320"/>
            <a:ext cx="1325880" cy="475488"/>
          </a:xfrm>
          <a:prstGeom prst="rect">
            <a:avLst/>
          </a:prstGeom>
          <a:solidFill>
            <a:srgbClr val="2C6FAC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3703320"/>
            <a:ext cx="13258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EDM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Discharge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364992" y="4233672"/>
            <a:ext cx="1325880" cy="475488"/>
          </a:xfrm>
          <a:prstGeom prst="rect">
            <a:avLst/>
          </a:prstGeom>
          <a:solidFill>
            <a:srgbClr val="2C6FAC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64992" y="4233672"/>
            <a:ext cx="13258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Laser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Cutting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54880" y="4233672"/>
            <a:ext cx="1325880" cy="475488"/>
          </a:xfrm>
          <a:prstGeom prst="rect">
            <a:avLst/>
          </a:prstGeom>
          <a:solidFill>
            <a:srgbClr val="2C6FAC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4233672"/>
            <a:ext cx="13258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Waterjet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No heat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291072" y="749808"/>
            <a:ext cx="2697480" cy="274320"/>
          </a:xfrm>
          <a:prstGeom prst="rect">
            <a:avLst/>
          </a:prstGeom>
          <a:solidFill>
            <a:srgbClr val="1A7F4B"/>
          </a:solidFill>
          <a:ln w="12700">
            <a:solidFill>
              <a:srgbClr val="1A7F4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91072" y="749808"/>
            <a:ext cx="2697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✔ ADVANTAGES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327648" y="1060704"/>
            <a:ext cx="2633472" cy="1481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3A6B"/>
                </a:solidFill>
              </a:rPr>
              <a:t>Precision up to ±0.01 mm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3A6B"/>
                </a:solidFill>
              </a:rPr>
              <a:t>Runs 24/7 unattended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3A6B"/>
                </a:solidFill>
              </a:rPr>
              <a:t>Consistent quality &amp; repeat.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3A6B"/>
                </a:solidFill>
              </a:rPr>
              <a:t>Complex shapes &amp; designs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3A6B"/>
                </a:solidFill>
              </a:rPr>
              <a:t>Reduced material waste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291072" y="2596896"/>
            <a:ext cx="2697480" cy="2743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91072" y="2596896"/>
            <a:ext cx="2697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✘ LIMITATIONS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327648" y="2907792"/>
            <a:ext cx="2633472" cy="12070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3A6B"/>
                </a:solidFill>
              </a:rPr>
              <a:t>High initial machine cost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3A6B"/>
                </a:solidFill>
              </a:rPr>
              <a:t>Needs skilled programmers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3A6B"/>
                </a:solidFill>
              </a:rPr>
              <a:t>Regular maintenance needed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3A6B"/>
                </a:solidFill>
              </a:rPr>
              <a:t>High setup time for small jobs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246120" y="749808"/>
            <a:ext cx="73152" cy="42976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81344" y="749808"/>
            <a:ext cx="73152" cy="42976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64592" y="4773168"/>
            <a:ext cx="283464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64592" y="4773168"/>
            <a:ext cx="28346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C3F7"/>
                </a:solidFill>
              </a:rPr>
              <a:t>±0.01mm  </a:t>
            </a:r>
            <a:r>
              <a:rPr lang="en-US" sz="1000" dirty="0">
                <a:solidFill>
                  <a:srgbClr val="FFFFFF"/>
                </a:solidFill>
              </a:rPr>
              <a:t>Precision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136392" y="4773168"/>
            <a:ext cx="283464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136392" y="4773168"/>
            <a:ext cx="28346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C3F7"/>
                </a:solidFill>
              </a:rPr>
              <a:t>24/7  </a:t>
            </a:r>
            <a:r>
              <a:rPr lang="en-US" sz="1000" dirty="0">
                <a:solidFill>
                  <a:srgbClr val="FFFFFF"/>
                </a:solidFill>
              </a:rPr>
              <a:t>Uptime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108192" y="4773168"/>
            <a:ext cx="283464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08192" y="4773168"/>
            <a:ext cx="28346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C3F7"/>
                </a:solidFill>
              </a:rPr>
              <a:t>100%  </a:t>
            </a:r>
            <a:r>
              <a:rPr lang="en-US" sz="1000" dirty="0">
                <a:solidFill>
                  <a:srgbClr val="FFFFFF"/>
                </a:solidFill>
              </a:rPr>
              <a:t>Repeatability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200400"/>
            <a:ext cx="3200400" cy="3200400"/>
          </a:xfrm>
          <a:prstGeom prst="ellipse">
            <a:avLst/>
          </a:prstGeom>
          <a:solidFill>
            <a:srgbClr val="2C6FAC">
              <a:alpha val="20000"/>
            </a:srgbClr>
          </a:solidFill>
          <a:ln w="12700">
            <a:solidFill>
              <a:srgbClr val="2C6FAC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4FC3F7">
              <a:alpha val="15000"/>
            </a:srgbClr>
          </a:solidFill>
          <a:ln w="12700">
            <a:solidFill>
              <a:srgbClr val="4FC3F7">
                <a:alpha val="1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097280"/>
            <a:ext cx="329184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YOU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206240" y="1005840"/>
            <a:ext cx="73152" cy="31089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005840"/>
            <a:ext cx="43891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C3F7"/>
                </a:solidFill>
              </a:rPr>
              <a:t>CNC Machine &amp;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4FC3F7"/>
                </a:solidFill>
              </a:rPr>
              <a:t>Machine Tools in Manufacturing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480560" y="1874520"/>
            <a:ext cx="4389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0BEC5"/>
                </a:solidFill>
              </a:rPr>
              <a:t>Computer Numerical Control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2304288"/>
            <a:ext cx="3200400" cy="36576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2423160"/>
            <a:ext cx="4389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Presented by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80560" y="2688336"/>
            <a:ext cx="43891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Palak Tiwari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80560" y="3145536"/>
            <a:ext cx="4389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C3F7"/>
                </a:solidFill>
              </a:rPr>
              <a:t>Reg. No: RA2512053010011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80560" y="3657600"/>
            <a:ext cx="4389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0BEC5"/>
                </a:solidFill>
              </a:rPr>
              <a:t>Any Questions?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1166</Words>
  <Application>WPS Writer</Application>
  <PresentationFormat>On-screen Show (16:9)</PresentationFormat>
  <Paragraphs>105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SimSun</vt:lpstr>
      <vt:lpstr>Wingdings</vt:lpstr>
      <vt:lpstr>Calibri</vt:lpstr>
      <vt:lpstr>Helvetica Neue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CNC Machine and Machine Tools in Manufacturing</dc:title>
  <dc:creator>PptxGenJS</dc:creator>
  <dc:subject>PptxGenJS Presentation</dc:subject>
  <cp:lastModifiedBy>Palak Tiwari</cp:lastModifiedBy>
  <cp:revision>2</cp:revision>
  <dcterms:created xsi:type="dcterms:W3CDTF">2026-05-04T19:46:45Z</dcterms:created>
  <dcterms:modified xsi:type="dcterms:W3CDTF">2026-05-04T19:46:45Z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8D9201BA9B738559A5F7F8690BE951F3_42</vt:lpwstr>
  </property>
  <property fmtid="{D5CDD505-2E9C-101B-9397-08002B2CF9AE}" pid="3" name="KSOProductBuildVer">
    <vt:lpwstr>1033-12.1.23155.23155</vt:lpwstr>
  </property>
</Properties>
</file>