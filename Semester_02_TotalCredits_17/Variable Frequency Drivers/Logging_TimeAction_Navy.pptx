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1E4D7B">
              <a:alpha val="40000"/>
            </a:srgbClr>
          </a:solidFill>
          <a:ln w="12700">
            <a:solidFill>
              <a:srgbClr val="1E4D7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017520"/>
            <a:ext cx="3200400" cy="3200400"/>
          </a:xfrm>
          <a:prstGeom prst="ellipse">
            <a:avLst/>
          </a:prstGeom>
          <a:solidFill>
            <a:srgbClr val="00A8E8">
              <a:alpha val="20000"/>
            </a:srgbClr>
          </a:solidFill>
          <a:ln w="12700">
            <a:solidFill>
              <a:srgbClr val="00A8E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0"/>
            <a:ext cx="54864" cy="5143500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658368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6583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 &amp;  HMI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Function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Time Action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1005840" y="2834640"/>
            <a:ext cx="5029200" cy="36576"/>
          </a:xfrm>
          <a:prstGeom prst="rect">
            <a:avLst/>
          </a:prstGeom>
          <a:solidFill>
            <a:srgbClr val="7BAFD4"/>
          </a:solidFill>
          <a:ln w="12700">
            <a:solidFill>
              <a:srgbClr val="7BAF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Nedungkilli 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4015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RA2512053010007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5042916"/>
            <a:ext cx="9144000" cy="100584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5042916"/>
            <a:ext cx="3200400" cy="10058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54864" cy="4937760"/>
          </a:xfrm>
          <a:prstGeom prst="rect">
            <a:avLst/>
          </a:prstGeom>
          <a:solidFill>
            <a:srgbClr val="00A8E8">
              <a:alpha val="60000"/>
            </a:srgbClr>
          </a:solidFill>
          <a:ln w="12700">
            <a:solidFill>
              <a:srgbClr val="00A8E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7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02336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32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Function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logging function in VFD and HMI systems records operational data such as speed, current, voltage, and fault events over time. It serves as a critical tool for monitoring drive performance and ensuring system reliability.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914400"/>
            <a:ext cx="4023360" cy="5029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932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15087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action in VFD and HMI refers to scheduled or timed control sequences that automate drive operations based on predefined time conditions. It enables hands-free control of motors and processes without manual intervention.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5042916"/>
            <a:ext cx="9144000" cy="100584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5042916"/>
            <a:ext cx="3200400" cy="10058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54864" cy="4937760"/>
          </a:xfrm>
          <a:prstGeom prst="rect">
            <a:avLst/>
          </a:prstGeom>
          <a:solidFill>
            <a:srgbClr val="00A8E8">
              <a:alpha val="60000"/>
            </a:srgbClr>
          </a:solidFill>
          <a:ln w="12700">
            <a:solidFill>
              <a:srgbClr val="00A8E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Function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00600" y="8686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64008" cy="1600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History Logging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VFD fault codes with timestamps, helping technicians diagnose and resolve recurring issues quickly.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108960"/>
            <a:ext cx="64008" cy="1600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00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Change Logging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any VFD parameter modifications in the HMI, providing a clear audit trail for maintenance and compliance.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132588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325880"/>
            <a:ext cx="64008" cy="16002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417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Start/Stop Control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17830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starts and stops the VFD-driven motor at fixed times, reducing operator dependency.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10896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108960"/>
            <a:ext cx="64008" cy="16002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200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Speed Adjustment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VFD output frequency at different times of the day to match production demand automatically.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5042916"/>
            <a:ext cx="9144000" cy="100584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5042916"/>
            <a:ext cx="3200400" cy="10058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54864" cy="4937760"/>
          </a:xfrm>
          <a:prstGeom prst="rect">
            <a:avLst/>
          </a:prstGeom>
          <a:solidFill>
            <a:srgbClr val="00A8E8">
              <a:alpha val="60000"/>
            </a:srgbClr>
          </a:solidFill>
          <a:ln w="12700">
            <a:solidFill>
              <a:srgbClr val="00A8E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8412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Function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00600" y="8412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61872"/>
            <a:ext cx="64008" cy="16276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350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Sampling &amp; Storage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19072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HMI polls the VFD at regular intervals to read parameters like frequency, current, and voltage, then time-stamps and stores them in log memory for chronological records.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044952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44952"/>
            <a:ext cx="64008" cy="16276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181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Event-Triggered Fault Capture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02152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VFD detects a fault (overcurrent, overload, etc.), the HMI instantly logs the fault code, timestamp, and last known operating values for accurate diagnosis.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1261872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261872"/>
            <a:ext cx="64008" cy="162763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3350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Based Scheduling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1719072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HMI uses its built-in Real-Time Clock (RTC) to match pre-programmed time conditions and automatically sends Run, Stop, or Setpoint commands to the VFD via Modbus or Profibus.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3044952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044952"/>
            <a:ext cx="64008" cy="162763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1181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Condition-Based Time Logic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502152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HMI executes time actions only when both a time condition and a process condition are met (e.g., "Start at 08:00 AM only if Tank Level &gt; 50%"), ensuring safe and process-aware control.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5042916"/>
            <a:ext cx="9144000" cy="100584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5042916"/>
            <a:ext cx="3200400" cy="10058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1E4D7B">
              <a:alpha val="30000"/>
            </a:srgbClr>
          </a:solidFill>
          <a:ln w="12700">
            <a:solidFill>
              <a:srgbClr val="1E4D7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00A8E8">
              <a:alpha val="15000"/>
            </a:srgbClr>
          </a:solidFill>
          <a:ln w="12700">
            <a:solidFill>
              <a:srgbClr val="00A8E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005840"/>
            <a:ext cx="8412480" cy="14173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05840"/>
            <a:ext cx="64008" cy="14173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078992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logging and time-action features to enable proactive maintenance and reliable automation.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606040"/>
            <a:ext cx="8412480" cy="1417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606040"/>
            <a:ext cx="64008" cy="1417320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79192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clock synchronization, secure log storage, and integration with enterprise monitoring for optimal results.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A N K   Y O U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0" y="5042916"/>
            <a:ext cx="9144000" cy="100584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5042916"/>
            <a:ext cx="3200400" cy="10058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2026-05-05T04:44:21Z</dcterms:created>
  <dcterms:modified xsi:type="dcterms:W3CDTF">2026-05-05T04:44:21Z</dcterms:modified>
</cp:coreProperties>
</file>