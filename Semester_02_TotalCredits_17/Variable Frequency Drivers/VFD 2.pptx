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0" r:id="rId5"/>
    <p:sldId id="282" r:id="rId6"/>
    <p:sldId id="284" r:id="rId7"/>
    <p:sldId id="28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5/5/2026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5/5/2026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5369441" y="1233378"/>
            <a:ext cx="5441285" cy="2364964"/>
          </a:xfrm>
        </p:spPr>
        <p:txBody>
          <a:bodyPr>
            <a:normAutofit/>
          </a:bodyPr>
          <a:lstStyle/>
          <a:p>
            <a:r>
              <a:rPr lang="en-US"/>
              <a:t>Use of VFD in Renewable Energy Systems </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5369441" y="3598339"/>
            <a:ext cx="5441286" cy="1675335"/>
          </a:xfrm>
        </p:spPr>
        <p:txBody>
          <a:bodyPr>
            <a:normAutofit/>
          </a:bodyPr>
          <a:lstStyle/>
          <a:p>
            <a:r>
              <a:rPr lang="en-US">
                <a:solidFill>
                  <a:srgbClr val="5995BE"/>
                </a:solidFill>
              </a:rPr>
              <a:t>Mohamad rizvan </a:t>
            </a:r>
          </a:p>
        </p:txBody>
      </p:sp>
      <p:pic>
        <p:nvPicPr>
          <p:cNvPr id="101" name="Picture 100">
            <a:extLst>
              <a:ext uri="{FF2B5EF4-FFF2-40B4-BE49-F238E27FC236}">
                <a16:creationId xmlns:a16="http://schemas.microsoft.com/office/drawing/2014/main" id="{921F6D7D-004A-4CAE-B291-06EF058C4A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49" y="1"/>
            <a:ext cx="4690532" cy="6858000"/>
          </a:xfrm>
          <a:prstGeom prst="rect">
            <a:avLst/>
          </a:prstGeom>
        </p:spPr>
      </p:pic>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4">
            <a:extLst>
              <a:ext uri="{28A0092B-C50C-407E-A947-70E740481C1C}">
                <a14:useLocalDpi xmlns:a14="http://schemas.microsoft.com/office/drawing/2010/main" val="0"/>
              </a:ext>
            </a:extLst>
          </a:blip>
          <a:srcRect l="33203" r="27777"/>
          <a:stretch>
            <a:fillRect/>
          </a:stretch>
        </p:blipFill>
        <p:spPr>
          <a:xfrm>
            <a:off x="643339" y="643464"/>
            <a:ext cx="3551912" cy="5120304"/>
          </a:xfrm>
          <a:prstGeom prst="rect">
            <a:avLst/>
          </a:prstGeom>
        </p:spPr>
      </p:pic>
      <p:pic>
        <p:nvPicPr>
          <p:cNvPr id="5" name="Picture 4">
            <a:extLst>
              <a:ext uri="{FF2B5EF4-FFF2-40B4-BE49-F238E27FC236}">
                <a16:creationId xmlns:a16="http://schemas.microsoft.com/office/drawing/2014/main" id="{AFD6991B-E4C7-4BE2-CCD3-8C49A3330F1C}"/>
              </a:ext>
            </a:extLst>
          </p:cNvPr>
          <p:cNvPicPr>
            <a:picLocks noChangeAspect="1"/>
          </p:cNvPicPr>
          <p:nvPr/>
        </p:nvPicPr>
        <p:blipFill>
          <a:blip r:embed="rId5"/>
          <a:srcRect l="25210" t="5532" r="30154" b="4114"/>
          <a:stretch>
            <a:fillRect/>
          </a:stretch>
        </p:blipFill>
        <p:spPr>
          <a:xfrm>
            <a:off x="512673" y="330740"/>
            <a:ext cx="3813243" cy="6196519"/>
          </a:xfrm>
          <a:prstGeom prst="rect">
            <a:avLst/>
          </a:prstGeom>
        </p:spPr>
      </p:pic>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A7F5D76-1FEC-470A-B476-70574A89C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49AD5F-FDE6-BA22-2E35-9158A63854C7}"/>
              </a:ext>
            </a:extLst>
          </p:cNvPr>
          <p:cNvSpPr>
            <a:spLocks noGrp="1"/>
          </p:cNvSpPr>
          <p:nvPr>
            <p:ph type="title"/>
          </p:nvPr>
        </p:nvSpPr>
        <p:spPr>
          <a:xfrm>
            <a:off x="913795" y="609600"/>
            <a:ext cx="10353762" cy="1257300"/>
          </a:xfrm>
        </p:spPr>
        <p:txBody>
          <a:bodyPr>
            <a:normAutofit/>
          </a:bodyPr>
          <a:lstStyle/>
          <a:p>
            <a:r>
              <a:rPr lang="en-US" sz="3900"/>
              <a:t>Use of Variable Frequency Drive (VFD) in Renewable Energy Systems</a:t>
            </a:r>
            <a:endParaRPr lang="en-IN" sz="3900"/>
          </a:p>
        </p:txBody>
      </p:sp>
      <p:sp>
        <p:nvSpPr>
          <p:cNvPr id="3" name="Content Placeholder 2">
            <a:extLst>
              <a:ext uri="{FF2B5EF4-FFF2-40B4-BE49-F238E27FC236}">
                <a16:creationId xmlns:a16="http://schemas.microsoft.com/office/drawing/2014/main" id="{F6177C49-D32F-6961-F27A-9DE834FF2B49}"/>
              </a:ext>
            </a:extLst>
          </p:cNvPr>
          <p:cNvSpPr>
            <a:spLocks noGrp="1"/>
          </p:cNvSpPr>
          <p:nvPr>
            <p:ph idx="1"/>
          </p:nvPr>
        </p:nvSpPr>
        <p:spPr>
          <a:xfrm>
            <a:off x="913795" y="2132822"/>
            <a:ext cx="5546272" cy="3658378"/>
          </a:xfrm>
        </p:spPr>
        <p:txBody>
          <a:bodyPr anchor="ctr">
            <a:normAutofit/>
          </a:bodyPr>
          <a:lstStyle/>
          <a:p>
            <a:pPr>
              <a:lnSpc>
                <a:spcPct val="100000"/>
              </a:lnSpc>
            </a:pPr>
            <a:r>
              <a:rPr lang="en-US"/>
              <a:t>This presentation discusses the role of Variable Frequency Drives (VFDs) in renewable energy systems. It highlights how VFDs improve efficiency, control, and reliability in systems like wind and solar power generation. The presentation also covers applications, advantages, and future scope of VFD technology in sustainable energy solutions.</a:t>
            </a:r>
            <a:endParaRPr lang="en-IN"/>
          </a:p>
        </p:txBody>
      </p:sp>
      <p:pic>
        <p:nvPicPr>
          <p:cNvPr id="5" name="Picture 4">
            <a:extLst>
              <a:ext uri="{FF2B5EF4-FFF2-40B4-BE49-F238E27FC236}">
                <a16:creationId xmlns:a16="http://schemas.microsoft.com/office/drawing/2014/main" id="{FC593911-D7C2-BF48-4234-748F228A23E0}"/>
              </a:ext>
            </a:extLst>
          </p:cNvPr>
          <p:cNvPicPr>
            <a:picLocks noChangeAspect="1"/>
          </p:cNvPicPr>
          <p:nvPr/>
        </p:nvPicPr>
        <p:blipFill>
          <a:blip r:embed="rId3"/>
          <a:stretch>
            <a:fillRect/>
          </a:stretch>
        </p:blipFill>
        <p:spPr>
          <a:xfrm>
            <a:off x="7066560" y="2704334"/>
            <a:ext cx="4065464" cy="2114981"/>
          </a:xfrm>
          <a:prstGeom prst="rect">
            <a:avLst/>
          </a:prstGeom>
        </p:spPr>
      </p:pic>
    </p:spTree>
    <p:extLst>
      <p:ext uri="{BB962C8B-B14F-4D97-AF65-F5344CB8AC3E}">
        <p14:creationId xmlns:p14="http://schemas.microsoft.com/office/powerpoint/2010/main" val="4074774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9E8DC1-06E0-8226-4FC7-A9DD1DBFAA86}"/>
              </a:ext>
            </a:extLst>
          </p:cNvPr>
          <p:cNvPicPr>
            <a:picLocks noChangeAspect="1"/>
          </p:cNvPicPr>
          <p:nvPr/>
        </p:nvPicPr>
        <p:blipFill>
          <a:blip r:embed="rId2">
            <a:alphaModFix amt="2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0BF7D84-546A-BD2D-C83B-B85C604774DB}"/>
              </a:ext>
            </a:extLst>
          </p:cNvPr>
          <p:cNvSpPr>
            <a:spLocks noGrp="1"/>
          </p:cNvSpPr>
          <p:nvPr>
            <p:ph type="title"/>
          </p:nvPr>
        </p:nvSpPr>
        <p:spPr>
          <a:xfrm>
            <a:off x="913795" y="609600"/>
            <a:ext cx="10353762" cy="1257300"/>
          </a:xfrm>
        </p:spPr>
        <p:txBody>
          <a:bodyPr>
            <a:normAutofit/>
          </a:bodyPr>
          <a:lstStyle/>
          <a:p>
            <a:r>
              <a:rPr lang="en-US" dirty="0"/>
              <a:t>Need for VFD in Renewable Energy</a:t>
            </a:r>
            <a:endParaRPr lang="en-IN" dirty="0"/>
          </a:p>
        </p:txBody>
      </p:sp>
      <p:sp>
        <p:nvSpPr>
          <p:cNvPr id="3" name="Content Placeholder 2">
            <a:extLst>
              <a:ext uri="{FF2B5EF4-FFF2-40B4-BE49-F238E27FC236}">
                <a16:creationId xmlns:a16="http://schemas.microsoft.com/office/drawing/2014/main" id="{D1D1B748-ACC0-14CA-E199-D0189DCD5B9D}"/>
              </a:ext>
            </a:extLst>
          </p:cNvPr>
          <p:cNvSpPr>
            <a:spLocks noGrp="1"/>
          </p:cNvSpPr>
          <p:nvPr>
            <p:ph idx="1"/>
          </p:nvPr>
        </p:nvSpPr>
        <p:spPr>
          <a:xfrm>
            <a:off x="913795" y="2076450"/>
            <a:ext cx="10353762" cy="3714749"/>
          </a:xfrm>
        </p:spPr>
        <p:txBody>
          <a:bodyPr anchor="ctr">
            <a:normAutofit/>
          </a:bodyPr>
          <a:lstStyle/>
          <a:p>
            <a:r>
              <a:rPr lang="en-US" dirty="0"/>
              <a:t>Renewable energy sources are inherently variable and unpredictable. For example, wind speed changes continuously, affecting turbine speed, and solar irradiance varies throughout the day. VFDs help in adapting to these changes by maintaining optimal motor and generator performance, thereby increasing efficiency and reducing energy losses.</a:t>
            </a:r>
            <a:endParaRPr lang="en-IN" dirty="0"/>
          </a:p>
        </p:txBody>
      </p:sp>
    </p:spTree>
    <p:extLst>
      <p:ext uri="{BB962C8B-B14F-4D97-AF65-F5344CB8AC3E}">
        <p14:creationId xmlns:p14="http://schemas.microsoft.com/office/powerpoint/2010/main" val="330192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indmills in black and white background">
            <a:extLst>
              <a:ext uri="{FF2B5EF4-FFF2-40B4-BE49-F238E27FC236}">
                <a16:creationId xmlns:a16="http://schemas.microsoft.com/office/drawing/2014/main" id="{28599AFC-5558-3164-6A90-222D4AD6046E}"/>
              </a:ext>
            </a:extLst>
          </p:cNvPr>
          <p:cNvPicPr>
            <a:picLocks noChangeAspect="1"/>
          </p:cNvPicPr>
          <p:nvPr/>
        </p:nvPicPr>
        <p:blipFill>
          <a:blip r:embed="rId2">
            <a:alphaModFix amt="25000"/>
          </a:blip>
          <a:srcRect t="778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DABC77A-3CD4-7D25-DA94-198B537F2E71}"/>
              </a:ext>
            </a:extLst>
          </p:cNvPr>
          <p:cNvSpPr>
            <a:spLocks noGrp="1"/>
          </p:cNvSpPr>
          <p:nvPr>
            <p:ph type="title"/>
          </p:nvPr>
        </p:nvSpPr>
        <p:spPr>
          <a:xfrm>
            <a:off x="913795" y="609600"/>
            <a:ext cx="10353762" cy="1257300"/>
          </a:xfrm>
        </p:spPr>
        <p:txBody>
          <a:bodyPr>
            <a:normAutofit/>
          </a:bodyPr>
          <a:lstStyle/>
          <a:p>
            <a:r>
              <a:rPr lang="en-US" dirty="0"/>
              <a:t>Application in Wind Energy Systems</a:t>
            </a:r>
            <a:endParaRPr lang="en-IN" dirty="0"/>
          </a:p>
        </p:txBody>
      </p:sp>
      <p:sp>
        <p:nvSpPr>
          <p:cNvPr id="3" name="Content Placeholder 2">
            <a:extLst>
              <a:ext uri="{FF2B5EF4-FFF2-40B4-BE49-F238E27FC236}">
                <a16:creationId xmlns:a16="http://schemas.microsoft.com/office/drawing/2014/main" id="{2B9BC3F9-45A7-6D3E-CF77-E2A22A72B433}"/>
              </a:ext>
            </a:extLst>
          </p:cNvPr>
          <p:cNvSpPr>
            <a:spLocks noGrp="1"/>
          </p:cNvSpPr>
          <p:nvPr>
            <p:ph idx="1"/>
          </p:nvPr>
        </p:nvSpPr>
        <p:spPr>
          <a:xfrm>
            <a:off x="913795" y="2076450"/>
            <a:ext cx="10353762" cy="3714749"/>
          </a:xfrm>
        </p:spPr>
        <p:txBody>
          <a:bodyPr anchor="ctr">
            <a:normAutofit/>
          </a:bodyPr>
          <a:lstStyle/>
          <a:p>
            <a:r>
              <a:rPr lang="en-US" dirty="0"/>
              <a:t>In wind energy systems, VFDs are used to control the speed of wind turbine generators. Since wind speed is not constant, VFDs allow turbines to operate at variable speeds, maximizing energy capture. This improves efficiency and reduces mechanical stress on turbine components, leading to longer system life.</a:t>
            </a:r>
            <a:endParaRPr lang="en-IN" dirty="0"/>
          </a:p>
        </p:txBody>
      </p:sp>
    </p:spTree>
    <p:extLst>
      <p:ext uri="{BB962C8B-B14F-4D97-AF65-F5344CB8AC3E}">
        <p14:creationId xmlns:p14="http://schemas.microsoft.com/office/powerpoint/2010/main" val="32046813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CB38EC-895A-4F8F-8F75-E263501ABB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Integer pillars</Template>
  <TotalTime>17</TotalTime>
  <Words>194</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 Nova</vt:lpstr>
      <vt:lpstr>Arial Nova Light</vt:lpstr>
      <vt:lpstr>Wingdings 2</vt:lpstr>
      <vt:lpstr>SlateVTI</vt:lpstr>
      <vt:lpstr>Use of VFD in Renewable Energy Systems </vt:lpstr>
      <vt:lpstr>Use of Variable Frequency Drive (VFD) in Renewable Energy Systems</vt:lpstr>
      <vt:lpstr>Need for VFD in Renewable Energy</vt:lpstr>
      <vt:lpstr>Application in Wind Energy Systems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rizvan</dc:creator>
  <cp:lastModifiedBy>mohamad rizvan</cp:lastModifiedBy>
  <cp:revision>2</cp:revision>
  <dcterms:created xsi:type="dcterms:W3CDTF">2026-04-27T13:37:06Z</dcterms:created>
  <dcterms:modified xsi:type="dcterms:W3CDTF">2026-05-05T03:33:25Z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