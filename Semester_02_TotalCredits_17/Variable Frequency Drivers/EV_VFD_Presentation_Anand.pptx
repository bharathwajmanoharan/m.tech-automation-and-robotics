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56" r:id="rId3"/>
    <p:sldId id="271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28F3FF-C8C0-403F-BC1E-D587BCF2FE5D}">
          <p14:sldIdLst>
            <p14:sldId id="259"/>
            <p14:sldId id="256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6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2307"/>
            <a:ext cx="10972800" cy="23379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7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Smart Motor Control in EVs using VFD</a:t>
            </a:r>
            <a:endParaRPr lang="en-US" sz="7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3130935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733" dirty="0">
                <a:solidFill>
                  <a:srgbClr val="D5E8F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Variable Frequency Drives for Electric Vehicle Performance</a:t>
            </a:r>
            <a:endParaRPr lang="en-US" sz="3733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7832" y="4347535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66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Technical Analysis</a:t>
            </a:r>
            <a:endParaRPr lang="en-US" sz="2667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46A41-4D8C-FB59-A78C-C79F6DF19560}"/>
              </a:ext>
            </a:extLst>
          </p:cNvPr>
          <p:cNvSpPr txBox="1"/>
          <p:nvPr/>
        </p:nvSpPr>
        <p:spPr>
          <a:xfrm>
            <a:off x="9233787" y="5977325"/>
            <a:ext cx="27440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IN" sz="2400" b="1" dirty="0">
                <a:solidFill>
                  <a:prstClr val="white"/>
                </a:solidFill>
                <a:latin typeface="Calibri" panose="020F0502020204030204"/>
              </a:rPr>
              <a:t>BY-Anand V. Chavan</a:t>
            </a:r>
          </a:p>
          <a:p>
            <a:pPr defTabSz="1219170"/>
            <a:r>
              <a:rPr lang="en-IN" sz="2400" b="1" dirty="0">
                <a:solidFill>
                  <a:prstClr val="white"/>
                </a:solidFill>
                <a:latin typeface="Calibri" panose="020F0502020204030204"/>
              </a:rPr>
              <a:t>RA2512053010013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36576"/>
            <a:ext cx="1203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Motor Control in EVs using Variable Frequency Drives (VFD)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749808"/>
            <a:ext cx="2926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" y="749808"/>
            <a:ext cx="29260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" y="758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VFD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1033272"/>
            <a:ext cx="2761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VFD?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Frequency Drive converts fixed-freq AC/DC power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variable-frequency AC to control motor speed &amp; torque.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Optimal motor efficiency across speed range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Precise torque control for accel. &amp; braking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Extended driving range via energy optimization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Superior performance in all driving conditions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63824" y="749808"/>
            <a:ext cx="2926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695C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3824" y="749808"/>
            <a:ext cx="292608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758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Architecture &amp; Specs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55264" y="1033272"/>
            <a:ext cx="2761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 Source → Rectifier → DC Link → Inverter → Motor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(Microprocessor) manages Frequency &amp; Voltage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Specifications: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Battery 300–400 V DC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Variable AC 0–120 Hz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100–300+ kW (vehicle class)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μs-level precision for optimal response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749808"/>
            <a:ext cx="2926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4527A0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749808"/>
            <a:ext cx="2926080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758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Components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09360" y="1033272"/>
            <a:ext cx="2761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Rectifier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AC to DC via diode/thyristor bridges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DC Link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voltage with capacitors; stabilizes bus voltage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Inverter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→ variable-freq AC using IGBTs / MOSFETs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Controller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control algorithms; manages switching sequences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72016" y="749808"/>
            <a:ext cx="2926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D32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72016" y="749808"/>
            <a:ext cx="29260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6024" y="758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363456" y="1033272"/>
            <a:ext cx="2761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Formula: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(120 × Frequency) / No. of Poles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Stages: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Hz   – Motor standstill / zero speed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Hz  – Low speed, maximum torque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Hz  – Mid-range / highway cruising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Hz – High-speed / performance mode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" y="2852928"/>
            <a:ext cx="2926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9728" y="2852928"/>
            <a:ext cx="29260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" y="2862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 Strategies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168" y="3136392"/>
            <a:ext cx="2761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Control (FOC)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speed &amp; torque control; excellent dynamic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response; most widely used in EVs.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Torque Control (DTC)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torque regulation; fast response; minimal delays;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for acceleration.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Predictive Control (MPC)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future behavior; optimizes efficiency; adapts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variable conditions.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63824" y="2852928"/>
            <a:ext cx="2926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695C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63824" y="2852928"/>
            <a:ext cx="292608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32" y="2862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Control (FOC) Flow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55264" y="3136392"/>
            <a:ext cx="2761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Motor Params (Speed, Current, Voltage)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Transform to dq Coordinates (Decoupling)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Calculate Flux &amp; Torque Components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Apply PI Controllers for Speed &amp; Current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Generate PWM Signals to Inverter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Output Optimized Motor Voltage &amp; Frequency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vs FOC Comparison: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DTC Fastest · FOC Moderate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FOC Excellent · DTC Very Good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852928"/>
            <a:ext cx="2926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4527A0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852928"/>
            <a:ext cx="2926080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2862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3136392"/>
            <a:ext cx="2761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Flow: Battery → VFD → Motor → Wheels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Braking: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Motor becomes a generator during braking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Recovers kinetic energy → charges battery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Extends driving range by 10–25%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Powertrain Feedback Loops: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– SOC, voltage, temperature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Encoder – real-time speed &amp; position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&amp; Temp Sensors – phase &amp; thermal monitoring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72016" y="2852928"/>
            <a:ext cx="2926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D32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272016" y="2852928"/>
            <a:ext cx="29260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36024" y="2862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Management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63456" y="3136392"/>
            <a:ext cx="2761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&lt; 85°C · Caution: 85–100°C · Shutdown: &gt; 100°C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Strategies: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– Heatsinks &amp; natural convection (low power)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Air – Fans for medium-power VFDs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– Glycol circuits for 300+ kW inverters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– Motor-frame cooling for optimal path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AWD multi-motor coordination; AI predictive energy mgmt;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torque vectoring; wireless charging integration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9728" y="4846320"/>
            <a:ext cx="5980176" cy="182880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9728" y="4846320"/>
            <a:ext cx="5980176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4855464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Safety Systems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01168" y="5129784"/>
            <a:ext cx="581558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Over-Current Protection – Instant shutdown if current &gt; limit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Over-Temperature Monitoring – Alert &amp; derate at 85°C, shutdown at 100°C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DC Bus Voltage Monitoring – Range 250–450 V; auto-shutdown if out of range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L4: Sensor Failure Detection – Monitors current, voltage &amp; temperature sensors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L5: Emergency Isolation – Contactor opens, motor disabled immediately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17920" y="4846320"/>
            <a:ext cx="2926080" cy="1828800"/>
          </a:xfrm>
          <a:prstGeom prst="rect">
            <a:avLst/>
          </a:prstGeom>
          <a:solidFill>
            <a:srgbClr val="0D2137"/>
          </a:solidFill>
          <a:ln w="12700">
            <a:solidFill>
              <a:srgbClr val="4527A0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4846320"/>
            <a:ext cx="2926080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4855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09360" y="5129784"/>
            <a:ext cx="276148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Efficiency:   92–95%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Response:     &lt; 10 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Control:       ± 1% Accuracy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Density:       4–8 kW/kg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Improvement:   8–15%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kW:         $15–25/kW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(Typical modern EV VFD systems)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272016" y="4846320"/>
            <a:ext cx="2926080" cy="182880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D32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272016" y="4846320"/>
            <a:ext cx="29260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36024" y="4855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 &amp; Conclusion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363456" y="5129784"/>
            <a:ext cx="276148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Semiconductors – 50% efficiency gains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Devices – Higher switching frequencies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Control – Real-time optimization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Power – Dynamic charging while driving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Battery-Inverter – Reduced complexity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VFDs are fundamental to modern EV performance;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semiconductors will drive further gains.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Motor Control in EVs using VFD  |  Comprehensive Technical Analysis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BAEC3-E762-F2C2-0370-3990B9A08721}"/>
              </a:ext>
            </a:extLst>
          </p:cNvPr>
          <p:cNvSpPr txBox="1"/>
          <p:nvPr/>
        </p:nvSpPr>
        <p:spPr>
          <a:xfrm>
            <a:off x="3270226" y="2495108"/>
            <a:ext cx="558935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4897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721</Words>
  <Application>Microsoft Office PowerPoint</Application>
  <PresentationFormat>Widescreen</PresentationFormat>
  <Paragraphs>108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Anand Chavan</cp:lastModifiedBy>
  <cp:revision>3</cp:revision>
  <dcterms:created xsi:type="dcterms:W3CDTF">2026-05-05T03:34:53Z</dcterms:created>
  <dcterms:modified xsi:type="dcterms:W3CDTF">2026-05-05T03:41:34Z</dcterms:modified>
</cp:coreProperties>
</file>