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0404-EE68-48F5-ABCC-735D1EC29881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80DBB-BAEC-4C17-B1B0-867A507F2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923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0404-EE68-48F5-ABCC-735D1EC29881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80DBB-BAEC-4C17-B1B0-867A507F2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888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0404-EE68-48F5-ABCC-735D1EC29881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80DBB-BAEC-4C17-B1B0-867A507F2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442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0404-EE68-48F5-ABCC-735D1EC29881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80DBB-BAEC-4C17-B1B0-867A507F2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210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0404-EE68-48F5-ABCC-735D1EC29881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80DBB-BAEC-4C17-B1B0-867A507F2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67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0404-EE68-48F5-ABCC-735D1EC29881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80DBB-BAEC-4C17-B1B0-867A507F2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12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0404-EE68-48F5-ABCC-735D1EC29881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80DBB-BAEC-4C17-B1B0-867A507F2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01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0404-EE68-48F5-ABCC-735D1EC29881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80DBB-BAEC-4C17-B1B0-867A507F2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721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0404-EE68-48F5-ABCC-735D1EC29881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80DBB-BAEC-4C17-B1B0-867A507F2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907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0404-EE68-48F5-ABCC-735D1EC29881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80DBB-BAEC-4C17-B1B0-867A507F2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28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0404-EE68-48F5-ABCC-735D1EC29881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80DBB-BAEC-4C17-B1B0-867A507F2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62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780404-EE68-48F5-ABCC-735D1EC29881}" type="datetimeFigureOut">
              <a:rPr lang="en-US" smtClean="0"/>
              <a:t>8/30/2021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80DBB-BAEC-4C17-B1B0-867A507F2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416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339" y="624114"/>
            <a:ext cx="9480804" cy="558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712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952" y="653143"/>
            <a:ext cx="9632848" cy="562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668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662" y="638629"/>
            <a:ext cx="10840850" cy="573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37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37" y="624113"/>
            <a:ext cx="11775045" cy="563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6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943" y="378437"/>
            <a:ext cx="10319657" cy="592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43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04" y="1973944"/>
            <a:ext cx="11013932" cy="166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932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351" y="-103529"/>
            <a:ext cx="7897649" cy="62285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456205"/>
            <a:ext cx="57368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 vector K about which rotation is happening. The rotation about this axis is </a:t>
            </a:r>
            <a:r>
              <a:rPr lang="el-G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this rotation is not about principal axes like X,Y and Z. 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 we are trying to find out one general purpose expression which defines any rotation about an arbitrary axis K using Principal axes.</a:t>
            </a:r>
          </a:p>
          <a:p>
            <a:r>
              <a:rPr lang="en-US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the quest over here….</a:t>
            </a: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10750"/>
            <a:ext cx="7958359" cy="164060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4200" y="4790334"/>
            <a:ext cx="2980218" cy="197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70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23"/>
            <a:ext cx="4746171" cy="31401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918" y="107496"/>
            <a:ext cx="3951968" cy="31942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62325"/>
            <a:ext cx="5038725" cy="34956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9001" y="3301756"/>
            <a:ext cx="5000625" cy="34766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39626" y="5660571"/>
            <a:ext cx="1752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OK coincides with X axis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306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11" y="0"/>
            <a:ext cx="5238750" cy="3714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757" y="57150"/>
            <a:ext cx="4953000" cy="3714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711" y="3924998"/>
            <a:ext cx="3458145" cy="279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086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53" y="217487"/>
            <a:ext cx="4476750" cy="37814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628" y="371580"/>
            <a:ext cx="5482453" cy="36273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2604" y="3663740"/>
            <a:ext cx="3951968" cy="319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877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15" y="120420"/>
            <a:ext cx="6836227" cy="54053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394693"/>
            <a:ext cx="2895600" cy="2457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4811" y="3381829"/>
            <a:ext cx="4587189" cy="236582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8041938" y="6061459"/>
                <a:ext cx="1441740" cy="563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dirty="0"/>
                            <m:t>+</m:t>
                          </m:r>
                          <m:r>
                            <m:rPr>
                              <m:nor/>
                            </m:rPr>
                            <a:rPr lang="en-US" b="0" i="0" dirty="0" smtClean="0"/>
                            <m:t> 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1938" y="6061459"/>
                <a:ext cx="1441740" cy="56368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5131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63" y="725714"/>
            <a:ext cx="11010676" cy="537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63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98" y="371701"/>
            <a:ext cx="5133975" cy="24860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444" y="371701"/>
            <a:ext cx="5248803" cy="222635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33989"/>
            <a:ext cx="5950805" cy="26910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4568" y="2857726"/>
            <a:ext cx="1581150" cy="4095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3988" y="2600551"/>
            <a:ext cx="1771650" cy="1333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1494" y="4476976"/>
            <a:ext cx="6230506" cy="150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049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88" y="391886"/>
            <a:ext cx="8106690" cy="31892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494" y="4476976"/>
            <a:ext cx="6230506" cy="15029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56" y="3802404"/>
            <a:ext cx="4310673" cy="28520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66971" y="6168571"/>
            <a:ext cx="3625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0.707*0.707(1-cos30)+cos30 = 0.933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739086" y="3802404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Cos 30 = 0.866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849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67" y="0"/>
            <a:ext cx="7915048" cy="31961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73" y="2992997"/>
            <a:ext cx="5000284" cy="36593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0" y="1990604"/>
            <a:ext cx="2692493" cy="12055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5272" y="1399543"/>
            <a:ext cx="3226727" cy="15934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6984" y="3729201"/>
            <a:ext cx="5865920" cy="292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93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77</Words>
  <Application>Microsoft Office PowerPoint</Application>
  <PresentationFormat>Widescreen</PresentationFormat>
  <Paragraphs>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14</cp:revision>
  <dcterms:created xsi:type="dcterms:W3CDTF">2021-08-29T16:38:32Z</dcterms:created>
  <dcterms:modified xsi:type="dcterms:W3CDTF">2021-08-30T07:37:04Z</dcterms:modified>
</cp:coreProperties>
</file>