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2" r:id="rId9"/>
    <p:sldId id="264" r:id="rId10"/>
    <p:sldId id="263"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3712" autoAdjust="0"/>
  </p:normalViewPr>
  <p:slideViewPr>
    <p:cSldViewPr snapToGrid="0">
      <p:cViewPr varScale="1">
        <p:scale>
          <a:sx n="74" d="100"/>
          <a:sy n="74" d="100"/>
        </p:scale>
        <p:origin x="874"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5-06-14T04:46:50.063"/>
    </inkml:context>
    <inkml:brush xml:id="br0">
      <inkml:brushProperty name="width" value="0.05292" units="cm"/>
      <inkml:brushProperty name="height" value="0.05292" units="cm"/>
      <inkml:brushProperty name="color" value="#C00000"/>
    </inkml:brush>
  </inkml:definitions>
  <inkml:trace contextRef="#ctx0" brushRef="#br0">3608 13400 2126 0,'0'-2'59'0,"0"1"9"16,0-4 9-16,0 3 23 16,0 1 0-16,0-1-1 15,0 2 9-15,9 0 11 16,4 0 11-16,12 3-22 16,12 13-6-16,10 9 2 15,5 11-3-15,4 15-18 16,5 3 1-1,0 10 6-15,-2-2-4 16,1 6-7-16,-5 1-10 16,-4-6-49-16,-7-2-107 15,-2-6-204-15,-10-25-415 16,-8 7 0-16,-13-25 0 16,-5-7 0-16</inkml:trace>
  <inkml:trace contextRef="#ctx0" brushRef="#br0" timeOffset="332.64">4289 12907 1381 0,'-18'37'120'15,"-9"20"48"-15,-3 29 31 16,-6 19 16-16,10 14 8 16,4 11 8-16,6 13 2 15,5 8 2 1,5 3-18-16,3 1-126 15,6-7-174-15,9-21-190 16,6-7-318-16,1-14 0 16,-3-18 0-16,7-20 0 15</inkml:trace>
  <inkml:trace contextRef="#ctx0" brushRef="#br0" timeOffset="836.22">4719 14559 2824 0,'0'-6'113'16,"-2"-3"18"-16,-3-5 1 15,-2-12 5-15,-2-5 4 16,0-12 4-16,-1-11 1 16,-3-11-1-16,1-4-1 15,-2-4-91-15,1 2-17 16,1 3-19-16,-3 4 2 16,9 8-6-16,0 12-10 15,3 6-12-15,3 14-12 16,0 7 4-1,0 6-4-15,6 4-3 16,5 5-3-16,6 1 3 16,8 8-2-16,8 6 6 15,3 11 10-15,1 10 11 16,5 9 17-16,-4 5 17 16,1 1 8-16,-2 0 2 15,-2-1 5-15,-7-5 2 16,-3-3-6-16,-3-1-4 15,-7-6-18-15,1-2-71 16,-6-1-194 0,21-14-572-16,-28 10 0 15,-9-9 0-15,-8-7 0 16</inkml:trace>
  <inkml:trace contextRef="#ctx0" brushRef="#br0" timeOffset="1016.41">4649 14386 3802 0,'6'-6'-14'0,"13"-13"-51"16,13-14-128-1,35-28-513-15,2-2 0 16,7-16 0-16</inkml:trace>
  <inkml:trace contextRef="#ctx0" brushRef="#br0" timeOffset="1549.95">5608 13219 3260 0,'0'2'84'0,"0"-2"-8"15,0 0 3-15,6 1 1 16,8-5 1-16,18-16 2 16,8-9-7-1,18-18-71-15,10-19-173 16,2-23-563-16,-18 8 0 15,-14-1 0-15,-16 16 0 16</inkml:trace>
  <inkml:trace contextRef="#ctx0" brushRef="#br0" timeOffset="1782.35">5746 12521 1777 0,'3'-5'-11'0,"4"3"17"15,8 2 35-15,12 0 61 16,6 10 28 0,10 10 18-16,5 9 4 15,0 12 5-15,-3 14 2 16,0 9 18-16,-11 6-19 16,-7 3-139-16,-5 0-226 15,-12-8-354-15,-4-13 0 16,-6-14 0-16,0-21 0 15</inkml:trace>
  <inkml:trace contextRef="#ctx0" brushRef="#br0" timeOffset="2151.05">6213 12181 3216 0,'10'-11'8'16,"16"-1"4"-16,6 3 12 15,15 2 12-15,11 4 18 16,1 20 11-16,0 11 6 16,-4 7 5-16,-6 5 5 15,-8 4 0-15,-15-9 21 16,-12-6 61-1,-7-10 44-15,-1-8 27 16,-6-10 2-16,-7 4-14 16,-5-10-5-16,-6-4-11 15,-8-13-26-15,-2-10-71 16,9-17-143-16,9-18-194 16,10-16-236-16,4-6-510 15,5 20 0-15,-1 16 0 16,0 25 0-16</inkml:trace>
  <inkml:trace contextRef="#ctx0" brushRef="#br0" timeOffset="2682.55">6757 12194 1889 0,'10'-4'154'16,"7"-6"9"-16,2-11 10 15,6-13 6-15,-3-11 5 16,-6-8 6-16,-9-8 0 15,-1 1 4-15,-3 9-1 16,-6 11-158-16,2 8-13 16,-4 13-15-16,-5 13-14 15,-3 12-7-15,0 17-6 16,4 11-7 0,5 6-2-16,5 8-1 15,8-4 12-15,11-10 33 16,8-14 25-16,12-16 19 15,6-14 11-15,9-22 6 16,-4-18 8-16,-6-16 0 16,-13-14 0-16,-9-6-11 15,-14-3-15-15,-9-2-19 16,-13 8-13-16,-6 3 31 16,0 12 7-1,-6 20 3-15,4 12-10 16,6 11-15-16,2 22-11 15,5 5 7-15,5 19 9 16,3 20 4-16,8 20 1 16,14 17-19-16,11 24-6 15,5 9-6-15,13 7 1 16,0 5 27-16,2-8 13 16,-1-4 0-16,-3-11-10 15,-6-6-87-15,-7-16-174 16,6-13-736-16,-28 1 0 15,-17-12 0 1,-20-8 0-16</inkml:trace>
  <inkml:trace contextRef="#ctx0" brushRef="#br0" timeOffset="2816.4">7264 12428 4138 0,'5'-30'44'0,"8"-10"-5"16,16-14-66-16,15-9-197 15,21-43-570-15,15 29 0 16,0-5 0-16</inkml:trace>
  <inkml:trace contextRef="#ctx0" brushRef="#br0" timeOffset="3986.3">5356 16330 2821 0,'-3'-3'127'16,"2"-5"25"-16,-4 5 16 16,2-3 19-16,3 3-1 15,0-4 5-15,2 3 6 16,2-2-1-16,5-1-1 16,3 2-79-16,14-1-34 15,3 4-12-15,14-3-22 16,10 12-10-16,14 2-8 15,7 3-1 1,5 6-1-16,5 2-9 16,3 1-77-16,-4-6-116 15,6-4-250-15,-12-5-420 16,-10-1 0-16,-21-10 0 16,-16-7 0-16</inkml:trace>
  <inkml:trace contextRef="#ctx0" brushRef="#br0" timeOffset="4316.35">5989 15407 3552 0,'0'0'40'0,"-5"12"19"16,1 27 27-16,-3 24 16 16,1 27 5-16,3 33 4 15,2 18 0-15,1 6-24 16,1 14-88-16,1 4-207 15,5-8-601-15,0-1 0 16,0-14 0-16,5-28 0 16</inkml:trace>
  <inkml:trace contextRef="#ctx0" brushRef="#br0" timeOffset="5282.52">6556 15456 3977 0,'2'0'9'15,"1"8"35"-15,4 11 19 16,10 19 0-16,6 19 11 15,8 23 11-15,8 14 12 16,5 2 4 0,1-2 8-16,-1-11 17 15,-1-16-13-15,-11-12-37 16,-10-15-11-16,-9-16-2 16,-9-7-4-16,-7-12-41 15,-11-7-35-15,-8-10-20 16,-13-15-17-16,-10-18-16 15,-4-13-2-15,-3-17 3 16,5-8-6-16,6-1 3 16,12 1-10-16,9 6 21 15,10 11 20 1,5-2 8-16,8 4 11 16,5 6 0-16,7 3-5 15,4 7-1-15,6 1-12 16,4 14-2-16,2 12 8 15,0 10 29-15,2 9 16 16,3 18 39-16,-2 13 22 16,-4 17 8-16,-5 4 9 15,-11 12 5-15,-2-1 14 16,-9 0 5-16,-9-2-4 16,-3-2-21-16,-5-7-9 15,-1-10-24 1,-6-9-22-16,10-7-5 15,3-11 2-15,6-7-3 16,2-3-35-16,0-3-27 16,5-9 1-16,6-4-2 15,12-12-10-15,9-3-9 16,12-5-2-16,8 5-3 16,4 4-9-16,-2 9 0 15,5 7 34-15,-5 10 25 16,-2 15 2-16,-12 11 15 15,-10 10 18 1,-14 7 20-16,-9 11 12 16,-17 6 5-16,-15 13 7 15,-14 4 1-15,-9 1-9 16,-5-5-20-16,3-9-118 16,15-18-347-16,6-28-519 15,12-25 0-15,11-33 0 16,2-28 0-16</inkml:trace>
  <inkml:trace contextRef="#ctx0" brushRef="#br0" timeOffset="5749.2">7282 15293 4505 0,'-3'0'39'16,"3"-3"6"-16,9-3 1 15,6-19-2-15,18-10 0 16,16-28-2-16,9-17-62 16,9-11-82-16,-10 1-120 15,-9 3-128 1,-18 12-44-16,-20 6-12 15,-23 14 14-15,-17 13 24 16,-8 11 36-16,-4 4 57 16,-3 13 138-16,10 0 127 15,6 4 140-15,7 1 100 16,13 4 48-16,5-1-10 16,1 3-15-16,7-2-11 15,11 4-7-15,7 1-6 16,11 1-43-16,18 13-10 15,5 16-26-15,3 16-6 16,7 16 0 0,-7 19 13-16,-8 10-14 15,-9-1-132-15,-7 6-310 16,-8-4-587-16,-13-7 0 16,-8-16 0-16,-3-15 0 15</inkml:trace>
  <inkml:trace contextRef="#ctx0" brushRef="#br0" timeOffset="8148.77">8195 13803 2408 0,'-7'-14'147'0,"-6"-2"36"15,-1 1 43-15,0-1 8 16,4 10 8-16,4 9 14 16,-1 22-3-16,1 27 29 15,2 24 7 1,8 27-107-16,6 16-22 16,5 2-41-16,14-11-40 15,0-14 0-15,10-20-5 16,1-21-3-16,2-19 9 15,4-23-29-15,-3-20 1 16,-4-21-13-16,-3-17-13 16,-10-20-2-16,-10-7-17 15,-8-11-20-15,-14-8-3 16,-5-3-8-16,-6 2-3 16,-6 7 0-1,4 18 3-15,-5 11 6 16,12 18 6-16,-1 15 6 15,7 6 2-15,6 8 6 16,0 7 4-16,0 4 10 16,4 15 3-16,7 14 2 15,4 16-7-15,13 13-2 16,7 12-1-16,6-3 2 16,2-6 11-16,4-15 3 15,4-17-4 1,-6-7-10-16,1-19-5 15,-9-11-2-15,-7-17-7 16,-11-11-6-16,-10-11-8 16,-8-10 1-16,-7-6-2 15,-5-3 6-15,-1 3 0 16,-5 4 5-16,2 13 11 16,3 8-2-16,4 16-6 15,5 8 4-15,3 11 11 16,4 10 1-16,8 13 2 15,4 14 1 1,10 10 1-16,9 8-8 16,8-4-15-16,4-5-21 15,-2-12-76-15,0-14-121 16,-5-9-152-16,-8-15-94 16,-16-14-29-16,-10-8 1 15,-15-2 21-15,-13-14 41 16,-7-3 51-16,-2 1 117 15,-2-6 180-15,5-1 209 16,9-2 188-16,-1 11 106 16,11 5 38-16,2 11-5 15,4 3-21 1,8 3-43-16,8 0-44 16,8 3-89-16,11 5-92 15,10 4-80-15,12 4-36 16,2 5-12-16,-1 10-8 15,-1 5 1-15,-11 7 3 16,-5 4 4-16,-16 3-1 16,-11-3 2-16,-8 2 7 15,-10-4-18-15,-13 0 15 16,1-9-2-16,-3 1 3 16,-5-13 1-1,6-2-2-15,6-4-2 16,5-8-3-16,4-6-6 15,5-6-9-15,1-7 14 16,4-6-17-16,5-4-4 16,6-3-2-16,-3-3-6 15,4-11-6-15,-5 0-44 16,-7 0-94-16,-4-1-175 16,0-12-751-16,-6 10 0 15,-6-4 0 1,-6 1 0-16</inkml:trace>
  <inkml:trace contextRef="#ctx0" brushRef="#br0" timeOffset="28247.8">12911 11927 463 0,'0'3'32'0,"0"3"28"16,0 8 26-16,0 5 25 15,0 12 24-15,0 11 20 16,0 6 25 0,0 11 28-16,0 8 30 15,0 0 16-15,0 2-4 16,0 0-15-16,3-4-25 15,-3-1-24-15,3-3-21 16,1-6-17-16,-3-7-22 16,2-7-28-16,-3-9-48 15,0-6-136 1,3-9-188-16,0-16-332 0,0 9 0 16,-3-10 0-1</inkml:trace>
  <inkml:trace contextRef="#ctx0" brushRef="#br0" timeOffset="29165.23">13990 11721 1360 0,'-3'1'64'0,"-3"-1"17"16,-1 0 19-16,-6 3 32 15,-1-6 23-15,-1 8 13 16,0 0 15-16,1 4 10 16,2 5 12-1,-4 4-42-15,-1 6 0 0,-1 4-12 16,3 5-17 0,0 10-30-16,6 6-18 15,3 8-9-15,6-1-14 16,0 6-8-16,6-1-8 15,3-3-9-15,11-2-10 16,2 0-6-16,6-5-3 16,5-5 2-16,-2-5-1 15,2-10-4 1,-2-6-2-16,6-9 6 16,-4-9 0-16,1-7 8 0,1-14-1 15,-3-9 2 1,-4-15 6-16,-2-5 8 15,-10-14 5-15,-9-5 10 16,-5-4 6-16,-2 0-2 16,-5-2 2-16,-6 2 8 15,-4 7 14-15,-5 6-5 16,-4 9-6-16,-2 8-17 16,2 13-56-16,3 7-114 15,5 7-188-15,14-2-564 16,-1 14 0-16,5 2 0 15,4-2 0 1</inkml:trace>
  <inkml:trace contextRef="#ctx0" brushRef="#br0" timeOffset="29814.32">15392 11712 1615 0,'-17'0'105'0,"-3"0"45"15,-4 0 31-15,-4 3 23 16,5 1 9-16,-1 5 9 15,3 4 5-15,2 7 4 16,-1 6 5-16,7 9-44 16,4 10-57-16,-1 9-34 15,4 11-26-15,3 7-5 16,3 6-2-16,4 2 0 16,8 1-1-16,6-8-1 15,4-10 4-15,9-9-5 16,4-10 10-1,6-16 11-15,-1-11-2 16,3-9-13-16,2-16-2 16,0-15-1-16,-10-14-2 15,1-12 6-15,-8-14-4 16,-7 0-1-16,-13-9-8 16,-5 0-20-16,-9 0-17 15,-8 0-69-15,-4 8-129 16,5 7-285-16,-14 20-443 15,-9 18 0-15,-10 19 0 16,-8 19 0 0</inkml:trace>
  <inkml:trace contextRef="#ctx0" brushRef="#br0" timeOffset="30465.93">13709 13630 1973 0,'-15'-12'71'0,"-3"-2"59"15,3-3 47-15,-8 0 44 16,7 3 28-16,2 5 23 16,2 1 18-16,-1 4 9 15,-1-1 1-15,-3 3-31 16,-3 7-39-16,-9 7-59 16,-4 10-39-16,-6 12-36 15,0 17-27 1,8 16-14-16,6 3-18 15,14-1-8-15,8 1 2 16,11-9 6-16,12-11-2 16,12-16 8-16,4-14-6 15,11-15-7-15,2-14 1 16,-2-24-7-16,-8-15-2 16,-4-16 0-16,-17-13-4 15,-10 0-6-15,-8 6-9 16,-14 10-24-1,-11 13-24-15,-2 13-26 16,-7 16-64-16,-2 13-87 16,11 8-194-16,22-1-485 15,-2 22 0-15,13-6 0 16</inkml:trace>
  <inkml:trace contextRef="#ctx0" brushRef="#br0" timeOffset="30730.41">14308 12909 3701 0,'0'-8'5'0,"3"7"45"0,9 4 70 16,0 25 22-16,11 22 14 15,3 31-2 1,9 23 8-16,0 13-48 16,10 4-137-16,4 5-270 15,0-17-564-15,-4-18 0 16,-1-18 0-16,-7-34 0 16</inkml:trace>
  <inkml:trace contextRef="#ctx0" brushRef="#br0" timeOffset="31131.39">15427 12921 3233 0,'-9'-3'34'0,"-8"3"31"16,-5 0 25-16,1 4 48 15,4 9 20-15,4 14 4 16,5 12 7-16,5 16 26 16,6 20 10-16,10 5-21 15,9-4-3-15,5-5-25 16,16-11-10-16,-3-22-38 15,3-14-10-15,1-14-8 16,-6-10 1 0,-6-14-18-16,-3-17-5 15,-6-16-10-15,-11-4-28 16,-9-13-90-16,-9 2-227 16,9-3-790-16,-38 28 0 15,-16 18 0-15</inkml:trace>
  <inkml:trace contextRef="#ctx0" brushRef="#br0" timeOffset="31747.69">13683 14790 1194 0,'-19'0'150'0,"-1"0"31"16,-5-3 30-16,-5-3 21 15,13-3 22 1,0 6 28-16,1 0 27 15,-3-1 24-15,2 11 15 16,3 2-91-16,7 10-22 16,3 9-37-16,8 8-29 15,11 11-23-15,11-3-17 16,10-7-25-16,11-7-18 16,8-14-22-16,2-15-17 15,-3-20-11-15,-11-12-19 16,-11-16 3-16,-11-6 0 15,-14-6-1-15,-11 4-9 16,-9 7-23 0,-15 11-45-16,-4 2-30 15,-11 10-26-15,5 9-96 16,12 8-198-16,8-2-424 16,9 25 0-16,18-1 0 15</inkml:trace>
  <inkml:trace contextRef="#ctx0" brushRef="#br0" timeOffset="32147.47">14806 14204 3784 0,'-13'-4'102'16,"-2"-4"14"-16,-8 2 13 16,-9 1 29-16,4 10 23 15,1 9 12 1,-2 10 3-16,6 13 7 16,11 13 4-16,6 14-75 15,12 3-15-15,14 4-10 16,12-6-6-16,10-13-28 15,15-16-16-15,2-19-13 16,-1-13 1-16,-2-16-6 16,-11-11-5-16,-10-16-21 15,-12-2-24-15,-14-4-61 16,-6 1-156-16,-6 5-248 16,-3-5-572-1,-1 19 0-15,4 5 0 16,3 3 0-16</inkml:trace>
  <inkml:trace contextRef="#ctx0" brushRef="#br0" timeOffset="32497.31">16007 13973 5050 0,'-17'-6'24'16,"-2"5"-2"-16,-20-1 6 16,-2 8 22-16,0 11 21 15,0 7-2-15,4 9 5 16,12 12 4-16,6 10 7 16,16 11-17-16,12 2 3 15,17 1 3 1,8-3-2-16,8-15-22 15,7-14-16-15,-2-8 33 16,1-20-17-16,-3-10-19 16,-10-16-6-16,-5-15-21 15,-8-13-73-15,-9-1-239 16,-7-41-836 0,-9 7 0-16,-11-12 0 15</inkml:trace>
  <inkml:trace contextRef="#ctx0" brushRef="#br0" timeOffset="33131.12">16288 11715 1854 0,'-9'3'104'0,"-5"6"49"16,2 9 37-16,-5 9 15 15,0 19 11-15,6 14 6 16,3 12 9 0,5 14 16-16,9 3 18 15,10-8-56-15,7-11-43 16,14-11-44-16,7-19-28 16,0-17-7-16,8-14 7 15,0-13-5-15,-5-21-4 16,-10-11-12-16,-3-16-17 15,-12-13 6-15,-12-8-5 16,-7-1-11-16,-9-3-35 16,-12 6-79-16,-1 11-135 15,5 8-275 1,-14 20-359-16,4 18 0 16,-2 11 0-16,-4 21 0 15</inkml:trace>
  <inkml:trace contextRef="#ctx0" brushRef="#br0" timeOffset="33564.97">16630 12930 3497 0,'-19'17'65'0,"-7"12"43"15,-1 17 26-15,-3 13 2 16,11 9 17-16,13 5 5 15,9-3-1 1,6-1 4-16,15-11 3 16,3-18-36-16,4-10-27 15,12-19-37-15,2-16-24 16,-4-18-2-16,1-13-14 16,-8-19-1-16,-11-4 6 15,-10-8-17-15,-9 1-59 16,-4 8-106-16,-4 5-218 15,-11-12-553-15,-1 38 0 16,-8 8 0-16,0 5 0 16</inkml:trace>
  <inkml:trace contextRef="#ctx0" brushRef="#br0" timeOffset="34065.92">17129 14059 4259 0,'-9'14'27'15,"-5"6"18"-15,-4 12 33 16,-1 9 19-16,11 3 5 15,3 1 7-15,5 0 4 16,9-4 4-16,8-6 7 16,4-8-14-1,9-9 11-15,4-11-3 16,-3-11-29-16,3-10-20 16,-15-10-5-16,1-9-2 15,-14-7 4-15,-3-4-6 16,-11-1-25-16,-7-1-111 15,0 3-329-15,-11-25-671 16,-10 32 0-16,-7 9 0 16,-3 12 0-16</inkml:trace>
  <inkml:trace contextRef="#ctx0" brushRef="#br0" timeOffset="35097.26">14383 15047 2082 0,'-9'0'159'0,"0"0"40"16,-1-3 35-16,-6 3 13 16,5-3 1-16,-3 6 5 15,-9 3-1 1,0 13 2-16,-6 10 8 16,-6 14-89-16,0 9-26 15,-3 10-26-15,7 5-28 16,6 0-8-16,7 2-4 15,12 1 5-15,6-3-1 16,15-6 0-16,8-9-4 16,13-5-21-16,8-12-24 15,8-20-8-15,1-9-9 16,-4-17-2 0,-1-14 6-16,-10-16-3 15,-9-10 3-15,-6-11 11 16,-11-9-10-16,-5 7-29 15,-7 3-62-15,-16 5-91 16,2 11-75-16,2 0-149 16,6 2-551-16,-1 21 0 15,15 3 0-15,10 0 0 16</inkml:trace>
  <inkml:trace contextRef="#ctx0" brushRef="#br0" timeOffset="35497.43">15497 14748 3120 0,'-18'0'67'0,"-2"0"28"15,-3 0 27-15,-12 4 39 16,7 10 20-16,3 12 17 16,-3 18 18-16,2 10 17 15,6 11 18-15,10 18-40 16,2-2-8-16,16-3-16 16,8-5-23-16,10-7-39 15,12-13-19-15,13-14-16 16,4-15-17-1,-2-15-14-15,2-11-17 16,-8-12-2-16,-10-7-36 16,-12-14-49-16,-9 1-120 15,-9-5-189-15,-4-8-722 16,-13 14 0-16,-3 10 0 16,-6-1 0-16</inkml:trace>
  <inkml:trace contextRef="#ctx0" brushRef="#br0" timeOffset="35914.51">16521 14855 3144 0,'-25'0'124'0,"-8"0"30"15,-8 3 38-15,-6 1 12 16,15 12 19-16,6 4 5 16,6 17 11-16,8 7 7 15,7 15 7-15,7 0-69 16,10 6-38-16,11-3-15 15,7-17-33-15,10-9 10 16,8-13-6-16,0-16 14 16,2-7-2-1,-7-13-15-15,-1-12-4 0,-17-11-28 16,-6 0-36 0,-9-10-62-16,-7 8-132 15,-3 7-164-15,4-7-255 16,-4 13-457-16,6 3 0 15,4-2 0-15</inkml:trace>
  <inkml:trace contextRef="#ctx0" brushRef="#br0" timeOffset="36164.37">17216 14519 5253 0,'3'-5'24'0,"0"4"20"16,3 10 44-16,8 19-14 15,10 22-7-15,7 25 1 16,10 25-20-16,12 6-116 16,8 5-421-1,-6-6-532-15,-9-26 0 16,-15-19 0-16,-11-35 0 15</inkml:trace>
  <inkml:trace contextRef="#ctx0" brushRef="#br0" timeOffset="36665.17">16591 10983 2752 0,'30'28'141'0,"11"25"69"16,23 28 38-1,23 41 30-15,6 43 13 16,12 30 26-16,13 28 10 16,7 27 3-16,7 17 1 15,-4 5-75-15,0-4-61 16,-10 0-76-16,-16-2-64 16,-9-17-106-16,-17-11-135 15,-11-19-280-15,-17-52-563 16,-22 5 0-16,-17-30 0 15,-18-29 0 1</inkml:trace>
  <inkml:trace contextRef="#ctx0" brushRef="#br0" timeOffset="37280.92">12836 12921 2420 0,'-10'88'208'0,"-1"50"72"16,5 53 17-16,9 64 24 15,24 8 3-15,20 12-2 16,19 1-23-16,15-14-120 16,18-28-217-16,1-51-884 15,-18-3 0-15,-26-39 0 16,-29-43 0-1</inkml:trace>
  <inkml:trace contextRef="#ctx0" brushRef="#br0" timeOffset="37847.74">13113 13889 845 0,'0'-11'160'0,"0"-1"80"16,0-2 70-16,1 3 58 15,-1-2 26-15,-3 10 15 16,-1 0 17-16,-8 0 14 16,-8 9 3-16,-13 14-70 15,-17 15-77 1,-14 21-64-16,-20 29-54 16,-10 18-47-16,-4 12-20 15,0 8-11-15,8 1-12 16,12-2-12-16,12-11 0 15,8-8-48-15,13-8-88 16,0-7-169-16,13-17-315 16,0-3-434-16,0-19 0 15,0-17 0-15,-1-21 0 16</inkml:trace>
  <inkml:trace contextRef="#ctx0" brushRef="#br0" timeOffset="38180.62">11900 14211 1587 0,'-5'-1'133'0,"2"-9"22"15,-1 7 11-15,-1-1 41 16,0 11 59-16,5 17 72 16,0 25 53-16,0 25 35 15,13 32 10-15,9 13-97 16,4 19-13 0,15-6-18-16,20-13 5 15,16-22-16-15,26-19-176 16,23-27-406-16,11-24-819 15,-7-33 0-15,-16-30 0 16,-27-36 0-16</inkml:trace>
  <inkml:trace contextRef="#ctx0" brushRef="#br0" timeOffset="55429.48">15789 14253 638 0,'-10'-1'53'16,"4"-3"22"-16,-4 3 31 15,-3-1 28-15,4 2 31 16,-1-1 44-16,4 1 33 15,-1-2 14-15,4 1 23 16,0 1-18-16,0-5-5 16,0 5-4-16,2-1-25 15,-2-1-24-15,1 2-28 16,2 0-46-16,0 0-32 16,0 0-12-1,2 0-17-15,1 3-13 16,7 5-11-16,5 4-7 15,9 5 7-15,1 2 0 16,11-1 3-16,-5 2 17 16,2-3-3-16,-1 2 1 15,0-2-2-15,0 4-6 16,0-1-2-16,-1 0-9 16,-6-3-18-16,-5-2-1 15,-1-2-4 1,-10-2-3-16,-2-3 10 15,0-3 6-15,-7-4 44 16,0 2 10-16,0-6 4 16,0 0 8-16,-4-7 17 15,-3-8-7-15,-2-7-5 16,-3-8-6-16,-4-3-10 16,2-8-11-16,-1 2-48 15,5-6-5-15,-5 4-8 16,2 0-10-16,3 2-14 15,-3 6 5 1,7 5 3-16,0 8-3 16,3 4 1-16,3 7-4 15,0 11 0-15,0-4-6 16,0 5 2-16,0 0 0 16,0 0 2-16,0 6-3 15,3 6 4-15,5 8-1 16,5 8-1-16,7 11 5 15,6 2 5-15,6 2 3 16,-1 3 1-16,2-1 0 16,4-4 1-1,-6-2 3-15,-1-5-4 16,-4-5-1-16,-5-5 1 16,-9-5 1-16,-4-7 0 15,-3-2 5-15,-2-7-1 16,-3 0 35-16,-1-3 11 15,-1 0-10-15,-8 0 1 16,-5-9-4-16,-6-1 5 16,-8-5 1-16,-6-5-3 15,0-7 3-15,-3-1-1 16,0-2-31 0,1-1-21-16,0-4 1 15,4 6-1-15,5 1 6 16,7 1-7-16,4 7-3 15,7 4 1-15,7 4-11 16,3 6 2-16,-3 1-10 16,3 5 10-16,0-3 7 15,0 3-1-15,3 0-2 16,4 4 1-16,7 1 3 16,4 11-4-1,7 4 2-15,13 8 4 16,-3 10 3-16,7 3 1 15,-1 4 0-15,2 0 3 16,-6-3 0-16,-2 0 1 16,-6-8-2-16,-6-5 4 15,-13-9 5-15,-2-8 2 16,-4-2 2-16,-4-4 14 16,0-3 2-16,0-3-46 15,1 0-166-15,-1 0-246 16,0-25-668-16,-3 8 0 15,-7-11 0 1,-3-7 0-16</inkml:trace>
  <inkml:trace contextRef="#ctx0" brushRef="#br0" timeOffset="57082.58">12829 11997 458 0,'0'-8'20'16,"0"5"33"-16,0-2 38 15,0-1 22-15,0-2 14 16,0 4 9 0,0-6 3-16,0 2 6 15,0 2 7-15,0-1-10 16,0 2-11-16,0 3-77 15,0-4-114-15,1-2-91 16,-1-2-159-16,0 13 0 16,0-6 0-16</inkml:trace>
  <inkml:trace contextRef="#ctx0" brushRef="#br0" timeOffset="57495.14">12522 11639 918 0,'-16'-11'100'15,"-3"-2"33"-15,-2-1 30 16,-7-3 48-16,12 8 34 15,0 6 15-15,0 3 10 16,3-3 2-16,-3 9 4 16,2 9-60-16,-1 14-13 15,2 10-8 1,1 18-22-16,5 20-20 16,4 11-2-16,6 15 31 15,4 17-4-15,12 18 27 16,5 8-2-16,10 23-2 15,17 16-15-15,11 4-22 16,4 0-8-16,7-10-20 16,1-15-47-16,-7-7-116 15,1-24-165-15,1-15-308 16,-13-15-484 0,-10-23 0-16,-12-35 0 15</inkml:trace>
  <inkml:trace contextRef="#ctx0" brushRef="#br0" timeOffset="58062.26">12940 11801 2803 0,'3'2'17'0,"2"4"25"16,2 4 52 0,2 7 33-16,2 6 32 0,8 16 19 15,3 13 20 1,4 12 15-16,3 11 14 16,5 6-2-16,-5 1-2 15,1 1-24-15,-4-4-58 16,-2-4-150-16,1-1-276 15,0-25-625-15,1 17 0 16,-5-14 0-16,4-16 0 16</inkml:trace>
  <inkml:trace contextRef="#ctx0" brushRef="#br0" timeOffset="59678.9">16340 14442 391 0,'-26'-11'45'16,"0"-1"20"-16,-9-4 24 15,-6 2 39-15,14-2 22 16,3 5 14-16,1-3 10 16,6 4 14-16,2-7 15 15,-1-1-6-15,6 2 13 16,-3-2-1-16,-1 1 4 16,3-4-9-1,1 1 16-15,0 1-1 16,-2 3 14-16,5 6 15 15,4 2-9-15,-1 3-22 16,1 2-33-16,3 2-20 16,3-1-28-16,-6 5-12 15,10 11-34-15,0 6 7 16,5 15-8-16,8 12-11 16,8 12-6-16,7 8 20 15,1 3-2-15,7 1 4 16,0-4 3-16,5-1-11 15,-3-8-8 1,-1-7-20-16,-12-10-9 16,-3-12-15-16,-12-4 5 15,-6-12-25-15,-8-7 17 16,-2-5 12-16,-4-5 25 16,-7-15-4-16,-9-13 1 15,-10-19-2-15,-6-11-19 16,-10-15-2-16,-3-2-7 15,-1-4-1-15,-4 3-16 16,-2 5-11-16,1 5-31 16,0 12 3-1,4 5-5-15,4 10-1 0,3 12 18 16,12 5-4 0,9 9 3-16,11 3 7 15,3 6-1-15,5 4-7 16,3-2-1-16,3 6-4 15,-3 6 7-15,8 4 0 16,6 6-1-16,5 13 0 16,9 16 1-16,12 9 1 15,3 9 3 1,2 3 3-16,4 0 5 0,0-5 2 16,1 0-1-1,-9-8 0-15,-7-6 0 16,-7-12-1-16,-10-9 4 15,-11-9 16-15,-6-8 43 16,0-9 10-16,-9 0-7 16,-11-7 3-16,-7-10 3 15,-12-13-6-15,-14-12 1 16,-4-11-1-16,-4-5 5 16,-1-5-16-16,-1 1-43 15,10 1-12-15,1 5-3 16,7 7 0-16,13 7-11 15,3 9 6 1,14 10-11-16,5 6-7 16,6 7-18-16,4 6 0 15,7 2-10-15,9 2 4 16,8 9 8-16,13 11 3 16,18 11 6-16,5 15 0 15,4 12 20-15,1 7 3 16,-2 3 9-16,-11-6 8 15,-14-7 6-15,-6-10 3 16,-10-13 5 0,-12-11 12-16,-8-7 24 15,-2-11-2-15,-8-3-10 16,-8-9-1-16,-10-8-69 16,-6-11-64-16,-7-7-64 15,5-3-112-15,10 1-264 16,6-16-614-16,11 36 0 15,1 5 0-15,6 6 0 16</inkml:trace>
  <inkml:trace contextRef="#ctx0" brushRef="#br0" timeOffset="76278.06">19491 18010 214 0,'0'-8'12'0,"1"-1"2"16,-1-3 0-16,3-2 4 15,-3 5 15-15,3-1 13 16,-3 3 13 0,2 0 21-16,-2 6 21 15,0-1 13-15,0 2 15 16,0 0 15-16,0 0 8 16,0 0-3-16,0 0-14 15,0 0-13-15,0 0-12 16,0 2-18-16,0-1-20 15,-2 4-20-15,-1 0-19 16,3 1-11-16,-4-1-9 16,4 1-1-1,-3-3 0-15,0 0 1 16,3 0-1-16,0-3-5 16,0 0-20-16,0 0-98 15,3-6-261-15,-3 9 0 16,-6 2 0-16,0-5 0 15</inkml:trace>
  <inkml:trace contextRef="#ctx0" brushRef="#br0" timeOffset="84612.6">22042 14901 364 0,'-8'-9'51'0,"0"4"15"16,-2-4 29 0,-2 1 19-16,5 0 8 15,2 8 1-15,-1-4 3 16,3 1 2-16,2-2 6 15,-6 0-14-15,0-1 9 16,0 5 4-16,-1-1-8 16,-1 1-4-16,2-4 5 15,0 5 5-15,4-3 5 16,0 1 1 0,3 2 2-16,-3 0-9 15,3-3-22-15,0 3-8 16,-3-1 0-16,3 1-12 15,0 0-7-15,-3 0 4 16,3-4 6-16,-9 3 7 16,6-2-1-16,-3 1 3 15,1-1-7-15,2 2-10 16,0-3-21-16,2 4 8 16,-1-2-3-1,1 2-6-15,1 0-5 16,0-1-9-16,0-1 8 0,0 2 1 15,0-1 9 1,0 1 9-16,0-4 13 16,0 4-17-16,0 0 3 15,0 0-7-15,0 0-6 16,0 0-1-16,0 0-13 16,3 4-8-16,1 0-14 15,4 6-9-15,1 4-5 16,3 2 5-16,0 1-6 15,-2 3 7 1,0 2 0-16,2 6 14 16,-3 2 2-16,2 7 2 15,-7 6 8-15,2 0-4 16,-4 6-7-16,-1 0 0 16,-1 2 5-16,-1-5 8 15,-1-3-2-15,-1-10-3 16,-1-7 0-16,-3-4 5 15,4-8-3-15,-4-4-6 16,7-6 2-16,-3-1-13 16,3 1-190-1,3-4-273-15,0-46-582 16,1 27 0-16,3-6 0 16</inkml:trace>
  <inkml:trace contextRef="#ctx0" brushRef="#br0" timeOffset="85429.02">22481 14593 1877 0,'0'0'140'15,"0"0"45"-15,0 0 29 16,0 0 3-16,0-1 4 15,0 1 11-15,0 1 25 16,0 14 14-16,0 1 21 16,0 12-78-16,0 7-39 15,0 9-39 1,0 0-24-16,0 6 2 16,2-3-3-16,-1 3-8 15,5-2-22-15,3-7-6 16,0-2-18-16,2-6-21 15,5-6 0-15,-3-4-6 16,-4-12 1-16,7-2 1 16,-3-3 1-16,1-4-8 15,1-2 0-15,1-3 3 16,0-11-1-16,-3-2-2 16,-1-12-2-16,-5-6-2 15,-3-5-5-15,-1-5-5 16,-3 0-1-1,-3-5 8-15,-1 1-1 16,-3-2-9-16,-5 3-2 16,-5 3 0-16,-1 4 3 15,-1 3 3-15,4 2-2 16,-3 7-1-16,2 6-3 16,0 4-2-16,0 7-8 15,2 5 0-15,-1 5 2 16,2 1-2-16,2 5-2 15,-2 4-2-15,1 5 3 16,-3 8-3 0,6 6 4-16,0 4 1 15,8 0 5-15,-2 4 1 16,3-1-6-16,3-1 6 16,10-3 0-16,11-5 1 15,9-5-122-15,22-11-310 16,7-7-575-16,4-9 0 15,-7-10 0-15,1-6 0 16</inkml:trace>
  <inkml:trace contextRef="#ctx0" brushRef="#br0" timeOffset="86494.63">20042 14245 592 0,'-6'0'84'0,"-2"0"46"15,0 2 45 1,2-1 31-16,0 4 36 16,2-2 24-16,1 2 25 15,0-2 36-15,2-1 37 16,-1-2-10-16,2 0-7 15,-3 0-23-15,2-2-38 16,1 2-23-16,-4 0-18 16,4 0-28-16,0-2-19 15,4-4-31-15,6-6-38 16,12-7-28 0,8-6-30-16,10-3-10 15,11-8-9-15,4 4-3 16,1-3-16-16,3 5 7 15,-6-1-2-15,-4 10-5 16,-10 7-3-16,-5 5-33 16,-9 3-119-16,-4 6-190 15,0-8-240-15,-7 7-393 16,-5-3 0-16,-6-3 0 16,1-3 0-16</inkml:trace>
  <inkml:trace contextRef="#ctx0" brushRef="#br0" timeOffset="87263.89">19886 13262 1929 0,'-4'0'48'15,"-3"0"41"-15,1 5 37 16,0 1 23-16,1 10 29 16,2 11 29-16,3 7 13 15,0 8 22-15,2 11 11 16,4 0-25-16,0 5-4 16,7 2-38-16,2-7-38 15,2 0-19-15,5-9-21 16,-6-7-24-16,3-9-13 15,-3-9-10 1,4-8 1-16,-4-6-8 16,2-10-1-16,-1-7-1 15,-4-9 0-15,-4-10 0 16,-2-11-7-16,-7-6-5 16,0-6 2-16,0 1-8 15,-7-2-12-15,-2-1-3 16,-4 5-4-16,-7-4-2 15,-1 8 0-15,-2 0-7 16,0 5-6-16,1 4-3 16,3 10-4-1,-2 2-5-15,4 7-3 16,0 5-2-16,5 10-5 16,-5-3-2-16,5 5-1 15,-1 4 1-15,0 1 1 16,-2 7 7-16,1 8 3 15,5 6 6-15,3 10 7 16,6 4 5-16,0-4 7 16,6 3 3-16,3-1 5 15,12-8 4-15,7 3-63 16,13-8-226-16,12-11-698 16,-7-1 0-1,0-9 0-15,-7-2 0 16</inkml:trace>
  <inkml:trace contextRef="#ctx0" brushRef="#br0" timeOffset="91710.04">23031 15734 655 0,'-3'0'50'15,"-3"0"27"-15,2 0 20 16,0 4 6-16,4-3 11 15,-3 2 14-15,1 0 29 16,1-1 30-16,1-1 27 16,-3 4-5-1,3-3-14-15,3-1-22 16,-3 2-19-16,0 0-5 16,0-1 1-16,1-2-4 15,10 2-15-15,6-1-10 16,12 1-18-16,5-2-16 15,8 3-5-15,7-6 4 16,1 3 1-16,-1-2 1 16,6 1-10-16,-4-3-9 15,-3-2-11-15,-6 2-21 16,-1-3-10-16,-7 0-2 16,-6 2-1-1,-4-3-10-15,-8 7-3 16,1-2 1-16,-11-1-21 15,0 4-100-15,-2-3-192 16,-1-11-434-16,-3 7 0 16,-1 1 0-16,-5 2 0 15</inkml:trace>
  <inkml:trace contextRef="#ctx0" brushRef="#br0" timeOffset="91977.81">23000 15948 2724 0,'2'4'46'15,"7"-4"45"-15,5 0 21 16,11-4 15-16,10 0 3 15,16-7 3-15,7-6 1 16,12-6 0-16,5 2-37 16,4-9-217-16,-6-12-601 15,-8 15 0-15,-14 1 0 16,-19 6 0-16</inkml:trace>
  <inkml:trace contextRef="#ctx0" brushRef="#br0" timeOffset="99109.46">26309 16750 1145 0,'-9'0'32'0,"1"-3"31"16,-3 3 28-16,3-3 38 15,5 3 26-15,3 0 20 16,-3 0 12-16,6 0 13 15,-3 0 13 1,0 0-11-16,0 0-19 16,0 0-18-16,8 0-18 15,9-3-31-15,10-4-21 16,10-2-19-16,15-5-3 16,1 0-12-16,11-4-13 15,0 4 0-15,8-4 0 16,1-1-9-1,3-1-9-15,-3 1-7 0,-3 0-5 16,-8 1 0-16,-11 0-7 16,-9 1-3-1,-13 2 2-15,-10 5-1 0,-11 4 9 16,-3 1-2 0,-7 3-3-16,-7 2-2 15,-9 0 0-15,-10 0-1 16,-12 4 0-16,-11 5 2 15,-2 7-5-15,-13 6 1 16,-6 6-10-16,0 6-2 16,-11 4 3-16,1-1 2 15,-3 4-1-15,2-5 3 16,8-1 1-16,10 0 0 16,12-8 7-1,14-4-1-15,14-8-10 16,17-4 2-16,8-2 2 15,14-5 5-15,20-2 7 16,19-2 1-16,14-5-1 16,19-9-5-16,10-7-48 15,6-5-251-15,1-18-454 16,-11-1 0-16,-15 2 0 16</inkml:trace>
  <inkml:trace contextRef="#ctx0" brushRef="#br0" timeOffset="120475.1">23967 14193 387 0,'0'-6'37'15,"-2"6"18"-15,2-1 8 16,-3-2 5-16,6 1 8 16,-6-1 14-16,3 0 13 15,3 1 7 1,-3 1 3-16,0-2-20 15,0 0-12-15,8-1-15 16,4-2-8-16,6-1-2 16,8-1-6-16,7-2-10 15,3 0-9-15,7-3-1 16,2 2 1-16,5-2 2 16,3-2 0-16,7 1-1 15,5 1 0-15,1 1 0 16,8-4 0-16,3 5-4 15,-2 0-1 1,7 2-3-16,-3 1-4 16,4 2 6-16,0 1 3 15,5 0 3-15,4 1-1 16,6-1 2-16,3 0 2 16,5 1 4-16,-4-9 3 15,3 1-2-15,-6-6-1 16,-1 0-8-16,0-1-6 15,-2 7-1-15,-4-1-2 16,-3 5-1 0,-1-1-2-16,1 0-6 0,-1-1-6 15,8 0 2 1,-1 0-2-16,4 0 0 16,-1-1-1-16,-4 2-1 15,-10 3 4-15,-6-3 6 16,-9 4 16-16,-16 0 14 15,-7-4 3-15,-9 6 0 16,-9-4-3-16,-7 4-55 16,-2-5-193-16,-2 6-297 15,-11 2 0-15,-5 0 0 16,-11-3 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5-06-14T04:49:25.086"/>
    </inkml:context>
    <inkml:brush xml:id="br0">
      <inkml:brushProperty name="width" value="0.05292" units="cm"/>
      <inkml:brushProperty name="height" value="0.05292" units="cm"/>
      <inkml:brushProperty name="color" value="#C00000"/>
    </inkml:brush>
  </inkml:definitions>
  <inkml:trace contextRef="#ctx0" brushRef="#br0">3630 7698 1772 0,'-9'-9'96'15,"-7"0"40"-15,-2-5 36 16,-2-5 15-16,7 0 12 16,0 5 12-1,1-2 20-15,1 5 11 16,5 2 8-16,0 1-67 16,-1 2-9-16,-3 0-41 15,-1 1-39-15,-5 4-17 16,-4 1-12-16,-2 3-14 15,-6 9-20-15,1 10-13 16,-1 7-4-16,1 14-21 16,5 4-4-16,1 8 1 15,9 2-2-15,2 7 3 16,7 1-1-16,3-3-1 16,3-4-1-1,4-9-3-15,4-7 0 16,-2-16 1-16,7-1 1 15,-7-13 2-15,4-6 9 16,-2-3 5-16,2-12 3 16,0-13 5-16,-1-12 3 15,-1-8 0-15,0-11 2 16,-3-8-1-16,0 2 3 16,-1 4-3-16,-4 14-5 15,-3 11-19-15,3 12-20 16,-3 11-15-16,3 4 5 15,3 11 8 1,4 11 1-16,6 16 4 16,1 8-3-16,7 21 6 15,-1 4-15-15,0 3-43 16,3 0-116-16,7-16-169 16,-7-4-306-16,-7-16 0 15,2-21 0-15,-9-13 0 16</inkml:trace>
  <inkml:trace contextRef="#ctx0" brushRef="#br0" timeOffset="384.5">3380 6878 1816 0,'8'0'20'15,"8"3"80"-15,9 11 51 16,17 13 33-16,12 17 41 15,15 33 16-15,9 29 12 16,9 26 10-16,1 25 8 16,-6 19 12-1,-12 4-30-15,-9 9-71 16,-17 0-85-16,-5 2-115 16,-14-2-269-16,-4-15-519 15,-12 0 0-15,-2-21 0 16,-14-23 0-16</inkml:trace>
  <inkml:trace contextRef="#ctx0" brushRef="#br0" timeOffset="4400.03">5214 9594 1579 0,'-5'-7'125'0,"-1"4"27"15,3-3 24-15,-3 5 9 16,6-3-3-16,0 3-7 15,0 1 4-15,3 0 14 16,8 0 12-16,8 6-75 16,14 10-19-1,8 10-22-15,8 13-16 16,4 8-8-16,3 10 4 16,1 3 7-16,-7 1-9 15,2 7-87-15,-4-6-158 16,-5-15-548-16,-6 4 0 15,-12-7 0-15,-11-17 0 16</inkml:trace>
  <inkml:trace contextRef="#ctx0" brushRef="#br0" timeOffset="4717.09">5689 9214 3589 0,'-6'-6'59'0,"-4"2"12"15,-6 14 19-15,-11 17 17 16,2 30 10-16,-4 32 3 15,-2 24-2-15,8 20-3 16,4 14-45-16,5-3022-112 16,8 6050-149-16,13-3034-229 15,-1 1-340-15,6-19 0 16,5-22 0 0,6-19 0-16</inkml:trace>
  <inkml:trace contextRef="#ctx0" brushRef="#br0" timeOffset="5267.22">6278 10306 2742 0,'-10'-19'96'0,"-3"-7"12"16,-7-8 7-16,4-13 10 16,1-1 4-16,6 3 1 15,3 0 1-15,3 4-3 16,0 6 0-16,3 10-65 16,2 1-36-16,-2 7-12 15,0 3-11-15,1 5-14 16,5 4-5-1,6 5 2-15,7-5 0 16,7 10 5-16,0 7 7 16,7 7 2-16,1 10 5 15,1 5 2-15,-3 8 6 16,7 2 3-16,-8 4-29 16,5-1-91-16,-4-4-175 15,-6-16-428-15,-10 6 0 16,-7-6 0-16,-9-6 0 15</inkml:trace>
  <inkml:trace contextRef="#ctx0" brushRef="#br0" timeOffset="5438.03">6274 10390 2645 0,'1'-9'-57'16,"20"-13"-126"-16,11-25-298 16,10-1 0-16,10-7 0 15</inkml:trace>
  <inkml:trace contextRef="#ctx0" brushRef="#br0" timeOffset="12899.57">3759 11701 978 0,'-3'0'98'0,"0"0"14"15,-1 0 30-15,1 0 26 16,-3-3 16-16,5 2 20 15,-1-2 28-15,1-1 25 16,-2 1 27-16,0 0-45 16,0 0-8-16,0-3 0 15,1 4-23-15,1 1-27 16,-1-1-19 0,0 1-22-16,2 2-38 15,0-1-31-15,0 0-22 16,0 2-15-16,0 10-21 15,0 5-11-15,0 12-6 16,0 5 2-16,2 11 5 16,3 1 2-16,-2 5 15 15,1-1 5-15,2-5-4 16,0-4-5-16,-5-7 2 16,4-7-1-16,-4-14 3 15,1-4 11 1,-1-4 2-16,1-2 9 15,-2-3-11-15,0-6 6 16,1-12 1-16,-7-11-5 16,2-12-1-16,-3-9-1 15,-1-3-4-15,-4 0-9 16,3 8-2-16,0 2-11 16,0 6 8-16,3 7-4 15,3 3-4-15,-2 4 2 16,2 6-1-16,3 8-2 15,-3-1-2 1,3 6-3-16,0 2-6 16,0-1-8-16,0 3-13 15,0 0-2-15,0 6 5 16,0 7-1-16,3 8 1 16,0 15 3-16,8 10-2 15,1 14-65-15,9-2-207 16,1-15-562-16,-1 7 0 15,-5-9 0-15,-3-12 0 16</inkml:trace>
  <inkml:trace contextRef="#ctx0" brushRef="#br0" timeOffset="13732.88">5970 11273 2984 0,'-1'-6'87'0,"-1"5"-4"15,2-1 5-15,-1-1 49 16,2 14 16-16,5 12 16 15,7 20-2-15,9 8 2 16,1 16-2 0,7 7-77-16,3-4 0 15,-6 0-24-15,-1 1-144 16,4-12-796-16,-21-4 0 16,-9-10 0-16,-12-15 0 15</inkml:trace>
  <inkml:trace contextRef="#ctx0" brushRef="#br0" timeOffset="13982.77">5600 11469 3864 0,'0'-20'58'0,"3"-12"1"15,6-12 2-15,9-8-6 16,12-6 8 0,10-1-6-16,10 5-60 15,8 4-115-15,2 13-182 16,-8-1-459-16,-8 40 0 16,-12 23 0-16,-16 20 0 15</inkml:trace>
  <inkml:trace contextRef="#ctx0" brushRef="#br0" timeOffset="14166.62">5964 11918 1710 0,'-7'38'204'15,"3"6"18"-15,-2 3 6 16,3 3 8-16,3-20 15 16,17-15 15-16,15-8 17 15,23-11 10-15,30-11-42 16,26-25-372-16,12-39-643 15,7 4 0-15,-13-11 0 16,-17-3 0-16</inkml:trace>
  <inkml:trace contextRef="#ctx0" brushRef="#br0" timeOffset="15417">7528 11258 3759 0,'0'-6'53'0,"-2"-4"-3"16,5 1 3-16,9-9 6 16,13 4 7-16,18-4 8 15,23 1 7-15,12 7 0 16,3 9 2-16,2 19-46 15,-11 21 6-15,-13 12 4 16,-15 7 1-16,-8 7-4 16,-14-2 13-1,-13-11 35-15,-4-4 22 16,-10-17 20-16,-11-2 9 16,1-8-8-16,-8-13 1 15,-3-5-1-15,2-14-7 16,8-21-6-16,7-19-23 15,6-21-58-15,12-13-31 16,12-7-28-16,8 0-13 16,6 19-7-16,3 13-13 15,-2 17-3 1,-5 16-1-16,-4 18 0 16,-8 9 6-16,-2 14 13 15,-2 14 4-15,-3 9 7 16,4 14 4-16,-3 3 9 15,6 1 9-15,11-8 6 16,0-6 5-16,6-9 7 16,-1-9 1-16,6-9 4 15,-12-9 15-15,-3 0 22 16,-6-11 35-16,-8-4 42 16,-9-2 6-1,-3-7 42-15,-9-6 2 16,-8-8 3-16,-14-1 26 15,-5-2-37-15,-5-2 12 16,0 1-37-16,5-9-81 16,8-5-142-16,18-15-25 15,10-10-66-15,10-11-34 16,6-4-13-16,1-3-28 16,-4 11 42-16,-4 11-25 15,-4 15 30 1,-4 7 61-16,-1 19 102 15,-1 10 23-15,1 7 11 16,1 9 33-16,-1 11 11 16,5 18 8-16,5 21 6 15,3 23 11-15,13 25 30 16,5 18-8-16,5 6-3 16,6 2 21-16,-3 0 10 15,-5-5-85-15,4-11-103 16,-9 0-177-16,3-19-348 15,-19-6-520-15,-6-16 0 16,-11-16 0 0,-14-23 0-16</inkml:trace>
  <inkml:trace contextRef="#ctx0" brushRef="#br0" timeOffset="15999.96">8495 11384 3689 0,'13'-28'32'0,"15"-16"1"15,15-7 7-15,12-18 15 16,9 7 6-16,10 1 9 16,-5 3 1-1,-4 5 3-15,-9 9 1 16,-17 13-25-16,-12 4 11 16,-15 12 30-16,-8 7 40 15,-5 3-11-15,-8 9-5 16,-5 8-8-16,-2 10-6 15,0 9 1-15,-3 11 0 16,9 6-7-16,6 6-15 16,7-1-34-16,8-5-49 15,5-3-13-15,3-4-9 16,8-11-8 0,1-5 0-16,3-10-5 0,1-7-1 15,-4-5 2 1,-1-6 5-16,-2-9-8 15,-2-10-3-15,-3-15 9 16,-2-15 7-16,-5-17 7 16,-5-9 3-16,-4-8 0 15,-1-8 2-15,-10-3 1 16,-4-4 5-16,-2 6 34 16,-2 7 26-16,2 19 6 15,2 13-6-15,4 24-8 16,5 20 2-1,2 18 8-15,6 20 3 16,1 22 6-16,9 19-5 16,4 10-25-16,7 11-15 15,0 2-9-15,8-3-18 16,-5 1-50-16,-4 2-116 16,-2 0-209-16,-8-21-582 15,-7 3 0-15,-12-10 0 16</inkml:trace>
  <inkml:trace contextRef="#ctx0" brushRef="#br0" timeOffset="16099.91">9440 11235 2896 0,'22'-41'102'15,"16"-17"0"-15,18-12-101 16,23-27-277-16,0 15-289 16,-5 3 0-16,-6 4 0 15</inkml:trace>
  <inkml:trace contextRef="#ctx0" brushRef="#br0" timeOffset="17782.59">4542 13587 306 0,'0'-6'1'15,"-3"0"1"-15,0-2-3 16,0 0-2-16,-3 5 1 16,3 0 2-16,-3 3 2 15,4-1 12 1,-1 1 25-16,0 0 24 16,2 0 36-16,-1 0 24 15,2 0 22-15,-1 0 21 16,1 0 22-16,-2 0 24 15,1 0 26-15,-2 0 15 16,1 0-3-16,-2 0-4 16,4 0-6-16,0 0 5 15,0 0 8 1,0 0 1-16,0 0 3 16,0 0-23-16,0 0-12 15,0 0-29-15,0 0-14 16,0 0-23-16,0 0-24 15,0 0-28-15,-3 0-23 16,3 0-21-16,0 0-25 16,0 0-1-16,0 0-18 15,0 0-1-15,-3 0-8 16,6 0-5 0,-6 0-5-16,6 0 2 15,-3 1-5-15,0 4 4 16,0 3-2-16,3 2-4 15,1 4 7-15,4 7 7 16,2-2 9-16,4 7 2 16,-2 2 4-16,2 2-6 15,-2 0 0-15,3 2 0 16,-9 2 8-16,3-3 1 16,0-2-1-1,-5-2-11-15,1-2-38 16,-2-2-57-16,1 2-104 15,2 0-198-15,-1-16-523 16,-1 8 0-16,-1-13 0 16</inkml:trace>
  <inkml:trace contextRef="#ctx0" brushRef="#br0" timeOffset="18083.53">4700 13501 4439 0,'0'-1'25'0,"0"1"-18"0,2 0-23 16,4-2 24-1,6 18 10-15,10 12 8 16,6 20-11-16,11 18-112 16,9 22-244-16,-4-18-475 15,-5 11 0-15,-6-17 0 16,-14-9 0-16</inkml:trace>
  <inkml:trace contextRef="#ctx0" brushRef="#br0" timeOffset="20932.82">7340 13542 1236 0,'-4'-9'55'0,"-2"-3"28"16,-3-3 59-16,-1-2 44 15,4-3 10-15,-1 7 25 16,3-2 40-16,1 4 21 16,0 0 0-16,3 6-53 15,0 2-7-15,0 8-27 16,6 6-53-16,3 9-41 16,7 13-6-16,2 8-23 15,10 14-36-15,-1 4-20 16,-2-4-22-16,1 2-111 15,3-11-218 1,-1-8-383-16,-11-13 0 16,-2-17 0-16,-8-14 0 15</inkml:trace>
  <inkml:trace contextRef="#ctx0" brushRef="#br0" timeOffset="21153.61">7577 13252 3374 0,'0'0'26'16,"3"-2"13"-16,0-1 20 15,10 11 29-15,3 9 23 16,10 17 12 0,2 10-1-16,6 12 4 15,-1 2-22-15,-4 6-119 16,-2-6-251-16,-18-16-512 15,-7 8 0-15,-19-12 0 16,-16-7 0-16</inkml:trace>
  <inkml:trace contextRef="#ctx0" brushRef="#br0" timeOffset="21400">7177 13404 3398 0,'0'-26'45'15,"9"-11"-1"-15,8-15 1 16,11-15-1-16,14-3 3 16,9 7-26-16,-3 5-99 15,6 8-145-15,30 10-445 16,-41 24 0-16,-7 15 0 15,-7 18 0-15</inkml:trace>
  <inkml:trace contextRef="#ctx0" brushRef="#br0" timeOffset="21582.34">7724 14324 2574 0,'12'9'16'0,"14"-7"17"16,20-7 5-16,24-21-7 16,26-23-128-16,38-48-422 15,-6-12 0-15,10-21 0 16</inkml:trace>
  <inkml:trace contextRef="#ctx0" brushRef="#br0" timeOffset="22082.56">8803 12772 3253 0,'6'-10'7'16,"10"0"14"-16,12-4 21 16,19 0 12-16,8 6 9 15,16 13 10-15,3 12 7 16,0 12 6-16,-10 15 5 16,-11 6 5-16,-14 3 13 15,-19-1 17 1,-11-11-6-16,-12-6 21 15,-10-8 10-15,-6-9 14 16,0-8 0-16,-5-7 1 16,-3-13-4-16,14-18-8 15,4-13-21-15,12-14-36 16,10-10-22-16,17 5-42 16,13 11-26-16,2 12-29 15,5 13-13-15,-1 14-10 16,0 5-5-1,-9 5 3-15,2 5-2 16,-6-2-5-16,-5 1-24 16,-2-4-68-16,3 2-66 15,-4-4-140-15,8-22-564 16,-13 3 0-16,2-17 0 16</inkml:trace>
  <inkml:trace contextRef="#ctx0" brushRef="#br0" timeOffset="36182.37">5181 3722 250 0,'-5'-10'51'16,"-1"0"7"-16,-3-3 13 15,2-1 7-15,3 5 25 16,-2 3 3-16,6-1 17 15,-6 6 18-15,3-5 11 16,0 2-25-16,0-1 5 16,-1 5 27-16,1-4 2 15,3 4 5-15,-3 0-13 16,3-2-4-16,0 2-21 16,-3 0-23-16,3 0-12 15,0 0-8 1,0 0-22-16,0 0-35 15,0 2-16-15,0 2-13 16,3-1-14-16,-3 3 3 16,6 0 6-16,1 0 3 15,-1 2 2-15,3-2 1 16,1 3-1-16,0 1 2 16,3 1 0-16,1 1 1 15,3 2 2-15,5 4 0 16,2-1 3-1,-2 4-3-15,9 0 1 16,-5 2 1-16,0 1 0 16,-3 2-3-16,-5 2 1 15,-1 2-4-15,-5-2 2 16,-3 0 1-16,-3 0-1 16,-3 2 3-16,-3-3 3 15,2-6 3-15,-2-4-1 16,1-3 0-16,1-3-7 15,-1 2-69-15,4-9-116 16,20-4-319 0,-19 0 0-16,2-7 0 15,-2-9 0-15</inkml:trace>
  <inkml:trace contextRef="#ctx0" brushRef="#br0" timeOffset="36898.96">5753 3323 98 0,'6'25'8'0,"3"13"6"0,5 7 12 16,2 12 10-1,3-3 5-15,5-2 3 16,-3 0 4-16,1-6 1 15,3-7 1-15,-5-4-6 16,-7-10-1-16,1-7 2 16,-1-5-5-16,-5-7 4 15,-1-3 1 1,5-3-2-16,-3-9 1 16,-2-4-2-16,-1-8 2 15,-2-14-2-15,-1-4 1 16,-3-6-8-16,-3-5-9 15,-7-2-11-15,0 0-7 16,-9 6-3-16,-4 6-4 16,-4 5 1-16,3 10-5 15,-5 4-1-15,4 9-6 16,4 2-2-16,-2 7-2 16,4 2 0-1,2 4-1-15,4 5 1 16,3 4 1-16,1 6-1 15,5 7 0-15,1 6 3 16,0 3 11-16,3 10 9 16,0 1 11-16,0 4 12 15,9-3 12-15,2-3 8 16,7-6 11-16,9-8 13 16,6-8 11-16,13-11-40 15,25-20-310-15,-10-4 0 16,0-17 0-1,-10-20 0-15</inkml:trace>
  <inkml:trace contextRef="#ctx0" brushRef="#br0" timeOffset="37966.36">3582 3612 199 0,'-9'-1'37'0,"0"1"17"15,-2 0 20 1,-4 0 13-16,6 0 22 16,-2 0 23-16,5 0 15 15,0-2 22-15,3 2 24 16,-1-1-16-16,2-2-9 15,2 0-21-15,0-1-20 16,0-11-11-16,6-7-23 16,5-6-22-16,4-5-13 15,10-4-22 1,5-4-18-16,4 0-11 16,8 2 0-16,-1-5 5 15,2 9-2-15,-3-3 2 16,-1 7 0-16,-1 6-1 15,-6-1 0-15,0 6-1 16,1 2-1-16,-10 7 0 16,2-2 1-16,-6 6-30 15,2 4-116-15,8-7-299 16,-13 9 0-16,-10-2 0 16,-8-2 0-1</inkml:trace>
  <inkml:trace contextRef="#ctx0" brushRef="#br0" timeOffset="38831.56">3310 2564 219 0,'-3'0'1'0,"0"0"2"16,0 3 6-16,0 5 0 16,2 3 8-16,1 3 3 15,0 11 0-15,1 5 4 16,2 1 4-16,3 6 4 16,4 4 5-16,4 0 1 15,2 1 1-15,1-3-2 16,0 1-2-16,2-3 2 15,1-11 10 1,5-1-1-16,-2-5 5 16,-2-9 1-16,2-4 2 15,0-6 2-15,-4-2 0 16,0-11 3-16,-1-5 0 16,-6-6-2-16,-3-2-10 15,-6-13-1-15,-1-1-6 16,-4 4-5-16,-7-8-7 15,-3 8-7-15,-3-5-3 16,-6 4-3-16,-5 2-5 16,2-5-2-16,0 3 0 15,-2 0-2 1,0 1-3-16,7 6 0 16,-6 4-2-16,2 1-1 15,2 7-2-15,1 3 2 16,0 5 1-16,1 7-2 15,0-1 0-15,-2 6 0 16,1 4 0-16,0 3-2 16,-3 4 0-16,5 10-1 15,4 4-2-15,3 5-2 16,4 2-1-16,2 0 1 16,3 4-1-1,2-1 3-15,2-4 6 16,3 2 8-16,5-3 0 15,6-3 16-15,8-7 13 16,6-4 12-16,8-8 5 16,9-6-82-16,23-21-276 15,-12 2 0-15,6-19 0 16,-9-1 0-16</inkml:trace>
  <inkml:trace contextRef="#ctx0" brushRef="#br0" timeOffset="50347.81">10799 3180 1023 0,'-3'0'94'16,"0"0"-2"-16,2 0-5 15,-1 0-11-15,2 0-66 16,7-5-286-16,-2 10 0 16,-2-5 0-16,0 0 0 15</inkml:trace>
  <inkml:trace contextRef="#ctx0" brushRef="#br0" timeOffset="50531.06">10797 3211 709 0,'-1'0'57'15,"-2"0"-35"-15,2 0-76 16,1 1-92-16,1 1 0 15,-1-2 0-15,3-2 0 16</inkml:trace>
  <inkml:trace contextRef="#ctx0" brushRef="#br0" timeOffset="50699.55">10796 3212 1223 0,'0'2'19'16,"0"-2"-74"-16,1 0-182 16,-1 6 0-1,2-6 0-15,-2 2 0 16</inkml:trace>
  <inkml:trace contextRef="#ctx0" brushRef="#br0" timeOffset="71029.13">8236 3106 204 0,'-7'0'64'16,"4"-1"20"-16,-3 1 30 15,0-2 30-15,2 2 15 16,-3 0 14-16,2 0 13 15,1 0 16-15,1 0 18 16,0 0-10-16,0 0-1 16,-3 0-2-16,2 0-5 15,-1 0-22-15,0 0-10 16,1 0-10-16,-1 0-8 16,2 0-8-16,0 0-5 15,0 0-22-15,-1 0-11 16,1 0-16-1,3 0-28-15,0 0-5 16,0-5-2-16,3 1-2 16,4-10-6-16,4-9-8 15,3-8-10-15,9-1-8 16,2-4-10-16,4-3-3 16,-4 1 5-1,2-1-2-15,1-5 1 0,0 6 4 16,2 3-1-1,5 1 2-15,-3 1 2 16,3 1 10-16,3 4-4 16,1-1 5-16,-1 0 7 15,2 0 3-15,-3 4-7 16,1-3 0-16,-9 1-1 16,-2 5 0-16,-5 5-7 15,-4 3-64-15,-3 3-114 16,-1 1-231-16,-4 3-388 15,-6-1 0-15,-8-1 0 16,-12 2 0-16</inkml:trace>
  <inkml:trace contextRef="#ctx0" brushRef="#br0" timeOffset="71895.92">7675 1839 1191 0,'-5'0'84'0,"1"-6"-2"16,-1 4-7-16,2 0 1 15,5-2 2-15,1 8 3 16,4 3 5-16,4 8 8 15,6 6 7-15,6 12-48 16,3 9-25-16,0 2 7 16,1 7 9-16,-1-2 1 15,3-1 2-15,-3-2-1 16,-2-9-2-16,-1-9-6 16,-1-3-3-1,-1-11-4-15,-3-9 6 16,-1-2 13-16,-2-9 7 15,-3-7 23-15,-3-5 4 16,0-9 4-16,-3-11-1 16,-5-4 0-16,1-2-1 15,-4-4-2-15,-5-1-12 16,-2 1-16-16,-5 3-9 16,-5-3-25-16,-7-1-7 15,-1 1-6 1,-1 4-2-16,-2 3-1 15,4-1-3-15,0 9 0 16,0 7 2-16,1 2-2 16,3 5 1-16,5 5-2 15,0 5-3-15,2 1-4 16,5 2-2-16,-1 4-1 16,0 2 1-16,4 2-3 15,0 2 0-15,1 6 0 16,-2 4 0-16,1 13-2 15,1 1 3-15,0 6 4 16,2 5-1 0,1 3 4-16,3 0 4 15,4 1 3-15,2-1 0 16,6-1-1-16,3-6 1 16,8-5 4-16,9-2 1 15,3-9 6-15,14-8 2 16,9-5-148-16,5-20-516 15,2 2 0-15,-10-7 0 16</inkml:trace>
  <inkml:trace contextRef="#ctx0" brushRef="#br0" timeOffset="73066.11">6207 3580 768 0,'0'-6'98'0,"-3"1"32"0,3-3 53 16,-1-1 27-1,-2 4 33-15,-2-3 19 0,5 0 22 16,-3 2 26 0,0 3 17-16,0-4-60 15,2 4-33-15,1 3-43 16,-2 0-56-16,2 0-21 16,0 7-24-16,6 7-11 15,0 6-13-15,6 13-21 16,4 12-13-16,4 2-3 15,5 1-13-15,0 3-84 16,7-8-224-16,-1-3-458 16,-7-11 0-16,-5-10 0 15,-12-12 0 1</inkml:trace>
  <inkml:trace contextRef="#ctx0" brushRef="#br0" timeOffset="74579.2">3657 2445 232 0,'0'0'27'0,"0"0"6"15,0 0 4 1,3 0 3-16,-3 0 1 16,0 0 3-16,0 0 2 15,0 0 2-15,0 0 1 16,0 0-17-16,3 0-8 16,0 2-6-16,-3-1-3 15,3 2 7-15,0 3 5 16,-3 1 4-1,3-2 3-15,-3 3 14 16,3 0 13-16,4-2 5 16,-3 0 4-16,-1 0 2 15,3 0 5-15,3 2 0 16,0 1 3-16,-1 5 8 16,4 6 9-16,1 3 5 15,2 0 8-15,-1 5 4 16,8 2 2-16,-5-2 8 15,4 6 4-15,-1 3-2 16,-1-2 1 0,1 1-8-16,-2 1-9 15,3-5-14-15,-6-1-16 16,1-2-5-16,-4-7-3 16,-4-4-7-16,1-4-11 15,-5-5-4-15,-2-1-10 16,-1-5-3-16,1-3-2 15,-2 3-4-15,0-3-5 16,0 0-3-16,0 0-44 16,3 0-138-16,0-12-484 15,0 7 0 1,0-10 0-16,-3 1 0 16</inkml:trace>
  <inkml:trace contextRef="#ctx0" brushRef="#br0" timeOffset="76229.58">8236 2114 411 0,'-7'0'89'0,"-2"0"8"16,-1 0 20-16,-2 0 39 15,3 0 10-15,2 0 16 16,0-2 25-16,1 2 14 16,-1-1 17-16,3-1-42 15,-1 1-16-15,2-4 4 16,-4 2-9-16,4 1-31 15,3-2-5-15,-3 1-14 16,3 0-22-16,0-4-10 16,0 3-10-1,0-4-16-15,3-3-10 16,4 0-8-16,1-3-11 16,2 3-6-16,4 0-3 15,-1 0-1-15,1 0-2 16,0 0-3-16,2 2-6 15,-3 0-3-15,-4 0-6 16,0 6-5-16,-1-3 0 16,0 6-2-16,-2-3-2 15,0 3-1-15,3 3 1 16,0 2 2 0,-2-1 1-16,-2 9 5 15,2 6 6-15,-7 3 4 16,0 6 3-16,0 5-1 15,0-1 5-15,0 1 3 16,0 3-2-16,0-1 1 16,-4-4-2-16,1 5 0 15,-2-5-5-15,2-5-1 16,-1-2-3-16,4-3 0 16,-2-7-6-16,2-7-6 15,-1-1-8 1,2-4 2-16,-1-2 3 15,6 0 7-15,2-2 9 16,6-5 12-16,7-7 11 16,6-6 12-16,-2-6 9 15,4-2 7-15,-3 2 4 16,-1-1-3-16,-1 5 4 16,-7 3-4-16,-5 2 10 15,-2 6-20-15,-4 1 10 16,-2-1 12-16,3 2-5 15,-7 5 8-15,3-6-3 16,1 4-7 0,-4 3-11-16,0 1-3 15,1-2-91-15,-1 4-158 16,46-5-817-16,-35 2 0 16,-4 1 0-16,-1 1 0 15</inkml:trace>
  <inkml:trace contextRef="#ctx0" brushRef="#br0" timeOffset="79861.75">8243 5092 650 0,'0'-1'27'0,"0"-1"11"16,0-3 14-16,-3 4 29 16,3-1 17-16,0 2 17 15,0 0 13-15,-4 0 13 16,0-1 19 0,1-1 1-16,0 1 24 15,0-4 14-15,-3 2-4 16,3 1-19-16,-1-1-2 15,0 2-10-15,2 1-6 16,2 0-3-16,-1-3-2 16,1 3-15-16,-2 0-22 15,1 0-18-15,-1-2 2 16,1 2 0-16,1 0-9 16,-2 0-2-16,2 0-9 15,0-5-15 1,0 5-18-16,-1 0-11 15,1 0-7-15,0 0-5 16,1 0-13-16,-1 5-7 16,0 1-7-16,2 7-4 15,2 2 5-15,5 5 3 16,-2 2 2-16,2 2 4 16,5-1 2-16,-2 1-5 15,0-3-1-15,1-4 1 16,2 1 4-16,1-1-3 15,1-3 0 1,-3 2 3-16,4-7 14 16,-4-4-1-16,2 2 9 15,0-7 7-15,2 0 7 16,0 0 4-16,3-1 1 16,-2-5 5-16,4 1 4 15,-6-3 1-15,0-1-7 16,-1 0 5-16,-3 1-12 15,1 3-5-15,-2-1-5 16,-2 0-7-16,0 1-3 16,-4 1-4-1,0-1-5-15,-3 5-71 0,0-3-110 16,5 1-219 0,-8-33-500-16,4 28 0 15,-8 0 0-15</inkml:trace>
  <inkml:trace contextRef="#ctx0" brushRef="#br0" timeOffset="80795.64">8170 5846 903 0,'-5'0'103'0,"-1"0"18"15,-1 3 12-15,-2 0 9 16,3 0 3-16,3 5 9 16,3 4 11-16,-1 4 6 15,2 7 5-15,-1 7-62 16,6 3-29-1,1 2-9-15,4 2-7 16,3-2-6-16,2 0-2 16,-3-2-7-16,0-8-10 15,-4-7-5-15,0-5-3 16,-5-4 29-16,0-4 44 16,2-4 18-16,-3-7 9 15,0-5 13-15,-2-7 4 16,-1-10 3-16,0-15 3 15,0-2 2-15,-7-8 0 16,1-2-32-16,-8 0-53 16,-4 1-25-1,-2 5-18-15,-3 3-15 16,1 3-7-16,0 9-5 16,-2 6 0-16,3-1-2 15,5 9-7-15,4 5 0 16,0 4-1-16,3 5-4 15,0 2 1-15,3 3-1 16,0 2 4-16,3 6-3 16,0 4-3-16,3 4 0 15,0 8 2-15,0 8-2 16,0-2 0 0,6 0 4-16,0 0-1 15,9-4 2-15,3-2-6 16,3-4-10-16,2-1-90 15,9-8-168-15,0-12-527 16,0 2 0-16,-6-5 0 16,-1-2 0-16</inkml:trace>
  <inkml:trace contextRef="#ctx0" brushRef="#br0" timeOffset="81316.19">8286 5731 1726 0,'0'-2'55'0,"0"-2"7"16,3-4 3-16,0 0 6 15,7-4 2-15,4-4 1 16,5 2-6-16,0 0-13 15,-2 2-4-15,2 7-45 16,-3 0-6-16,-4 3-6 16,1 9 2-1,-2-4 8-15,0 8 18 0,-4 8 22 16,-1 7 27 0,-5 4 26-16,-1 5 23 15,0 2 3-15,0 0 13 16,0 1 17-16,0-4 10 15,0-1-8-15,-1-5-14 16,1-6-20-16,0-2-21 16,0-7-12-16,0-4-20 15,0-4 3-15,0-4 20 16,0-1 24-16,4 0 19 16,4-5 8-1,9-5 4-15,4-7-4 16,2-8-2-16,2-6-2 15,-1 1 3-15,-5 5-31 16,-3 0-128-16,2 8-193 16,31-6-797-16,-32 9 0 15,-2 4 0-15,-5 2 0 16</inkml:trace>
  <inkml:trace contextRef="#ctx0" brushRef="#br0" timeOffset="94077.84">13388 3353 585 0,'-6'0'34'0,"-1"0"6"15,1 7 7-15,-3-7 3 16,3 3 5-16,6 3 2 16,-2-3 4-1,2 2 5-15,-2-2 11 16,2 0-12-16,-2 5 18 16,2-4 13-16,-2 3 2 15,2 0 0-15,-1-1-3 16,-2 1-1-16,0 4-2 15,0-2-6-15,0-3-10 16,0 4-12-16,3-5-20 16,0-4 3-16,0 2 23 15,0-1 30-15,0-2 35 16,0 2 32-16,0-1 20 16,0-1 11-16,0 0 6 15,0 0 1 1,0 0 0-16,0-3-18 15,0-2-27-15,0-1-35 16,0-7-33-16,0-4-29 16,0-6-21-16,6-4-10 15,0-3-4-15,6-1-8 16,1 2-5-16,3-6 1 16,8 4-2-16,0-7 3 15,1 1-4-15,8-4-4 16,1 4 5-16,5-7-4 15,2 4-2 1,4-8 5-16,4 0 0 16,-3-2-3-16,3 5-3 15,-2-6 0-15,-6 8 2 16,-4 7 5-16,-7 3-8 16,-5 11 5-16,-10 4 0 15,-2 4 1-15,-5 6-3 16,0 3 3-16,-5-2-5 15,0 5-64-15,0-3-102 16,7-2-239-16,-3 1-396 16,-4-3 0-1,-3-3 0-15,-13-4 0 16</inkml:trace>
  <inkml:trace contextRef="#ctx0" brushRef="#br0" timeOffset="96612.22">13503 5103 528 0,'-5'0'66'0,"1"0"25"15,-2 0 25-15,1 0 28 0,0 0 27 16,5 0 22 0,-3 0 14-16,3 0 14 15,0 0 15-15,0 0-30 16,0 0-17-16,0 0-23 16,0 0-25-16,0 0-32 15,0 0-31-15,0 0-23 16,0 0-11-16,0 0-9 15,0 0-11-15,3 0-6 16,1 0-2-16,2 3 2 16,6 0 6-1,2 0 10-15,1 0 7 16,5 2 7-16,-1-2 3 16,-1 2 2-16,2-2 2 15,0 3-1-15,2-1-2 16,0 2-1-16,5-3-2 15,0 1 0-15,1 0 0 16,3-1 9-16,5-2-4 16,-2-1-1-16,4 4-1 15,0-3-1 1,-2 1-5-16,-1 0-4 0,3 3-2 16,-4-3-6-16,3 0-2 15,4 3-2 1,-5-6-1-16,5 2-4 15,0-2-1-15,-5 0 17 16,-5-5 0-16,-1 1 4 16,-2-4 6-16,1-1 6 15,-1-10-1-15,5 0-3 16,-4-8-5-16,3-2 2 16,2-1-1-16,-5 0-14 15,0 1 3-15,-9 4 6 16,1-2-6-1,-7 5-2-15,-5 2 7 16,1 3 6-16,-6 4 18 16,2 3 9-16,-3-4 12 15,0 2-10-15,-3 3 9 16,3-1-15-16,-3 3 6 16,0 4 2-16,0-4-4 15,2 4-14-15,-1 2-16 16,-1-5-9-16,0 6-18 15,0-4 11-15,2 4-13 16,-2-1 6 0,0 1 3-16,0 0-10 15,0 0 0-15,0-3-2 16,0 3-3-16,0 0 0 16,0 0 5-16,0 0 7 15,0 0-8-15,0 0-5 16,0 0-7-16,0 0 3 15,0 0-1-15,0 0 9 16,0 0 4-16,0 0-4 16,0 0-5-16,0 0-11 15,0 0 7-15,0 0-1 16,0 0-3 0,0 0 0-16,0 0 1 15,0 0-5-15,0 0-5 16,0 0 2-16,1 0 4 15,-1 0 1-15,3 0 1 16,-3 0 0-16,1 0 6 16,1 0 0-16,-2 0-2 15,0 0-4-15,0 0 8 16,0 0-8-16,0 0-5 16,0 0 0-16,0 0 4 15,0 0-1 1,0 0 6-16,0 0-1 15,0 0 1-15,0 0 0 16,0 0-4-16,0 0 0 16,0 0 0-16,0 0 0 15,0 0 8-15,0 0-8 16,0 0-8-16,0 0 8 16,0 0 0-16,0 0 0 15,0 0 0-15,0 0 8 16,0 0-6-16,0 0-5 15,0 0-8 1,0 0 3-16,0 0-30 16,0 0-70-16,0 0-102 15,0 0-60-15,0 3-177 16,8 2-577-16,-13 15 0 16,-10 8 0-16,-1 10 0 15</inkml:trace>
  <inkml:trace contextRef="#ctx0" brushRef="#br0" timeOffset="97428.88">14118 6019 1420 0,'0'0'66'16,"-3"0"2"-16,3 0-5 16,-3 0-7-16,3 0-1 15,0 0 9-15,0 0 8 16,0 6 9-16,0 10 17 15,6 6-33-15,1 13-7 16,-1 14 6-16,6 10 13 16,2 9 8-16,1 1 5 15,2-6-5-15,3 0-6 16,-2-17-9-16,-3-3-19 16,-2-17-22-16,-4-5 3 15,-2-11 21 1,1-2 50-16,-2-8 23 15,4-9 4-15,-1-10 16 16,1-13 4-16,-4-11 9 16,-3-17 9-16,-1-9 8 15,-4-7-10-15,-7 5-27 16,-7-1-50-16,-8 3-24 16,-3 3-7-16,-8 9-21 15,-1 3-8-15,0 12-13 16,2 7-3-16,4 11-11 15,2 8 3 1,5 12-3-16,3 5-7 16,5 8-1-16,5 8 2 15,2 14-1-15,4 6 2 16,1 18 1-16,9-1-5 16,3 7-1-16,4-6-4 15,10-3-10-15,6-7-3 16,12-4-4-16,4-10-67 15,10-10-162-15,20-13-577 16,-22 0 0-16,-9-8 0 16,-13-2 0-1</inkml:trace>
  <inkml:trace contextRef="#ctx0" brushRef="#br0" timeOffset="97928.15">14508 6137 1826 0,'3'-5'78'15,"11"-4"23"-15,-2-2 15 16,8-3 8-16,-2 5 8 16,2 0 1-16,-4 4 6 15,0 4 1-15,-4 2 11 16,-1 4-21-16,-5 4-44 16,-3 5-19-16,0 6-9 15,-3 4-1-15,0 3-7 16,0-3 0-16,0-2-7 15,0-1-7-15,3-1-17 16,3-7-10-16,9 1-4 16,3-4-5-1,9 3-1-15,6-4-3 16,-1-4 1-16,4 2 1 16,-7 0 2-16,-4 0 0 15,-5 2 14-15,-17 5 13 16,0 1 4-16,-9 18-59 15,-11 10-310-15,-11 11-311 16,-5 6 0-16,-11-2 0 16,3-15 0-16</inkml:trace>
  <inkml:trace contextRef="#ctx0" brushRef="#br0" timeOffset="103377.69">15602 6163 1935 0,'3'3'51'0,"-3"0"18"0,11 0 22 16,-2-1 29-16,11-1 11 15,7-4 5-15,10 0 7 16,8-3-48 0,9-10-212-16,-7 3-413 15,-7 2 0-15,-21 2 0 16,-11 3 0-16</inkml:trace>
  <inkml:trace contextRef="#ctx0" brushRef="#br0" timeOffset="103543.88">15734 6563 2898 0,'0'6'-1'0,"0"-3"6"15,7-3 4 1,12 2 1-16,19-7-114 15,32-23-459-15,5-4 0 16,8-14 0-16,-1-16 0 16</inkml:trace>
  <inkml:trace contextRef="#ctx0" brushRef="#br0" timeOffset="104663.53">17625 5257 1271 0,'-6'-10'113'0,"-3"-5"41"16,-1 2 30-16,-1-6 40 15,5 3 23-15,1 9 5 16,2 0-15-16,0 6-27 15,-1 1-7-15,4 0-80 16,0 9-27-16,0 16-43 16,0 21-22-16,4 22-31 15,1 21-21 1,7 14 3-16,6 5 19 16,7 0 28-16,2-5 8 15,4-11-1-15,0-7 4 16,5-16 5-16,-7-17-1 15,-3-12 0-15,-4-12 4 16,0-14 13-16,-9-8 25 16,1-12 15-16,-5-14 8 15,0-15 17-15,-3-15-9 16,-2-16-1 0,-1-8-10-16,-6-11-10 15,-5-10-15-15,-10-5-23 16,-8-3-28-16,-6 3-20 15,-11 9-22-15,0 13-14 16,-2 19-4-16,-1 16-5 16,3 17-6-16,8 13-3 15,3 9-12-15,6 10-10 16,10 14-2-16,10 16 0 16,2 8 14-16,11 15-4 15,12 10-6-15,14-2-35 16,9-3-54-1,17-4-149-15,8-20-418 16,2 7 0-16,-3-10 0 16,-9-13 0-16</inkml:trace>
  <inkml:trace contextRef="#ctx0" brushRef="#br0" timeOffset="105127.49">18275 5815 1668 0,'7'-6'53'0,"2"-3"30"16,4 0 27-16,8-5 25 15,3-3 12-15,5 1 9 16,1 1 3 0,0 6-2-16,0 0 0 15,-5 9-31-15,-1 4-9 16,-6 12-21-16,-8 11-13 16,-5 10-4-16,-2 11 13 15,-6 4 16-15,-6 5 19 16,-3-4 11-16,-2-3 19 15,-1-10 7-15,4-3-6 16,5-8-14-16,3-12-13 16,3-1-27-1,10-7-19-15,11-7-18 0,19-4-98 16,24-7-273 0,18-22-589-16,1-10 0 15,-6-9 0-15,-13-13 0 16</inkml:trace>
  <inkml:trace contextRef="#ctx0" brushRef="#br0" timeOffset="105661.1">19119 5149 2873 0,'-2'-7'130'0,"-1"4"11"15,0-4-7-15,3 3-9 16,-4-1-1-16,4 13 4 16,4 8 17-1,5 12 17-15,5 16 19 16,8 14-96-16,3 5-16 16,7 8-3-16,-1-5 14 15,-1-7 11-15,-4-3 3 16,3-2-81-1,-7-2-220-15,-1-16-679 0,-14 7 0 16,-7-11 0-16,-12-12 0 16</inkml:trace>
  <inkml:trace contextRef="#ctx0" brushRef="#br0" timeOffset="106260.29">19052 5688 3193 0,'33'-25'3'0,"15"-13"5"15,16-18 7-15,16-16 3 16,-6-8 0-16,-1 3 8 16,-9 3 2-16,-16 6 9 15,-14 12 14-15,-13 14 8 16,-11 9 19-16,-10 13 22 15,-7 6 2-15,0 6-15 16,1 5-3-16,3 3-10 16,0 9-1-16,-1 13-9 15,8 19-10-15,2 12-8 16,4 14-16 0,10 11-12-16,1-3 3 15,9-5 24-15,4-6 13 16,5-13 6-16,-1-14 10 15,-3-11 6-15,-9-12 21 16,1-7 29-16,-6-14 12 16,-5-13-29-16,-1-20-4 15,-6-18-14-15,-1-17-5 16,-13-11-6-16,-9-3-12 16,-11 5-26-1,-11-1-31-15,-6 13-38 16,-12 12-19-16,3 14 8 15,2 18-14-15,6 17-5 16,7 16-1-16,13 16 0 16,5 17 3-16,11 11 17 15,10 15 6-15,10 6 5 16,11 3-4-16,16 2-61 16,9-5-98-16,16-2-188 15,7-36-523-15,-5 9 0 16,-8-13 0-16,-3-15 0 15</inkml:trace>
  <inkml:trace contextRef="#ctx0" brushRef="#br0" timeOffset="106610.53">20270 5411 3116 0,'12'-17'67'0,"3"-5"25"16,2-1 9-16,5 0-8 15,-8 6-5-15,-5 13 3 16,-3 2 7-16,-4 11 12 16,-1 15 15-16,-5 7-44 15,-4 11-11-15,4 9-25 16,1 0-9 0,0-5 2-16,9-6 13 15,4-8 4-15,9 2 8 16,5-5 2-16,10-1-1 15,4 1 1-15,-6 0-3 16,0-2 1-16,-10-4 6 16,-12 4 23-16,-7 4 4 15,-15 8-20-15,-11 11-150 16,-6 11-925-16,-15 12 0 16,-20 2 0-16,-10-12 0 15</inkml:trace>
  <inkml:trace contextRef="#ctx0" brushRef="#br0" timeOffset="110127.28">13709 5291 369 0,'0'-7'2'15,"2"3"-13"-15,-1-4-61 16,8 5 0-16,-6 4 0 15</inkml:trace>
  <inkml:trace contextRef="#ctx0" brushRef="#br0" timeOffset="111076.7">14451 6143 1644 0,'0'10'213'16,"0"-2"33"-16,2 1 15 16,-2-2-5-16,3-6 4 15,2-1 1-15,7 5-2 16,4 0 2-16,6 18 2 15,4 12-149-15,1 14-55 16,-3 20-27-16,0 3-13 16,-3 3 7-16,-4-9-10 15,1-14-11 1,3-14 0-16,4-11 3 0,4-16-3 16,2-7-2-1,6-10-5-15,-7-6-2 16,-7-4 5-16,-4 7 10 15,-13-4 11-15,-6 12-1 16,-12-2-6-16,-11 12-3 16,-9 5 3-16,-9 9 3 15,-8 2 0-15,9 4-5 16,7-9-8-16,10-9-36 16,8-8-24-16,10-9 2 15,1-13 5 1,4-14-12-16,7-15-34 15,1-17-22-15,-8-8-16 16,3-8-7-16,-11-3-10 16,-11 7 35-16,-11 16 29 15,-12 14 15-15,-12 22 7 16,-4 14 17-16,-3 8 33 16,4 9 29-16,8 8 15 15,12 0 3-15,16 3 8 16,10 4-14-16,14 1-13 15,18-3-12 1,12-4 4-16,12-4-6 16,11-5-3-16,3-6-4 15,-6-6-1-15,-12 0 7 16,-17 0 23-16,-11 1 19 16,-16 2 5-16,-13 6 14 15,-7 8-4-15,-5 4 1 16,5 7 3-16,-2 2-13 15,18-4-7-15,7-1-85 16,22-10-207-16,7-6-428 16,5-11 0-1,0-7 0-15,-5-18 0 16</inkml:trace>
  <inkml:trace contextRef="#ctx0" brushRef="#br0" timeOffset="111677.47">14432 5212 1562 0,'-2'0'50'0,"0"0"0"16,0 0-7-16,2 2-5 16,0-4 2-16,6 2 22 15,3 7 39-15,11-3 30 16,12 4 34-16,12 4-13 16,14-3 11-16,12-4 22 15,9-1 13-15,18 4 8 16,12 1 2-16,9 5-19 15,10 8-36-15,10 4-29 16,7 3-28-16,4 0-21 16,-1-5-23-1,-5-6-17-15,-14 0 1 0,-16-6-4 16,-18-4-4 0,-19-3-2-16,-9 3 2 15,-9-2-4-15,-9-2 0 16,-13 4-5-16,-11-2-62 15,-4-1-151-15,-4-5-204 16,-11 2-334-16,-12-2 0 16,-11-2 0-16</inkml:trace>
  <inkml:trace contextRef="#ctx0" brushRef="#br0" timeOffset="111993.98">15975 4992 1868 0,'0'-1'32'16,"0"1"5"-16,9 0 26 16,10 1 38-16,13 8 35 15,16 12 30-15,10 9 45 16,10 10 8-16,8 8 10 15,0 7-26-15,-9 8 8 16,-6 5 9-16,-14-2-21 16,-16 6-35-16,-20 0-26 15,-10 1-51-15,-7 6-173 16,-12-3-253 0,-12 4-432-16,-6-9 0 15,-12-9 0-15,-6-24 0 16</inkml:trace>
  <inkml:trace contextRef="#ctx0" brushRef="#br0" timeOffset="113476.11">15139 3147 1099 0,'-4'-2'66'0,"-2"-3"8"16,0 1 11-16,3-1 22 15,-3-1 24 1,3 3 25-16,0-2 18 15,-4 2 22-15,3 1 27 16,-2-2-33-16,0 1 18 16,-8 0 15-16,11-1-1 15,-6 1-10-15,0 2-11 16,6-7-15-16,-1 6 1 16,-3-1-11-16,4-3-16 15,1 5-28-15,-2 1-20 16,4 0-17-16,0 0-14 15,-3 0-9 1,3 0-16-16,3-3-14 16,-3 3-20-16,0 0-7 15,0 0-10-15,0 0 0 16,7 0-4-16,2 0-3 16,4 3 3-16,2 3-2 15,8-2 3-15,0 7 6 16,9 0 1-16,2 5-2 15,2-1-1 1,1 5 2-16,6-3 0 16,-5 3 1-16,3 2-2 15,0 4 0-15,-4 3-2 16,-2 5 1-16,-9 4 0 16,1 7-3-16,-10 7 6 15,-6 3 0-15,-5 8 4 16,-3-1-1-16,-3 4 1 15,0-6 2-15,0 2 7 16,-1-9-2-16,-1-3 1 16,1-4-2-16,-4-11-7 15,0-5 1-15,2-5-3 16,0-6 0 0,1-7-1-16,2-2 1 15,0-9 1-15,0 1 12 16,0-1 12-16,0-1 5 15,0 0 16-15,0 0-2 16,0 0 11-16,0 0-7 16,0 0-7-16,0 0-108 15,0 3-378-15,0-3-589 16,2-7 0-16,-4-6 0 16,-4 1 0-16</inkml:trace>
  <inkml:trace contextRef="#ctx0" brushRef="#br0" timeOffset="126276.09">10152 3684 213 0,'-3'-13'14'0,"-1"0"-1"16,-2-5-2-16,0 0 0 15,3 4 1 1,-5 0 1-16,0 3 10 16,-1-1 13-16,0-1 7 15,2 3-7-15,-3 2 19 16,4 1-1-16,0-1 5 15,0 3 0-15,5-3-4 16,-2-1 3-16,-1 0-8 16,1-2-11-16,0-1-7 15,0 1-6 1,0-1-18-16,-2 3 0 16,4-1 1-16,1 4 14 15,-3 3 26-15,3 2 24 16,-3-3 15-16,-2 4 14 15,5 0 16-15,0 0 14 16,-1 0 20-16,-2 0 12 16,1 0 7-16,2 0-7 15,-1 0-21-15,1 0-24 16,0 0-18-16,1 0-11 16,-1 0-11-16,0 0-13 15,0 0-8-15,0 0-11 16,0 0-7-1,0 0-6-15,0 0-4 16,0 0-6-16,0 0-1 16,0 0-1-16,2 0-5 15,1 0 0-15,6 4-7 16,1-3 1-16,9 2 2 16,2 3 3-16,5 4 4 15,-1-1 4-15,1 3 3 16,3 2-3-16,-3 4 0 15,7 2 1 1,-2 5 0-16,1-2-1 16,-3 3 0-16,4 3-2 15,-2 2-1-15,1 4-1 16,-6 1 1-16,4-1 5 16,-9 2 2-16,-3 0 0 15,-5-2 5-15,-1 1 5 16,-4-2 9-16,-8-5 10 15,0-5 6-15,0-5 19 16,0-2 11-16,0-6 0 16,0-2 1-1,0 4 2-15,0 0-8 16,-5-2-5-16,5 0-12 16,-5 1-10-16,1-3-19 15,-2-3-103-15,5 1-167 16,1-4-190-16,1-2-352 15,1-5 0-15,5-7 0 16</inkml:trace>
  <inkml:trace contextRef="#ctx0" brushRef="#br0" timeOffset="127092.04">10787 3223 1154 0,'-4'2'152'16,"1"-2"28"-16,-3 0 11 16,0 1 0-16,6-2-3 15,0 5 2-15,0 6-1 16,0 4 3 0,6 13 4-16,0 7-97 15,6 5-50-15,7 8-24 16,5 1-3-16,-1-1 7 15,3 5 5-15,-1-7 2 16,0 0 5-16,1-4-2 16,0-5-4-16,-6-8 0 15,-2-3 0-15,-3-8 0 16,-2-7 9-16,-6-4 28 16,-1-4 15-16,0-4 16 15,4-6 6 1,0-9 7-16,-6-8 2 15,-1-5 0-15,3-10-6 16,-6-3 3-16,0-3-18 16,-3 2-33-16,0-8-14 15,-11 10-20-15,1 0-9 16,-9 3-7-16,-3 6-5 16,-5-1-2-16,2 7 1 15,-5 2-9-15,5 6 0 16,1 7-10-16,-3 1-7 15,3 5-1 1,5 4 1-16,0 2-5 16,3 2 1-16,5-1-2 15,-1 4 1-15,9 1 4 16,0 8-2-16,2 3 6 16,1 4 2-16,3 4-3 15,0 4-5-15,3 1 2 16,3-2-2-16,4 0-1 15,8-4 4-15,3 1-3 16,7-9 4-16,5 2 5 16,5-4-22-1,4-5-88-15,9-2-151 0,25-14-488 16,-28 6 0 0,-4-2 0-16,-6-8 0 15</inkml:trace>
  <inkml:trace contextRef="#ctx0" brushRef="#br0" timeOffset="127426.14">11378 3308 1967 0,'0'-2'205'16,"0"1"47"-16,0-2 25 15,0-2 13-15,0 2 3 16,0 1-7-16,0 2-3 16,4 0 3-16,2 5 1 15,9 10-130-15,9 12-70 16,8 14-48-16,4 15-53 15,1 14-190-15,5-5-694 16,-4 10 0 0,-12-10 0-16,-3-15 0 15</inkml:trace>
  <inkml:trace contextRef="#ctx0" brushRef="#br0" timeOffset="137291.85">16591 2637 866 0,'-2'-3'76'15,"-1"-2"25"-15,-1 4 20 16,0-1 34-16,2 1 19 15,2 1 14-15,-3 1 1 16,3-2-3-16,0 1 0 16,-3 0-44-16,3 6-14 15,0 13-13-15,0 9-19 16,0 11-25-16,0 13-11 16,3 5-8-16,2 3-1 15,6 6 8-15,8-9 1 16,0 5-9-16,1-8-7 15,5-4-9 1,1-5-4-16,-5-5-5 16,0-12-13-16,-5-5 8 15,0-11 26-15,-10-4 31 16,8-6 24-16,-1-10 15 16,-1-11 0-16,-1-7 13 15,0-12 10-15,-6-12 3 16,-2-5-2-16,0-1-9 15,-3 1-30-15,-3 0-38 16,-5 1-22-16,-3 3-16 16,-4 2-1-1,-6 4-16-15,1-1-14 16,-6 6-6-16,-3 1 5 16,0 1-11-16,-1 9 1 15,-4 4 1-15,4 6-10 16,2 5-5-16,1 12-6 15,0 2 5-15,4 5-1 16,0 7 2-16,4 6 2 16,7 7 9-16,-1 11-1 15,8 3 5-15,2 6 4 16,2 6 4 0,7-2 4-16,3-1-4 0,7-2 5 15,7-9 0 1,13-4-2-16,5-8-17 15,9-2-116-15,11-12-240 16,-2-3-384-16,-5-5 0 16,-3-9 0-16</inkml:trace>
  <inkml:trace contextRef="#ctx0" brushRef="#br0" timeOffset="148090.85">17149 3016 470 0,'0'0'110'0,"-2"0"34"16,-1 0 30-16,0 0 40 15,-1-2 36-15,4 2 33 16,-4 0 33-16,4 0 21 16,-4 0 15-1,1-2-66-15,3-1-40 0,0 3-35 16,-3-1-36 0,3 1-40-16,0 1-34 15,0 9-28-15,3 8-27 16,0 9-19-16,9 12-14 15,-3 11-5-15,3 0 6 16,4 0 0-16,-4 2 4 16,3 3-42-16,-1-9-180 15,-1-13-553-15,-6 0 0 16,2-10 0-16,-6-15 0 16</inkml:trace>
  <inkml:trace contextRef="#ctx0" brushRef="#br0" timeOffset="148575.23">17653 2364 2004 0,'0'0'85'0,"0"0"-1"15,0 0 0-15,0 3 12 16,3 7 26 0,1 11 14-16,4 12 13 15,1 13 17-15,8 6 4 16,0 5-65-16,0-3 12 16,3 4 8-16,2-2 2 15,-6-4-9-15,1 0-26 16,-1-4-7-16,-2-2-7 15,-2-4-19-15,-1-3-64 16,-1-1-219-16,-4-25-530 16,-3 17 0-16,-5-13 0 15,-9-8 0 1</inkml:trace>
  <inkml:trace contextRef="#ctx0" brushRef="#br0" timeOffset="148825.03">17580 2872 2288 0,'27'-17'32'0,"8"-9"1"15,20-5 7-15,15-9-53 16,6-12-174 0,-2 6-251-16,-1-5 0 15,-4-1 0-15,-13-5 0 16</inkml:trace>
  <inkml:trace contextRef="#ctx0" brushRef="#br0" timeOffset="149375.09">18211 2209 2107 0,'-3'0'115'0,"3"0"-10"15,-3 0-2-15,3 2 2 16,0 7 10 0,6 10 5-16,4 13 1 0,3 8 3 15,9 15 8 1,7-1-111-16,-3 4 11 15,2-5 34-15,-2 2 7 16,-2-13 0-16,-3-6-9 16,-6-9-1-16,-1-9 6 15,-3-4 13-15,0-8 27 16,-4-1 22-16,2-10-9 16,-3-7-16-16,1-13 0 15,-5-17 5-15,-1-8-8 16,-1-14 1-16,0-5-14 15,-3-4-19 1,-7 1-37-16,-5 5-27 16,-9 1-5-16,-6 8-3 15,-3 5-6-15,-2 8-9 16,-1 6 4-16,1 9-5 16,0 8 2-16,6 11 3 15,-1 5 1-15,5 6 0 16,2 8 1-16,5 10-4 15,2 14 4-15,9 8 0 16,4 12-1 0,6 1 0-16,14 8 5 0,7-3-1 15,10-2 0 1,13 2-60-16,5-2-116 16,7-13-214-16,-3-5-393 15,-1-11 0-15,-4-9 0 16,-11-14 0-16</inkml:trace>
  <inkml:trace contextRef="#ctx0" brushRef="#br0" timeOffset="150060.18">18755 2483 1763 0,'3'-3'54'16,"1"3"17"-16,4-3 16 16,3-5 7-16,5 3 1 15,6-2 7-15,-2-2 3 16,6 6 0-16,-2 3 8 15,-1-2-38-15,-2 4-16 16,-4 3-12-16,0 5-5 16,-8 5 18-16,-6 10 44 15,-3 3 28 1,-3 7 14-16,-6-3 12 16,-5 7 3-16,2-4 12 15,-8-4 2-15,7-3-2 16,1-5-11-16,6-7-24 15,2-2-49-15,4-9-47 16,0-2-18-16,0 3-10 16,3-6-10-16,8 0-8 15,4 0 1-15,11 0 1 16,0 0 2-16,4 3-3 16,-2-3 6-16,2 0 13 15,-3 0-2-15,-5 2-1 16,1 4-2-1,-3-3-4-15,-2 5-4 16,-5 0-7-16,-1 1 1 16,-2 0 2-16,-6 3 3 15,-1-3 25-15,-3 2 38 16,-7 3 37-16,-7 3 24 16,-10 8 14-16,-8 2-1 15,-13 3 0-15,-4 4-3 16,-2-1-48-16,10-2-134 15,5 2-362 1,8-5-616-16,2-11 0 16,14-7 0-16,-5-10 0 15</inkml:trace>
  <inkml:trace contextRef="#ctx0" brushRef="#br0" timeOffset="152807.7">13370 3649 1380 0,'0'0'70'15,"-4"0"30"-15,-2 0 43 16,1 0 30-16,-4 0 27 15,2 0 20-15,4 0 13 16,-3-3 20-16,1-6 10 16,-2 5-39-16,3-6 2 15,-2 1-13-15,1-2-40 16,-2 3-35 0,4-6-22-16,-4 0-3 15,7-5-14-15,-3-6-18 16,3-4-8-16,0-2-12 15,7-12-19-15,-1-3-10 16,4-3-8-16,2-2 11 16,9-1-4-16,0 1-19 15,1-4 1-15,3 2-1 16,4-7-3-16,-4 2 3 16,3-6-3-16,0 0-5 15,0 2 2 1,-1-1-1-16,-4 2 0 15,-2 10 3-15,1 0 0 16,-4 10 3-16,-1 3-3 16,1 5 0-16,-3 4-2 15,3 2 4-15,-2 2 1 16,7 0-3-16,-8 2 2 16,8-1-1-16,-5-1 1 15,-1 6-4-15,-3 1 1 16,-3 5-2-16,-4 2 10 15,0 2-6 1,-4 1 1-16,1 4 4 16,-1-2-6-16,-3 3 9 15,3 3-2-15,-3-1 1 16,3 1 8-16,-3 0-2 16,0 0-14-16,0 0 6 15,0 0-2-15,0 0-15 16,0-5-97-16,0 10-97 15,3-2-232-15,-3 10-447 16,-6 4 0-16,-7 6 0 16,-1 0 0-1</inkml:trace>
  <inkml:trace contextRef="#ctx0" brushRef="#br0" timeOffset="157591.64">12073 1119 893 0,'-9'-5'88'0,"-2"0"26"0,-1 2 33 15,-4-3 22-15,6 6 30 16,3-3 24-16,1 1 22 15,3 2 10 1,-1 0-1-16,2-3-51 16,1 6-35-16,1-1-24 15,-3 15-31-15,3 12-22 16,0 14-29-16,3 10-23 16,4 11-19-16,5 4-13 15,6-2 3-15,6 0 2 16,2-5 0-16,1-2-1 15,0-8-3-15,-2-9 3 16,-5-7-4-16,-3-11 4 16,-5-8 26-1,2-12 55-15,-7-4 15 16,1-15 9-16,-5-17 0 16,1-14 7-16,-3-16-1 15,-1-14-2-15,-5 1 4 16,-3-2-5-16,-7-1-26 15,-6 8-55-15,-5 1-21 16,-7 4-17-16,0 10-2 16,0 5-9-16,1 10-8 15,2 8-1 1,2 7-8-16,7 13 0 16,1 7-4-16,4 10 1 15,9 7 5-15,1 10 5 16,1 6-1-16,5 10-2 15,5 2 2-15,5 1 1 16,6 1 6-16,6 0 0 16,9-9-4-16,9 0-73 15,4-5-191-15,4-17-518 16,0 8 0-16,-10-10 0 16,1-9 0-16</inkml:trace>
  <inkml:trace contextRef="#ctx0" brushRef="#br0" timeOffset="157842.74">12505 1147 2903 0,'0'0'28'0,"1"0"0"16,5 6 3-16,4 9 3 15,11 8 6-15,2 11 2 16,0 15 1-16,9 2 4 16,-4 4 4-16,-6 1-60 15,2 0-173-15,-3-23-429 16,-9 13 0-16,-6-20 0 16,-1-17 0-16</inkml:trace>
  <inkml:trace contextRef="#ctx0" brushRef="#br0" timeOffset="158110.62">12739 888 2517 0,'2'0'26'0,"5"1"13"15,6 10 14-15,3 6 14 16,4 14 8-16,8 7 5 16,0 10 7-16,2-1 11 15,-2 2 4-15,-8 2-38 16,-8-4-168-16,-4-12-516 16,-16 11 0-16,-4-2 0 15,-11-11 0 1</inkml:trace>
  <inkml:trace contextRef="#ctx0" brushRef="#br0" timeOffset="158673.47">12766 1214 1729 0,'34'-33'36'16,"10"-14"4"-16,11-10-1 15,7-11 2-15,-17 7-4 16,-12 13 3-16,-13 16 6 16,-8 4 21-16,-6 14 11 15,-6 8-27-15,-6 6-2 16,3 0-3 0,0 10 5-16,0 8 3 15,0 11 7-15,3 10-2 16,3 11 1-16,3 1-19 15,9 1-8-15,0-5 3 16,7-6 3-16,0-6 8 16,4-8 20-16,-7-10 45 15,2-6 25-15,0-10 21 16,-2-12 2-16,2-12 6 16,3-10-5-16,-14-15 5 15,-1-16-13 1,-6-8-12-16,-9-3-27 15,-7-7-45-15,-10 3-30 16,-3 6-22-16,-9 7-15 16,1 15-11-16,0 13-9 15,4 17-13-15,2 12 3 16,7 11 0-16,6 15-2 16,7 18-6-16,2 11 2 15,9 12 0-15,11 7 7 16,8 0 2-16,8-5-47 15,10-2-142 1,37-14-557-16,-27-2 0 16,0-11 0-16,-9-10 0 15</inkml:trace>
  <inkml:trace contextRef="#ctx0" brushRef="#br0" timeOffset="158990.98">13403 995 2677 0,'4'-6'87'0,"-1"-3"11"16,5-2-3-16,7-1 0 15,-1 5-3-15,1 5 0 16,1 1-1-16,-3 4 5 16,-4 13 7-1,-5 4-73-15,2 5-4 16,-6 9-14-16,0 2 2 15,3-6-1-15,4-1 3 16,5 3 3-16,8-9-1 16,8 1 0-1,0-1-10-15,2-2-1 0,-4 1-6 16,-3-1 11-16,-10 15-94 16,14-3-645-16,-32 25 0 15,-12 4 0-15,-12 6 0 16</inkml:trace>
  <inkml:trace contextRef="#ctx0" brushRef="#br0" timeOffset="160624.06">13403 1109 316 0,'0'-4'36'15,"0"-1"33"-15,0-3 48 16,0 2 30-16,0 5 35 16,0-3 21-16,0 0 7 15,0-1 11-15,0-3 26 16,0 1 3-16,0 0-9 15,4 0-26 1,-1 1-43-16,2-1-22 0,-2-3-26 16,9 1-6-16,2 3 7 15,1-7-5 1,4-1-18-16,3 2-17 16,-2-1-8-16,-1 0-4 15,3 7-4-15,0 3-6 16,-5 2-9-16,5 1-12 15,-3 1-12-15,1 7-4 16,-5 0-9-16,3 6 0 16,-6 8-1-16,-1 1 0 15,-3 1 4-15,-5 9 17 16,-1-1 23 0,-4 7 5-16,1 8 11 15,-5 0 2-15,-3 6 9 16,0 0-5-16,0-2-3 15,-5-2-1-15,7-2-5 16,-2-6-15-16,6-3-27 16,-2-10-4-16,5-8-14 15,0-3 5-15,0-6-10 16,0-5 3-16,5-5 21 16,-2-1 21-16,13-6 32 15,4-9 1-15,10-10 4 16,9-8 6-1,2-8 6-15,2-2-17 16,1-1 6-16,-9 3 5 16,5 7-15-16,-9 1-24 15,-5 8-38-15,-4 3-4 16,-4 2 24-16,-4 2-26 16,-4 5-15-16,-3 3 33 15,-4 4 33-15,0-2 6 16,-3 7-5-16,3-5 2 15,0 2 6-15,0 1-10 16,-3 2-9-16,0-4 7 16,3 5 10-1,-3 0-12-15,0-1-33 16,4 1-69-16,-4 0-77 16,0 0-94-16,3 1-182 15,-3-1-768-15,-3 9 0 16,-4 7 0-16</inkml:trace>
  <inkml:trace contextRef="#ctx0" brushRef="#br0" timeOffset="170190.47">19989 3746 1388 0,'-6'-9'36'16,"-9"-6"22"-1,3-2 46-15,-5-4 36 0,3 3 47 16,2 1 31-1,-3-1 21-15,2 1 27 16,3 3 7-16,2 5 8 16,4-1-31-16,2 6-32 15,2 1-52-15,3 3-36 16,15-2-44-16,13 2-15 16,18 0-18-16,24-3-29 15,17-8 0-15,7-10-22 16,8-10 14-1,0-1-27-15,-1-3-72 16,-7-1-121-16,-9-3-151 16,-20-10-360-16,-28 29 0 15,-17 3 0-15,-31 8 0 16</inkml:trace>
  <inkml:trace contextRef="#ctx0" brushRef="#br0" timeOffset="170391.02">20150 3657 1392 0,'-18'23'52'0,"-2"2"-6"16,1 3-7-16,6 5 11 15,17-11 88-15,15-8 45 16,19-7 22 0,23-4 11-16,22-10 3 15,24-17-65-15,16-17-113 16,5-10-176-16,-9-15-385 15,-19-4 0-15,-27 0 0 16</inkml:trace>
  <inkml:trace contextRef="#ctx0" brushRef="#br0" timeOffset="170656.48">20544 2885 2181 0,'-3'-13'79'0,"3"-2"11"15,6-5 4-15,23 2 26 16,20 4 19 0,18 7 38-16,18 4 23 15,9 8 17-15,-4 15 9 16,-5 23-93-16,-10 11 33 16,-15 27-4-16,-13 18-8 15,-19 15-20-15,-15 9-111 16,-5 6-256-16,-16-25-579 15,-9 15 0-15,-12-19 0 16,-6-22 0-16</inkml:trace>
  <inkml:trace contextRef="#ctx0" brushRef="#br0" timeOffset="-210025.98">27009 1831 263 0,'-9'-15'39'15,"-5"-1"3"-15,-4-4 0 16,-6 0 14-16,6-1 2 16,-3 8-2-16,-3 3-6 15,-2 5-19-15,-4 0-158 16,-6 21 0-16,-7 10 0 16,-4 7 0-1</inkml:trace>
  <inkml:trace contextRef="#ctx0" brushRef="#br0" timeOffset="-209277.13">25900 3488 2769 0,'-8'-19'36'15,"5"-14"5"-15,-4-15 10 16,4-20 12-16,0-9-2 16,9-11 6-16,1-17 0 15,7-17-4-15,5-8 3 16,4-10-28-16,11-1-13 16,1 4-7-16,1 12-13 15,0 10-10-15,0 22-8 16,-7 13-7-16,-3 19 0 15,-1 19-5-15,-6 17-6 16,4 15 3 0,0 6 10-16,9 12 7 15,-1 10 14-15,5 14 15 16,4 13 22-16,3 18 17 16,-5 13 9-16,4 10 10 15,-5 9 7-15,-4 7 3 16,-4-1-1-16,-4 3-3 15,-2-11-8-15,-3-5-15 16,-2-13-11-16,-4-5-31 16,-2-6-91-16,1-9-172 15,-10-15-488-15,2 3 0 16,-13-12 0-16,-8-14 0 16</inkml:trace>
  <inkml:trace contextRef="#ctx0" brushRef="#br0" timeOffset="-209042.86">26186 2948 3422 0,'-9'-11'94'0,"3"-3"-8"16,9-6 5-16,17-12 1 15,33-14 0-15,22-10 3 16,23-18-15-16,20-12-126 16,2-3-209-16,-6-14-495 15,-21 17 0-15,-17 6 0 16,-31 0 0-16</inkml:trace>
  <inkml:trace contextRef="#ctx0" brushRef="#br0" timeOffset="-208526.25">26825 1471 1880 0,'-6'-21'110'15,"3"-4"7"-15,0-6 1 16,6-7 9 0,17 2 13-16,12 8 8 15,14 0 8-15,14 3 0 16,1 6 0-16,-7 8-92 15,-1 8-12-15,-12 11 7 16,-11 14 8-16,-10 14 5 16,-6 12-2-16,-9 18-5 15,-2 11-5-15,-3-3 3 16,-2 0 4-16,5-7 1 16,3-11-3-16,4-9-13 15,4-6-8-15,1-10-14 16,6-4-6-16,-1-7-2 15,-1-6-2-15,0 0-2 16,-3-3-3 0,-3-2-3-16,-1 3-1 15,3 6-1-15,2 6 1 16,0 11 2-16,-2 9-3 16,8 14 2-16,-4 15 0 15,3 13-1-15,1 10 6 16,3 7 5-16,-1 0 3 15,4 2 4-15,-4-12-4 16,2-10-2-16,-6-6-2 16,-10-4-60-16,-5-9-207 15,-6-16-570 1,-17 12 0-16,-11-3 0 16,-16-19 0-16</inkml:trace>
  <inkml:trace contextRef="#ctx0" brushRef="#br0" timeOffset="-207876.6">25768 1591 1526 0,'-8'-20'97'0,"5"-1"30"16,-9-6 13-16,0 1 1 16,1 12 0-16,-13 12 2 15,1 2 6-15,-8 10 3 16,-3 7 0-16,-3 11-63 16,1 10-32-16,1 11-25 15,5 6-10-15,8 6 2 16,11 3-5-1,7 11 4-15,14 5-1 16,12-5-1-16,9 11 3 16,8-3 3-16,6 0 0 15,-4-1-3-15,-3-1 0 16,-6 0-1-16,-3 1 7 16,-9-1-4-16,-2-1-3 15,2 1 0-15,-3 2-3 16,1 3 6-16,2 8 8 15,2 10 8-15,-3 7 4 16,-3 10 2-16,1-1 3 16,-7 2-2-16,-1-2 0 15,0-6-49 1,3-3-147-16,3-21-562 16,3 4 0-16,4-26 0 15,21-34 0-15</inkml:trace>
  <inkml:trace contextRef="#ctx0" brushRef="#br0" timeOffset="-207292.94">28091 1872 1660 0,'0'-14'140'0,"0"-2"12"16,-4-3 5-16,11-4 3 16,10 1 5-16,10 7 11 15,13 0 14-15,17 3 5 16,7 9 5-1,3 9-104-15,-2 15-26 16,-5 11-6-16,-12 15-2 16,-7 8 4-16,-18 2-3 15,-8 1 5-15,-8-7 22 16,-10-9 49-16,-10-11 16 16,-9-3-4-16,-6-9 0 15,-8-8 28-15,-6-8 10 16,-3-5-11-16,9-15-5 15,8-18-22-15,9-14-69 16,24-23-142-16,22-22-134 16,21-11-152-1,20-12-598-15,5 25 0 16,-6 15 0-16,-12 26 0 16</inkml:trace>
  <inkml:trace contextRef="#ctx0" brushRef="#br0" timeOffset="-206693.07">28859 1994 2420 0,'9'3'103'15,"6"-3"15"-15,10-5 11 16,6-16 2-16,7-11 1 16,-1-19-4-1,-1-11 1-15,-7-4 1 16,-8-5-4-16,-7 2-79 15,-10 5-30-15,0 8-16 16,-11 14-17-16,-5 12 1 16,-9 16-4-16,-3 8 5 15,-7 17 2-15,3 13 0 16,6 14 2-16,9 6 3 16,7 6 3-16,12 0 5 15,13-12 15-15,13-9 3 16,11-10 7-1,17-10-6-15,8-18-1 16,5-17 4-16,0-16 1 16,0-10 1-16,-11-14-1 15,-7-5-4-15,-14 2-12 16,-18-7-3-16,-8 9-7 16,-9 3 14-16,-9 11 3 15,-3 13 2-15,0 9 7 16,0 14-3-16,-5 11 4 15,-1 15 3-15,-5 23 4 16,8 19 5-16,0 25 5 16,6 22 1-16,8 17 1 15,5 6 5-15,4 3 0 16,4-3 7 0,5-5 4-16,3-8 9 15,-4-8 2-15,-3-10 2 16,0-7-22-16,-9-11-85 15,-4-8-157-15,-3-14-673 16,-12-5 0-16,-11-17 0 16,-8-17 0-16</inkml:trace>
  <inkml:trace contextRef="#ctx0" brushRef="#br0" timeOffset="-206558.25">29438 2039 2924 0,'43'-34'-16'0,"22"-13"-77"0,35-20-470 16,7-8 0-1,-4 2 0-15</inkml:trace>
  <inkml:trace contextRef="#ctx0" brushRef="#br0" timeOffset="-205726.38">27045 4167 3379 0,'2'10'20'0,"-2"13"58"16,6 26 35-16,-1 25 17 15,7 20 9-15,2 17 10 16,7 7 1-16,1-11-30 16,3-10-71-16,-2-18-118 15,2-25-257-15,-5-9-460 16,-7-31 0-16,-10-14 0 15,-6-23 0-15</inkml:trace>
  <inkml:trace contextRef="#ctx0" brushRef="#br0" timeOffset="-205409.6">27024 4291 2541 0,'0'-42'106'16,"5"-12"2"-1,14-5 0-15,14-8 5 16,17 9-1-16,10 24-3 15,-1 3-12-15,-8 16-6 16,-10 10 7-16,-9 21-96 16,-17 17-7-16,-8 12-10 15,-6 6 16-15,-1 7-6 16,-1 4-10-16,2-8 9 16,7-4 6-16,5-2 7 15,13 3-4-15,9-9 0 16,8 2 7-16,2-2 13 15,-1 0-15-15,-6-4 2 16,-13-3 18 0,-13 3-22-16,-12 2-91 15,-8 0-235-15,-17-12-306 16,-11 9 0-16,-3-15 0 16,-6-14 0-16</inkml:trace>
  <inkml:trace contextRef="#ctx0" brushRef="#br0" timeOffset="-205011.11">27575 3542 3450 0,'23'-23'-8'0,"13"-4"-13"15,4 4-7-15,8 2-3 16,-11 18 1-16,-9 21 2 16,-4 5-2-1,-3 14 6-15,-9 9-8 16,2 13-4-16,-2 5-30 16,3 2 0-16,3-2 9 15,4-2 5-15,-2-1-4 16,1 0 0-16,1 2-6 15,-3 5-2-15,2 6 9 16,3 7 8-16,1 4 39 16,5 1 16-16,-2 3-1 15,3 1-21-15,2 2-90 16,-3-1-120-16,-9-2-229 16,-10 12 0-1,-5-2 0-15,-15-5 0 16</inkml:trace>
  <inkml:trace contextRef="#ctx0" brushRef="#br0" timeOffset="-204639.46">26410 3922 2146 0,'-15'61'147'0,"5"31"35"16,0 42 27-1,7 45 25-15,23 13 9 16,19 11 4-16,14 6 11 16,22-7 14-16,20-16-4 15,12-17-199-15,18-18-367 16,-5-15-497-16,-11-29 0 16,-11-31 0-1,-10-32 0-15</inkml:trace>
  <inkml:trace contextRef="#ctx0" brushRef="#br0" timeOffset="-203426.43">28939 3711 1180 0,'12'9'90'16,"11"13"73"-16,5 17 33 15,8 16 11-15,2 11 1 16,1 9 8-16,-2-5 0 16,-4-2 3-16,-11-11 3 15,-2-14-9 1,-11-9-61-16,-2-16-9 16,-6-4-13-16,-5-12-5 15,-3-7 3-15,-9-6-11 16,-3-7 5-16,-4-8-29 15,0-9-33-15,4-13-25 16,4-6-39-16,5-12-75 16,5 1-25-16,4-6-8 15,2 4-13-15,7 16 10 16,6 7-7-16,6 14 22 16,13 16 30-16,13 7 19 15,4 8 26-15,5 13 20 16,2 12 8-1,-5 4 8-15,-3 12 12 16,-8 0-2-16,-6 1 6 16,-12-4 15-16,-2-5 3 15,-7-2 22-15,-8-14 51 16,-5-4 33-16,1-5 33 16,-8-7 11-16,-5-2-5 15,-13 0-2-15,1 0 3 16,-10-6-17-16,0-5-7 15,3-9-25-15,4-10-58 16,14-11-50-16,2-16-42 16,8 3-19-16,11-4 1 15,6 7-5 1,8 8-5-16,6 16-3 16,11 2 3-16,6 14 7 15,2 8 1-15,0 4 14 16,0 16 8-16,-5 10 2 15,-6 6-37-15,-2 12-125 16,-3 4-230-16,-9-55-502 16,-5 46 0-16,-4-15 0 15,1-16 0-15</inkml:trace>
  <inkml:trace contextRef="#ctx0" brushRef="#br0" timeOffset="-203077.47">29991 3433 3014 0,'-19'-5'73'0,"-2"2"7"16,-2 1 5-16,-2 7 2 15,16 19 7-15,5 16 7 16,7 16 7-16,9 15 6 15,11 2 1-15,9-4-53 16,2-8-12-16,5-12-9 16,-4-17 1-16,-5-9 28 15,-5-13 16-15,2-18 2 16,-6-11 0-16,-12-13 0 16,-2-19-5-16,-13-3-8 15,-14-10-35-15,-9-4-71 16,0 2-116-16,-3 4-185 15,7-11-502 1,12 31 0-16,8 8 0 16,10 10 0-16</inkml:trace>
  <inkml:trace contextRef="#ctx0" brushRef="#br0" timeOffset="-202510.73">30342 3174 4104 0,'0'-3'41'16,"0"1"-1"-16,1 4 6 15,1 15 18-15,3 18 6 16,3 17 10-16,6 21 5 16,5 8 7-16,3-4 2 15,1-6-46-15,-3-17 5 16,-1-14 3-1,-5-11-4-15,-3-12-18 16,-7-12 21-16,0-1 15 16,-4-2 21-16,3-18-4 15,0-16-1-15,-1-15-3 16,-1-15-1-16,1-12-19 16,-2 6-22-16,-2 13-45 15,4 15-70-15,-2 11-55 16,0 8-52-16,1 8-15 15,4 2-5-15,-1 3-2 16,-1-2 4 0,1 4 18-16,-1 1 21 0,0 0 48 15,-3 4 47 1,0-1 37-16,0 2 34 16,0 0 14-16,0 0 4 15,0 0 2-15,0 0-6 16,3 0 4-16,1 0 22 15,2 6 19-15,7 7 6 16,-1 8-5-16,7 7-2 16,-2 7 1-16,3 8-1 15,0-1-29-15,0 0-146 16,15-9-762 0,-18 1 0-16,0-12 0 15,-7-12 0-15</inkml:trace>
  <inkml:trace contextRef="#ctx0" brushRef="#br0" timeOffset="-202093.6">30711 3240 4226 0,'0'-1'16'0,"0"-2"-1"15,11 0 2-15,15-7 2 16,21-7 0-16,14-1-9 15,15-1-35-15,3-8-43 16,-4-1-11-16,-7-5-61 16,-13-3-5-16,-15-3-19 15,-10-3-4-15,-18 0 1 16,-6 0 26 0,-9 1 33-16,-3 2 80 0,-8 8 71 15,1 4 44 1,-2 5 42-16,2 11 12 15,4 7 28-15,6 10 9 16,1 25 12-16,7 25-10 16,4 27-2-16,10 25-36 15,8 20-30-15,5 8-14 16,7 5-8-16,4 4 8 16,2-7-13-16,-3-3-128 15,-4-5-341-15,-9-3-532 16,-15-21 0-16,-9-21 0 15,-21-22 0 1</inkml:trace>
  <inkml:trace contextRef="#ctx0" brushRef="#br0" timeOffset="-201293.53">30071 4874 2930 0,'-12'0'73'15,"-5"-4"18"-15,-9 3 25 16,-8 2 16-16,-2 12 19 16,1 16 26-16,-3 19 13 15,7 15-3-15,4 17 4 16,14 11-32-16,6-2-29 15,14-3-16-15,13-8-23 16,14-16-41 0,15-16-128-16,32-21-305 15,8-14-481-15,0-27 0 16,-6-23 0-16,-15-19 0 16</inkml:trace>
  <inkml:trace contextRef="#ctx0" brushRef="#br0" timeOffset="-200260.92">30354 4870 3872 0,'-2'-1'49'0,"0"1"0"15,0-5 3-15,0 10 23 16,2 9 16-16,0 14 13 15,6 14 0 1,3 14 6-16,9 12-4 16,6 2-45-16,12-8 1 15,-4-2-2-15,5-12-1 16,-6-10-29-16,4-13-6 16,-7-14-13-16,-4-8-4 15,0-16-19-15,-4-10-6 16,-7-13-36-16,-3-9-14 15,-7-13-7-15,-3-3 5 16,-3 4 25-16,0 9-7 16,3 9-2-1,0 13-9-15,0 10 4 16,0 13 5-16,7-2 31 16,7 5 14-16,6 10 12 15,7 4 0-15,1 9-13 16,4 3 0-16,-8 1 8 15,-5 3 13-15,-5-5 9 16,-6-5 20-16,-3-10 40 16,-2-1 33-16,-3-9 2 15,-3 0-4-15,-3 0-5 16,-8-9-4 0,4-6-6-16,-4-8 1 15,3-11-1-15,8-9-18 16,3-3-45-16,6 4-43 15,4 1-20-15,6 5-24 16,7 11-7-16,11 3-5 16,9 8-1-16,0 9-6 15,0 4-5-15,3 5 5 16,-7 10 4-16,-6 2 10 16,-4 6 17-16,0 3 25 15,-4 1 4-15,-7-1 7 16,0 1 2-16,-9-8 4 15,-3-2 6 1,-2-5 35-16,-1-5 34 16,-3-3 26-16,0-3-8 15,-4 0 3-15,-2-2 5 16,-6 1-2-16,-2-5-5 16,1-7-7-16,4-7-1 15,6-3-34-15,-1-6-42 16,4 0-41-16,7 2-3 15,-1 9-6-15,1-2 0 16,10 8-3-16,1 1 3 16,2 6 1-16,2 2-3 15,-2 5 0-15,-2 6 10 16,-3 4 18 0,-4 7 11-16,-1-2 2 15,-4 0 13-15,-3-4 36 16,-3-10 31-16,0-1 90 15,0-4 18-15,0 0-24 16,0-8 8-16,0-6-11 16,3-20-67-16,4-12-70 15,2-11-157-15,11-1-300 16,3-6-707-16,5 5 0 16,0 8 0-16,-7 14 0 15</inkml:trace>
  <inkml:trace contextRef="#ctx0" brushRef="#br0" timeOffset="-200059.87">31624 4737 3440 0,'4'0'4'15,"7"0"3"-15,2-1 2 16,9-2 3-16,7-5 1 15,7-3-32-15,0 0-138 16,14-9-504-16,-16 11 0 16,3-2 0-16,-5-5 0 15</inkml:trace>
  <inkml:trace contextRef="#ctx0" brushRef="#br0" timeOffset="-199793.56">31994 3388 3350 0,'-3'21'49'0,"3"18"47"15,-2 19 26-15,5 25 20 16,9 9 7-16,11 15 7 15,3-4 1-15,7 0-2 16,0-5-78-16,-6-4-126 16,-1-8-254-16,-14-49-517 15,-9 29 0-15,-3-18 0 16,-9-13 0-16</inkml:trace>
  <inkml:trace contextRef="#ctx0" brushRef="#br0" timeOffset="-199676.71">32143 4406 3163 0,'3'-23'83'0,"9"-17"-10"0,8-5-185 16,13-55-529-16,3 39 0 16,6-7 0-16,-6-9 0 15</inkml:trace>
  <inkml:trace contextRef="#ctx0" brushRef="#br0" timeOffset="-198677.01">29585 6012 733 0,'-7'-14'109'15,"-5"0"61"-15,0-4 38 0,-5-4 49 16,4 3 28 0,1 0 14-16,6 2 15 15,-3-5 27-15,-2-1 29 16,-2-2-20-16,-3 3-28 15,0 0-42-15,-8 2-8 16,2 2-36-16,4 1-10 16,-4 8 4-16,3 4-18 15,9-1-27-15,-3 11-31 16,0 15-37-16,4 30-18 16,4 28-17-1,2 30-30-15,11 25-4 16,4 14-4-16,14-4-19 15,9-2 11-15,6-8-38 16,1-10-90-16,1-6-194 16,0-17-849-16,-27-11 0 15,-5-18 0-15,-14-23 0 16</inkml:trace>
  <inkml:trace contextRef="#ctx0" brushRef="#br0" timeOffset="-198294.13">29164 6832 3008 0,'0'-24'59'0,"0"-10"14"15,8-6 18-15,9-13 11 16,18 3 23-16,15 2 9 16,21 8 14-16,16 0 12 15,2 14 16-15,3 9-48 16,-8 10 22-16,-9 12-16 15,-12 9-4-15,-14 8 1 16,-15 9-11-16,-12 2 18 16,-8-10 26-16,-7-1 97 15,-4-14-31-15,-7 3 47 16,-5-8-66-16,-14 1 42 16,-2-4 12-16,-8-1-29 15,-2-16-13 1,0-11-54-16,18-16-106 15,6-18-206-15,23-20-55 16,23-7-211-16,21-2-174 16,9-29-622-16,11 48 0 15,-4 16 0-15,-10 17 0 16</inkml:trace>
  <inkml:trace contextRef="#ctx0" brushRef="#br0" timeOffset="-197944.38">30334 5917 2894 0,'-12'-2'204'0,"-11"2"39"0,2 0 31 15,-4 0 33 1,5-1 16-16,3 1 10 16,1 1 5-16,-3 3-3 15,2 6 2-15,-3 10-144 16,2 8-58-16,3 7-41 15,5 5-30-15,1 2-32 16,5-4-18-16,1 2-12 16,4-9-7-16,2 0 3 15,2-9-2-15,4-1-4 16,5-9 3 0,3 4 1-16,10-7 3 0,5-1 1 15,7-7-25 1,5 5-64-16,5-9-158 15,8 2-249-15,-9-46-551 16,-7 41 0-16,-14-6 0 16,-9-4 0-16</inkml:trace>
  <inkml:trace contextRef="#ctx0" brushRef="#br0" timeOffset="-197177.47">30456 6100 2425 0,'0'-2'94'0,"0"-2"-17"15,0-1 1-15,6 0 5 16,10 5 4 0,7 0 4-16,8 5 8 15,14 6 4-15,-8 3 23 16,2 3-102-16,-6 2 15 16,-7-3 18-16,-10-4-1 15,-5-2 12-15,-8 0 54 16,-3-7 36-16,-2-1 0 15,-2 1 5-15,-4-3-7 16,-5-1 20-16,-2 1 4 16,-2 0 2-16,1-10 10 15,5-1-7-15,5-3-60 16,6-10-41-16,3-5-16 16,14 1-21-1,3 0-22-15,8 1-39 16,9 8-12-16,3 10-6 15,1 8-11-15,-4 1-12 16,3 7-2-16,-11 3-4 16,-2 0-3-16,-9 4 2 15,-6-2 5-15,-6 4 14 16,-6-1 15-16,3 1 2 16,-6 2 8-16,0 0 20 15,0-7 18-15,-1-3 14 16,4-5 21-16,-2 0 5 15,4-3-10-15,-2 0-14 16,7 0-12 0,5-10-7-16,6 1-6 15,-2-2-22-15,12 0-20 16,-2 1-16-16,-3 4-5 16,2 6 7-16,3-1 25 15,-3-1 29-15,0-1 18 16,2-2 19-16,-3-5 2 15,-3-4 9-15,-1-3 4 16,-5-4 10-16,-3-3-1 16,-9 1-4-16,0 0-14 15,-6 1-10-15,-1 3-11 16,-3 3-5-16,2 7-4 16,-1 4-4-1,1 5 1-15,-1 5-5 16,6 12-4-16,0 3 1 15,11 9-11-15,11 0-59 16,12-1-271-16,14-25-741 16,7 3 0-16,-2-7 0 15,-1-8 0-15</inkml:trace>
  <inkml:trace contextRef="#ctx0" brushRef="#br0" timeOffset="-158976.64">11577 8720 2008 0,'0'-2'29'16,"0"-1"20"-16,0 0 2 15,0 2 2-15,0-1-8 16,1 2-13-16,5 0 33 15,7 0 45-15,12 2 28 16,11 7 6-16,15 12-7 16,7 8-11-16,6 15 5 15,-1 12 1-15,-2 7 8 16,-1 4 12 0,-5 5-36-16,-4 2-97 15,-6-6-154-15,-7-12-188 16,-2 1-320-16,-14-14 0 15,-6-15 0-15,-10-15 0 16</inkml:trace>
  <inkml:trace contextRef="#ctx0" brushRef="#br0" timeOffset="-158679.27">12250 5303 2605 0,'-10'3032'44'0,"-2"-3009"25"16,-9 19 33-16,-1 25 17 16,0 18 15-16,1 24-1 15,3 17 3-15,3 7 2 16,3 5 3-16,9 2-10 15,0-6-77-15,3-13-102 16,9-15-186-16,2-26-470 16,3-13 0-16,3-20 0 15,4-27 0-15</inkml:trace>
  <inkml:trace contextRef="#ctx0" brushRef="#br0" timeOffset="-158079.62">12481 8900 2901 0,'0'0'15'0,"0"4"33"16,3 7 20-16,3 13 27 15,4 14 12-15,7 5 7 16,5 14 4-16,5-6 3 16,1-1 8-16,-1-5 11 15,-2-5-12 1,-12-14-32-16,-1-4-18 16,-5-6-11-16,-4-8 41 15,-3-7-3-15,0 1-1 16,-3-8 3-16,-7-15-4 15,1-15-11-15,-1-12-6 16,0-12-3-16,4-3-10 16,6 5-13-16,6 10-55 15,10 8-2-15,4 12-9 16,10 6-10 0,3 6-8-16,0 10-5 15,-4 1-4-15,-3 13 4 16,-4 7 6-16,-3 6-1 15,-3 3 5-15,0 7-4 16,-4-2 5-16,5 0 9 16,3-4 4-16,2-2 7 15,2 0 2-15,0 1 2 16,-3 1-8-16,-1 3-6 16,-11 0 0-16,-6 4 6 15,-9 5-19-15,-6 7-96 16,-14 4-136-1,6-8-646-15,-12 0 0 16,-3-8 0-16,6-19 0 16</inkml:trace>
  <inkml:trace contextRef="#ctx0" brushRef="#br0" timeOffset="-157680.28">12527 7889 3397 0,'0'0'45'15,"1"5"3"-15,4 7 4 16,5 15-1-16,7 12 3 15,9 12-9-15,9 10-96 16,22 8-278-16,-7 6-333 16,2-8 0-1,-6-4 0-15,-2-12 0 16</inkml:trace>
  <inkml:trace contextRef="#ctx0" brushRef="#br0" timeOffset="-156946.37">14659 7808 1954 0,'0'0'93'16,"0"0"-8"-16,0 0 4 16,0 0 25-16,9 4 41 15,9 6 25-15,13 10 24 16,13 11 8 0,9 19 14-16,3 10-76 0,7 17-5 15,-4 1 12 1,-8 2-1-16,3-3-22 15,-5 0-100-15,-17-8-170 16,15-18-654-16,-16-2 0 16,-10-21 0-16,-8-17 0 15</inkml:trace>
  <inkml:trace contextRef="#ctx0" brushRef="#br0" timeOffset="-156707.99">15238 7663 3070 0,'-27'12'57'16,"-10"21"28"-16,-14 28 10 16,-2 30-1-16,7 22-1 15,11 26 3-15,13 10-14 16,12 1-60-16,14-6-135 15,24-22-603-15,4-7 0 16,-3-24 0-16,10-22 0 16</inkml:trace>
  <inkml:trace contextRef="#ctx0" brushRef="#br0" timeOffset="-156162.58">15598 8342 3636 0,'4'0'19'0,"-1"7"16"16,8 7 25-16,1 14 28 15,8 9 5-15,4 5 3 16,1 8 2-16,3-4 3 15,-3-11-3-15,-5-4-14 16,-11-8 19 0,-2-12 30-16,-7-8-3 15,0-2-6-15,-4-5-11 16,-2-13-6-16,3-7-1 16,-1-14-5-16,-2-8-4 15,6-6-11-15,4 5-43 16,2 5-68-16,3 11-40 15,6 11-30-15,3 9 5 16,-3 5 1-16,1 4 4 16,2 4 2-16,3 5 7 15,5 1 13 1,0 3 20-16,8 3 19 0,2 9 16 16,-5 2 9-1,-2 2 0-15,0 4-3 16,-10-1-8-16,-3 3 0 15,-13-4 5-15,-3 9 4 16,-6 1-48-16,-13 3-147 16,3-5-282-16,-10 0-333 15,-6-17 0-15,0-8 0 16,0-20 0-16</inkml:trace>
  <inkml:trace contextRef="#ctx0" brushRef="#br0" timeOffset="-155796.71">15471 7558 2801 0,'0'0'25'0,"0"6"31"16,6 7 16-16,2 8 6 15,1 9 5-15,7 12 3 16,3 2 3-16,2 5 6 15,0-6-3 1,0 3-86-16,3-9-191 16,-5-12-474-16,-3-3 0 15,-1-12 0-15,-3-12 0 16</inkml:trace>
  <inkml:trace contextRef="#ctx0" brushRef="#br0" timeOffset="-155612.93">15697 7447 3656 0,'2'0'24'15,"4"2"0"-15,4 10 3 16,11 11 5-16,10 11 1 16,8 15-76-16,13 7-256 15,-2 5-391-15,-3-1 0 16,-6-9 0-16,-4-4 0 15</inkml:trace>
  <inkml:trace contextRef="#ctx0" brushRef="#br0" timeOffset="-155144.36">17469 7778 2471 0,'0'-4'105'0,"-3"-1"-13"15,1 0 12-15,7 2 31 16,8 5 25-16,6 18 12 15,8 9 27-15,7 9 9 16,8 7 8-16,2 4-117 16,2-2 16-16,-2-5 9 15,6-6-110-15,-2-13-189 16,4-18-632 0,-10-2 0-16,-8-19 0 15,-14-8 0-15</inkml:trace>
  <inkml:trace contextRef="#ctx0" brushRef="#br0" timeOffset="-154963.64">17889 7706 2858 0,'-30'27'66'16,"-10"15"12"-16,-7 19 2 16,-10 25 0-16,19 15 3 15,3 11-8-15,19 2-89 16,10-5-207-16,14-9-396 15,12-17 0-15,9-26 0 16</inkml:trace>
  <inkml:trace contextRef="#ctx0" brushRef="#br0" timeOffset="-154477.89">18214 7994 3478 0,'0'9'33'15,"4"11"11"-15,2 10 3 16,4 12 4-16,2 5 1 16,9 2 3-16,0-2 1 15,-3-10 1-15,-2-8-3 16,-2-3-6-1,-7-9 21-15,-4-12 0 16,-3-8-2-16,0-13 7 16,-3-13 2-16,-1-8-4 15,4-10-2-15,0-1-2 16,-3 1 1-16,6 8-10 16,4 17-46-16,-1 8-19 15,1 6-13-15,2 7-10 16,-2 2 0-16,-4 3 4 15,5 3 1-15,3 3 3 16,3 4 1 0,4 9 2-16,10 0 5 15,2 3 9-15,0 2 13 16,1-1 1-16,-4 1-6 16,-3-2-17-16,-9-4-35 15,-7 6-60-15,-6-1-190 16,-8-10-507-16,-10 12 0 15,-4-6 0-15,2-9 0 16</inkml:trace>
  <inkml:trace contextRef="#ctx0" brushRef="#br0" timeOffset="-153910.8">17910 6801 2350 0,'0'0'58'0,"1"0"2"16,-1 0 25-16,3 7 38 15,3 5 25-15,7 15 14 16,3 6 9-16,3 13 3 15,6 3 2-15,4 7-55 16,-3-4 0-16,-3 1-59 16,2-6-184-1,-6-19-615-15,-1 8 0 16,-7-11 0-16,-1-14 0 16</inkml:trace>
  <inkml:trace contextRef="#ctx0" brushRef="#br0" timeOffset="-153630.99">18243 6731 2602 0,'3'1'51'16,"4"10"30"-16,3 7 24 15,2 12 12-15,7 8 7 16,4 8 4-16,6 2-1 16,-3-1 3-1,2-6-27-15,-2-5-111 0,-2-19-213 16,3-31-446 0,-12 14 0-16,-4-9 0 15,-3-14 0-15</inkml:trace>
  <inkml:trace contextRef="#ctx0" brushRef="#br0" timeOffset="-153495.33">18511 6669 2680 0,'10'5'28'0,"8"15"12"16,7 15 6-16,13 16-1 16,5 7-112-1,6 4-487-15,-2 16 0 16,-2-6 0-16,-6-2 0 15</inkml:trace>
  <inkml:trace contextRef="#ctx0" brushRef="#br0" timeOffset="-92550.24">1642 15747 170 0,'-11'-23'42'0,"-2"-8"18"16,-3-6 15-16,-4 2 11 15,5-3 25-15,5 11 10 16,-5 6 28-16,5-3 12 16,-2 2 5-16,1 3-10 15,2 1 7-15,-1 2-1 16,3 4-2-1,-1-2 14-15,1 1-9 0,0 5 6 16,3 2-17 0,1-1 1-16,0 6 3 15,3-4-7-15,0 4-18 16,-3-1-20-16,3 1-13 16,0-1-29-16,0 2-26 15,0 0-15-15,0 0-10 16,0 2-9-16,3 7-6 15,3 8-6-15,5 8 2 16,5 13 10-16,3 9 0 16,-1 6 10-16,3 6 28 15,1 10-4-15,-1 4 3 16,5 4 3 0,-4 1 1-16,-3-3-2 15,-2-9-6-15,-1-8-3 16,-6-7 1-16,2-7-7 15,-2-5-35-15,0-2-63 16,0-1-154-16,15-17-514 16,-15 9 0-16,-2-11 0 15,-8-9 0-15</inkml:trace>
  <inkml:trace contextRef="#ctx0" brushRef="#br0" timeOffset="-92000.64">1074 15833 1625 0,'-6'0'106'0,"6"-2"19"15,-9 1 21-15,4-5 7 16,4-4 7-16,1-7 12 16,0-8 5-16,6-13 17 15,3-9 8-15,9-5-46 16,5-7-44-16,7 0-4 16,6-6-16-1,3 2-1-15,0-1-4 16,-1 1-3-16,1 8-10 15,-4 0-15-15,-8 11-6 16,-2 5-9-16,-11 11-10 16,-3 8-11-16,-5 6-6 15,3 2-21-15,2 6-67 16,-2 3-154-16,22-4-533 16,-9 11 0-16,-2-1 0 15,-3 3 0 1</inkml:trace>
  <inkml:trace contextRef="#ctx0" brushRef="#br0" timeOffset="-90950.93">2384 15811 1408 0,'-3'8'118'16,"-2"1"52"-16,2 1 29 15,-3-1 15-15,5-4 14 16,1-4 9-16,0-1 7 16,0 2 7-16,0-4 8 15,0 2-54-15,0 2-51 16,0-2-42-16,0 0-25 15,0 0-13-15,0 0-12 16,0 0-11-16,0 0-4 16,0 0-3-1,4 0-4-15,4 0 0 16,5 1-3-16,7-1-14 16,3 0-4-16,9 2 5 15,-6-2-4-15,6-2-41 16,-1 2-87-16,-2 0-138 15,9-8-552-15,-6 7 0 16,-6-1 0-16,-6 1 0 16</inkml:trace>
  <inkml:trace contextRef="#ctx0" brushRef="#br0" timeOffset="-90717.29">2568 16261 2430 0,'0'9'158'15,"0"-1"30"-15,-3 1 6 16,3-3-8-16,3 0 8 16,4-5 6-16,15-2 3 15,12-8-60-15,21-3-226 16,17-27-679-1,1 11 0-15,-3-5 0 16,-9-4 0-16</inkml:trace>
  <inkml:trace contextRef="#ctx0" brushRef="#br0" timeOffset="-85784.21">8647 15117 1251 0,'-3'0'41'16,"0"2"11"-16,-4 4 24 15,2 5 32-15,2 6 34 16,3 16 28 0,0 11 27-16,3 10 23 15,2 7 11-15,5 13-27 16,4 5 1-16,2 9-8 15,-1 2-21-15,3 3-30 16,-3-6-46-16,-4-5-132 16,10-12-256-16,-7-11-351 15,-7-13 0-15,-1-17 0 16,-9-15 0-16</inkml:trace>
  <inkml:trace contextRef="#ctx0" brushRef="#br0" timeOffset="-85283.99">8525 15176 1342 0,'0'-24'70'0,"3"-3"30"15,2-11 24-15,5-2 17 16,8-6 11-16,9 6 5 16,-1 1 1-16,10 0 1 15,1 1 2-15,4 9-48 16,-6 0-22 0,-6 8-33-16,-3 3-28 15,-3 8-20-15,-11 5-8 16,-1 3 6-16,-5 7 10 15,-6 4 5-15,3 8 6 16,-6 8 31-16,-4 15 13 16,-6 9 10-16,-2 10 12 15,-2-2 7-15,4 10 2 16,2 4-7-16,7-3-5 16,3 0-4-1,2 1-4-15,9 0-28 0,5-9-12 16,3 1-4-1,10-8-3-15,2 0-1 16,3-6-36-16,-1-1-83 16,1-8-168-16,14-17-489 15,-19 6 0-15,-9-9 0 16,-6-8 0-16</inkml:trace>
  <inkml:trace contextRef="#ctx0" brushRef="#br0" timeOffset="-84534.3">9093 15528 2627 0,'-3'-3'139'15,"0"-1"11"-15,-1-3 1 16,1 4-2-16,0 0 2 15,3 3 2-15,-2 9 1 16,2 9-1-16,-3 11-1 16,3 10-100-16,0 11-39 15,3 0-15-15,-1 0-2 16,4-3 1 0,4-3-2-16,4-5-3 15,-4-9 0-15,1-10 3 16,-3-1 2-16,-8-10 16 15,5-4 15-15,-5-4 30 16,0 2-8-16,0-6 6 16,0-9-5-16,0-5 5 15,0-11-3-15,0-9-2 16,0-6 1-16,0-4-25 16,-5-2-17-1,5 2-40-15,0-1-1 16,0 7-16-16,5-1 5 15,2 3-8-15,4-3-1 16,4 2-5-16,7-6-10 16,-6 4 9-16,0 3-1 15,1 0 16-15,-8 6 8 16,-3 4 11-16,-3 1 5 16,-3 7 9-16,-5 2 10 15,-2 4 22 1,1 2 24-16,2 3 11 15,-2 6-1-15,-1-1-4 16,7 3-3-16,-3 2 2 16,3 5 4-16,0 10-4 15,0 11-4-15,0 8-12 16,0 17-13-16,7 4 3 16,-1 5 4-16,7 8 18 15,0-3 7-15,7 1-1 16,4 2-2-16,-2-4-2 15,1-6-5 1,-6 1-3-16,2-5-56 16,-8-8-97-16,3-5-136 15,-2-19-649-15,-5 4 0 16,-4-10 0-16,-6-13 0 16</inkml:trace>
  <inkml:trace contextRef="#ctx0" brushRef="#br0" timeOffset="-84367.29">9292 15727 2388 0,'0'-10'42'16,"8"1"3"-16,13-9-9 16,8-6-106-16,18-17-418 15,5 8 0-15,-3-9 0 16,0 3 0-16</inkml:trace>
  <inkml:trace contextRef="#ctx0" brushRef="#br0" timeOffset="-84000.84">9615 14328 1770 0,'-9'-6'89'15,"-5"3"22"-15,-4 0 17 16,-6 1 28-16,9 7 19 16,2 17 28-16,1 13 26 15,2 20 29-15,8 24 43 16,-1 24-77-16,8 15 0 15,11 18-10-15,3 5-15 16,8-2-14-16,14-7-15 16,3-6-27-16,5-20-22 15,8-14-21 1,4-14-66-16,5-15-111 16,4-14-223-16,9-39-631 15,-9 6 0-15,-3-22 0 16,-10-14 0-16</inkml:trace>
  <inkml:trace contextRef="#ctx0" brushRef="#br0" timeOffset="-83384.93">10035 14675 1510 0,'0'0'156'16,"-3"0"34"-16,0 3 18 15,3-3 2-15,0-3 3 16,0 3-1-16,0 0 1 16,3 0 5-16,1 6 9 15,8 3-99-15,7 14-27 16,10 8-24-16,8 14-5 15,2 7 5-15,3 7-1 16,3-1 5-16,1 3 2 16,-3-10-9-1,-1 4-7-15,1-10-81 16,-6-1-191-16,14-22-589 16,-27 8 0-16,-3-12 0 15,-12-9 0-15</inkml:trace>
  <inkml:trace contextRef="#ctx0" brushRef="#br0" timeOffset="-83035.05">10503 14458 2692 0,'-12'3'86'16,"-6"2"27"-16,-2 12 22 15,-4 10 39-15,3 13 1 16,5 23 6-16,2 17 1 15,5 16 8-15,5 10 0 16,1 9-102-16,6 2-159 16,9-9-271-1,0-7-416-15,-1-6 0 16,4-15 0-16,3-19 0 16</inkml:trace>
  <inkml:trace contextRef="#ctx0" brushRef="#br0" timeOffset="-82468.54">10838 15479 2625 0,'-6'-12'74'0,"0"-10"16"16,-2-4 17-16,1-14 8 16,1-3 4-16,1-6 3 15,4-2 7-15,-2-1-1 16,3 3 2-16,1 0-65 15,-1 10-6-15,0 3-15 16,0 8-15-16,0 7-10 16,0 9-4-16,0 1-8 15,2 7-11 1,-1-1-1-16,5 3-1 16,0 4 6-16,8 3 9 15,-2 5 15-15,8 12 26 16,0 8 13-16,4 11 6 15,-1 7 22-15,5 2 16 16,1 1 9-16,-4 1 4 16,1-4-2-16,-3-4-12 15,2-6-12-15,-1-2-26 16,-4-6-8-16,2-7-6 16,-4-2-22-1,-3-2-85-15,2-6-148 16,1-7-756-16,-10-2 0 15,-1-1 0-15,-8-6 0 16</inkml:trace>
  <inkml:trace contextRef="#ctx0" brushRef="#br0" timeOffset="-82201.41">10797 15405 3514 0,'-4'0'108'0,"1"-1"1"0,2-10 5 15,8-4 3 1,12-4-91-16,17-5-243 15,4-6-537-15,3 1 0 16,1 1 0-16,-9 5 0 16</inkml:trace>
  <inkml:trace contextRef="#ctx0" brushRef="#br0" timeOffset="-81882.81">11561 15075 4564 0,'4'0'3'0,"-1"6"3"16,6 18 7-16,4 12 0 15,5 20-22-15,3 17-165 16,8 7-709-16,-12 12 0 16,4 1 0-16,-15-7 0 15</inkml:trace>
  <inkml:trace contextRef="#ctx0" brushRef="#br0" timeOffset="-80267.69">11898 14404 1594 0,'-1'0'144'16,"-1"0"33"-16,2 3 18 16,-3-3 9-16,2-3 6 15,-2 6 9-15,1 4 15 16,0 10 8-16,2 10 16 15,2 10-90-15,4 18-21 16,3 6-35 0,9 9-6-16,-1 1-6 15,5 4-4-15,3-7-6 16,-3-8-11-16,2-7-8 16,-3-14-13-16,-4-5-4 15,0-8-21-15,-1-8 12 16,-1-13-7-16,-3 0-4 15,1-13-2-15,1-8-2 16,-2-9-4-16,-6-11 6 16,-3-13 0-16,-3-7-5 15,0-2-2 1,0-4-5-16,-6-2-2 16,-8 3 0-16,-1 2-2 15,-7-1 1-15,-2 3-1 16,-6 0-6-16,1 9-1 15,-3 2-7-15,3 4 1 16,0 8-5-16,4 4-3 16,0 11 1-16,5 10-1 15,1 3-2-15,3 6 1 16,0 3-2-16,6 8 1 16,-4 6 1-1,9 6-3-15,4 14 3 16,-1 3-1-16,8 6 0 15,6-1 3-15,8 1-2 16,6 0 0-16,9-7 4 16,6-1 1-16,4-6-24 15,3-7-120-15,3-5-194 16,0-18-547-16,-6 3 0 16,-13-5 0-16,-3-7 0 15</inkml:trace>
  <inkml:trace contextRef="#ctx0" brushRef="#br0" timeOffset="-80051.66">12348 14581 3024 0,'4'0'50'16,"0"2"47"-16,4 10 28 15,5 12 4-15,3 12 6 16,6 12 0-16,5 10 3 15,0 3-64-15,3 3-148 16,1-14-692-16,-7 3 0 16,-8-12 0-16,-3-15 0 15</inkml:trace>
  <inkml:trace contextRef="#ctx0" brushRef="#br0" timeOffset="-79668.51">12061 13642 3108 0,'0'-6'65'0,"0"-2"1"15,3 1 11-15,6 2 20 16,15 0 35-16,12 8 21 16,16 8 19-16,10 13 28 15,17 24 32-15,6 24-50 16,1 29 9-16,2 24 2 15,-8 13-6-15,-11 12-21 16,-14 6-73-16,-14 3-109 16,-18 4-183-16,0-13-820 15,-15-2 0 1,-9-14 0-16,-9-20 0 16</inkml:trace>
  <inkml:trace contextRef="#ctx0" brushRef="#br0" timeOffset="-71768.95">5429 15383 1008 0,'-3'-5'50'0,"3"2"38"15,-3-3 22-15,3 3 35 16,-3-2 17-16,3 5 15 16,-3 0 5-16,3 0 10 15,0 0 5-15,0 0-48 16,0 0-3-16,0 3-15 16,0 9 0-16,0 17-17 15,6 13-8 1,9 22-9-16,2 14-5 15,8 11 0-15,8 5-1 16,-1-4 10-16,-1 0-5 16,1-4-24-16,0-7-54 15,-5-7-119-15,1-9-204 16,-5-32-363-16,-8 8 0 16,-9-16 0-16,-6-13 0 15</inkml:trace>
  <inkml:trace contextRef="#ctx0" brushRef="#br0" timeOffset="-70835.41">5474 15605 824 0,'0'-27'50'0,"0"-6"14"15,3-7 12-15,6-9 10 16,5 3 14-16,8 6 9 16,7 1 10-16,4-2 6 15,1 1 1-15,5 6-34 16,-5-1-17 0,-4 12-18-16,-8 6-14 15,-3 9-12-15,-6 3-13 16,-6 10 47-16,-4 6-7 15,0 15 8-15,-6 17 32 16,0 10 20-16,-4 16 12 16,3 0 14-16,-2 3 12 15,3 2 2-15,2 0 2 16,1-5-52-16,4 2 0 16,6-10-13-16,0-5-31 15,6-9-17 1,5-8-8-16,-2-8-7 0,-2-7-2 15,2-5 1 1,-6-7-3-16,-3-6 0 16,3-1-2-16,-7-5-1 15,0 0-2-15,-1 0-3 16,1 0-2-16,-3-3-4 16,0-2-7-16,-3 2-12 15,2 0-12-15,-2-2-10 16,0 4-9-16,0 1-7 15,1 0-4-15,2-2-4 16,3 2 0 0,4 0-3-16,3 3 2 15,-3 5 7-15,8 1 10 16,-5 5 9-16,6 5 8 16,1 0 9-16,-2 0 4 15,-2-5 4-15,-6-5 1 16,0-1 6-16,-5-2 17 15,-3-4 33-15,-2-2 4 16,3-8-2-16,-3-6 4 16,-3-12-6-1,-3-9 2-15,-5-16-1 16,1-8 0-16,-6-4-3 16,1-1-16-16,3-1-32 15,1 9-3-15,5 9 2 16,3 8-4-16,-3 8 3 15,2 12-5-15,1 7-13 16,0 2-32-16,0 4-28 16,3 5-4-16,0 1-5 15,3 3-1 1,7 11 1-16,-1 8-1 16,8 12 4-16,7 8 6 15,1 8 13-15,2 3 36 16,-1-3 3-16,4 0-168 15,-7-18-404-15,-4 13 0 16,-12-8 0-16,-1-7 0 16</inkml:trace>
  <inkml:trace contextRef="#ctx0" brushRef="#br0" timeOffset="-70684.95">6170 15916 1848 0,'13'-23'-11'16,"8"-9"-76"-16,10-18-263 16,8 3 0-16,-8-6 0 15</inkml:trace>
  <inkml:trace contextRef="#ctx0" brushRef="#br0" timeOffset="-70369.06">6231 14761 1615 0,'-5'1'42'0,"-4"12"39"15,-4 12 41-15,1 20 46 16,6 21 42-16,2 24 25 15,5 25 22-15,8 14 16 16,12 9 7-16,7 4-27 16,12-8-7-16,7-3-43 15,5-16-40 1,1-9-87-16,3-17-158 16,11-17-278-16,-9-13-396 15,-8-18 0-15,-11-21 0 16,-7-12 0-16</inkml:trace>
  <inkml:trace contextRef="#ctx0" brushRef="#br0" timeOffset="-68719.33">6486 15428 165 0,'-5'-3'40'15,"-1"-3"10"-15,-2-3 10 16,-1 4 5-16,2-2 10 16,1 4 4-16,3 0 7 15,-3 0 12-15,0 1 11 16,1 2-14-16,-2-1-1 15,1 1 1 1,3 0 10-16,0 0 12 16,-1 0-2-16,-2 0 12 15,-1 0 12-15,4 0 1 16,-3 0 1-16,3 0-4 16,-1 0-3-16,1 0-3 15,0 0-11-15,3 0-9 16,-3 0 1-16,3 0 0 15,-3 0-12-15,1 0 0 16,-1 0 3-16,0 0 3 16,1 0-3-1,-1 0-3-15,2 0-11 16,1 0-6-16,-2 0-8 16,2 0-16-16,0 0-7 15,0 0-14-15,0 0-16 16,0 0-11-16,0 0-11 15,0 0-5-15,0 0-2 16,0 0-4-16,0 0-5 16,0 0-5-16,0 0-3 15,0 0-1-15,0 0 1 16,0 0 2-16,0 0 4 16,0 1 2-1,2 1 4-15,2 4 3 16,1-1 3-16,3 5 8 15,1-1 4-15,4 0 2 16,0 2 2-16,-3 2 0 16,6 1-2-16,1-1 3 15,-1 3-1-15,1 0 1 16,6 1 2-16,0 0 0 16,-1 2 3-1,0 3 2-15,1 0-1 0,-3 0 1 16,1-4 0-1,-1 3 0-15,-4-3-2 16,-1 0 0-16,-6-2-2 16,1-4-3-16,-4-3 0 15,-3 1 0-15,-1-6-2 16,-1-1 0-16,1 2-21 16,-1-2-49-16,1 2-85 15,-2-5-127-15,1-13-424 16,-1 12 0-16,0-2 0 15,-3-8 0 1</inkml:trace>
  <inkml:trace contextRef="#ctx0" brushRef="#br0" timeOffset="-67819.27">6689 15066 580 0,'0'0'70'0,"0"0"18"0,0 0 16 16,0 0 8-1,0 0 3-15,0 0 2 16,0 0 0-16,0 0 2 16,0 0 8-16,0 3-36 15,0 0 5-15,0 6 4 16,0 2 2-16,0 2 2 16,0-2 2-16,0-2 7 15,-3 1 2-15,3-6 2 16,0-2-6-16,0 4-15 15,0-1-22 1,0 1-14-16,0 3-15 16,0 2-9-16,0 4 1 15,0 0-4-15,0 5 3 16,3-1 9-16,-3 4 6 16,6 7 4-16,1 1 1 15,2 2-5 1,-1 3 4-16,8 3 7 0,-6 1-5 15,6 6-3 1,-3 4-3-16,3 0-6 16,-3 8-5-16,-1-2 0 15,1 5 1-15,-2-3 1 16,1 0-3-16,3-2-1 16,-6-7 1-16,5 0-1 15,-2-5-3-15,-1-2-3 16,-1-6-1-16,-1-4-4 15,-1-4 0-15,-1-8-2 16,-3 0-2-16,1-2-4 16,-1-6-3-1,-4 2-3-15,3-6-1 0,-3-2 2 16,3-4-5 0,-3 4 6-16,0-3 1 15,3-3 6-15,-3 0-1 16,0 0-6-16,0 0-62 15,0 0-177-15,0-9-580 16,-3 9 0-16,0-4 0 16,0-3 0-16</inkml:trace>
  <inkml:trace contextRef="#ctx0" brushRef="#br0" timeOffset="-66802.18">7167 16239 1316 0,'0'0'84'0,"0"0"40"16,0 0 27-16,0 2 22 15,0-4 12-15,0 2 14 16,0 0 19-1,0-3 21-15,-1-2 25 16,-1-2-49-16,-1-4-21 16,-7-2-34-16,1-4-29 15,2 3-16-15,-3-5-10 16,-2-1-13-16,1-5-17 16,1 3-25-16,1-5-22 15,-2-4-6-15,0-2-12 16,0-1 1-16,5 1-2 15,-4 1-5-15,2 6-3 16,5 4-2 0,0 7-3-16,3 4 3 0,0-3-4 15,0 6-2 1,0 1 2-16,0 0-6 16,0 2 0-16,0 0 0 15,0 4-1-15,0-2 3 16,3 1-2-16,0 1 2 15,0-1 1-15,6 2 0 16,0 0 1-16,2 0 2 16,2-2-1-16,-1 2 1 15,1 2 2-15,4 0-2 16,-5 1 2 0,2 3 1-16,1 5 1 15,1 0 2-15,0 5 1 16,1-1 0-16,-2 2 4 15,-2 0 1-15,3 4 5 16,0-1 3-16,-3 5 2 16,2-1-2-16,-3-1 5 15,1 0 3-15,-2 1-1 16,-2-2 2-16,1-4 0 16,-3-4 0-1,1 3-2-15,-4-2-2 16,-1-6 1-16,4 2 1 15,0-3-11-15,-4-2-63 16,4-1-149-16,-1 0-215 16,-3-5-317-16,0 1 0 15,-3-1 0-15,-6-1 0 16</inkml:trace>
  <inkml:trace contextRef="#ctx0" brushRef="#br0" timeOffset="-66232.8">7062 16152 2062 0,'0'0'145'0,"0"1"33"16,0-1 9-16,0 2 9 15,0-4 6 1,0 2 3-16,0 0 4 15,0 0 6-15,0 0 18 16,2 0-98-16,-1-1-24 16,6-6-22-16,4 3 10 15,-1-9-6-15,10-4-3 16,-1-8 3-16,0 3 3 16,4-4 4-16,-4-1-22 15,0-1-2 1,-1 3-13-16,-1 5-14 15,-7-4-16-15,-1 7-1 16,-2 6-4-16,-4-2-3 16,0 6-6-16,0 2-10 15,1-1 4-15,-4 4-32 16,2 1-71-16,-2 1-79 16,3 0-127-16,6-4-204 15,-3 4-317-15,-3 4 0 16,0-1 0-16,1 3 0 15</inkml:trace>
  <inkml:trace contextRef="#ctx0" brushRef="#br0" timeOffset="-65702.73">7730 15998 2242 0,'6'0'151'0,"-6"0"30"0,3 0 27 15,-2 0 10-15,2 0 9 16,-3 0-1-16,0 2 2 16,0 0 9-1,7 9 4-15,2 9-105 16,2 11-39-16,5 10-134 15,9 13-350-15,-10 6-406 16,-7-4 0-16,-1-9 0 16,1-5 0-16</inkml:trace>
  <inkml:trace contextRef="#ctx0" brushRef="#br0" timeOffset="-64486.43">7356 15125 1049 0,'0'0'71'16,"-3"0"5"-16,2 0 7 15,-2 3 18-15,1 4 23 16,1 8 30-16,1 10 12 16,4 10 20-16,5 10 10 15,7 5-38 1,4 1-3-16,7 7 6 15,1-3-2-15,0 1-14 16,4-2-20-16,-4-3-29 16,-6-9-12-16,1-6-18 15,-4-10-12-15,-9-7-9 16,-4-8 7-16,-3-2 30 16,-3-7 8-16,0-4-3 15,0-9-8-15,0-6 6 16,-3-11 2-16,-3-3 9 15,-1-11 5 1,-9-4-1-16,-2-2-22 16,-6 0-41-16,2-6-10 15,-7 1 0-15,4 3 2 16,-2 0-1-16,3 3-9 16,-1 9-7-16,5 6-6 15,4 7-9-15,0 11 3 16,6 3-8-16,1 8 0 15,1 2-1-15,1 7 1 16,4 8-5 0,0 11 1-16,3 10-2 15,5 6-1-15,5 4 7 16,5 0-4-16,8-5 6 16,9-5-40-16,6 0-134 15,11-13-259-15,-4-3-320 16,-2-3 0-16,-7-13 0 15</inkml:trace>
  <inkml:trace contextRef="#ctx0" brushRef="#br0" timeOffset="-64119.3">7612 15476 2982 0,'0'-6'68'0,"0"3"6"16,0-3 0-16,3 0 6 16,3-2 3-16,4 2 2 15,7 1 2-15,4 4 4 16,-2 1 5-16,1 1-42 16,-4 13 45-1,-1 9-12-15,-4 9 15 16,-2 7 0-16,-6 4 1 15,0-5 5-15,-3-4 5 16,0-3-1-16,0-7-5 16,7-8-29-16,0-2-47 15,6-2 13-15,9-9-26 16,13-3-68-16,9-7-142 16,19-21-735-16,-13-3 0 15,-6-12 0-15,-12-4 0 16</inkml:trace>
  <inkml:trace contextRef="#ctx0" brushRef="#br0" timeOffset="-63802.69">7753 14752 2001 0,'0'-10'97'16,"0"4"3"-16,0-3 5 16,0-1 26-16,12 6 48 15,11 4 33-15,12 3 39 16,17 8 20 0,11 17 15-16,8 18-65 15,-1 29 5-15,1 16 9 16,-4 17-9-16,2 7-18 15,-11 3-42-15,1-1-42 16,-12-6-73-16,-5-2-145 16,-10-9-237-16,-11-34-602 15,-11 10 0-15,-6-18 0 16</inkml:trace>
  <inkml:trace contextRef="#ctx0" brushRef="#br0" timeOffset="-62519.29">3025 15678 1507 0,'0'0'49'16,"0"0"16"-16,0 0 11 15,3 0-1-15,-3 0 51 16,0 5 28-16,0 5 22 16,7 11 36-16,2 12 31 15,8 20-14 1,2 11-1-16,4 6-9 15,6 9-10-15,-3 0 5 16,6-2-47-16,-8-7-25 16,1-7-43-16,-6-4-114 15,1-12-178-15,-6-19-193 16,-5-14-333-16,-3 0 0 16,-6-11 0-16,-12-9 0 15</inkml:trace>
  <inkml:trace contextRef="#ctx0" brushRef="#br0" timeOffset="-61651.04">3029 15914 743 0,'-4'-22'116'0,"1"-9"51"16,-3-2 32-16,3-3 5 15,1 3 8-15,5 8 4 16,8 5 4-16,2-8 3 15,10 0 5-15,3 3-80 16,7 0-36-16,1 6-51 16,2 2-31-1,-4 3-10-15,-4 6-9 16,-6 5-9-16,-6 1-1 16,-3 5 3-16,-7 5 9 15,-6 11 31-15,3 4 18 16,-6 20 8-16,-3 9 9 15,0 7 12-15,0 0 5 16,2 0 4-16,1-5-2 16,-1-6 1-16,8-1-16 15,5-5-29-15,4-5-14 16,4 1-4 0,9-5-10-16,-3-6-7 15,-1-4-8-15,-1-1-11 16,-9-8-6-16,-1-4-11 15,-5 0-4-15,-3-7 1 16,0 0-2-16,-3-3 2 16,0 0 0-16,0 0-2 15,0 0 5-15,0 0 8 16,0 0 4-16,0 0 2 16,0 0-1-1,0 2-10-15,3 2-5 16,-3-4-4-16,7 3-3 15,-3 3 1-15,6 5 1 16,2-1 4-16,3 4 1 16,0 0 4-16,0 2 6 15,0-1 7-15,-5-8 2 16,0 2 4-16,-4-5 16 16,-3 0 16-16,-3-4 4 15,0-1-2-15,0-8 1 16,0-5 2-1,-3-7-3-15,-3-6 0 16,-4-11-9-16,3 1-28 0,-2-3-64 16,3-3-39-1,3-3-10-15,-1 3-1 16,-3 3 3-16,4 2-3 16,3 14-2-16,-1 7-12 15,1 8-14-15,0 4 20 16,0 5 66-16,1 7 46 15,9 5 28 1,3 10 9-16,7 8 7 0,6 6 8 16,7 2 9-16,0 5-26 15,3-7-164 1,-8-38-414-16,-9 32 0 16,-12-2 0-16,-3-9 0 15</inkml:trace>
  <inkml:trace contextRef="#ctx0" brushRef="#br0" timeOffset="-61502.68">3618 16275 3239 0,'0'-10'48'0,"7"0"-3"0,5-12-33 16,20-9-126-16,36-16-532 15,-24 3 0 1,1-5 0-16</inkml:trace>
  <inkml:trace contextRef="#ctx0" brushRef="#br0" timeOffset="-61200.83">3663 15347 3032 0,'-8'0'14'0,"1"9"18"16,1 14 39-16,0 22 58 16,10 17 3-1,13 31 28-15,8 21 23 16,12 12 1-16,12 7 4 16,9-2-13-16,2-12-5 15,-1-8-16-15,-1-14-40 16,-1-15-102-16,-8-7-145 15,10-17-310 1,-10-16-391-16,-10-16 0 0,-8-14 0 16,-6-22 0-1</inkml:trace>
  <inkml:trace contextRef="#ctx0" brushRef="#br0" timeOffset="-60552.65">3954 15955 2071 0,'-6'0'167'0,"0"0"39"16,3 0 50-16,-1-3 6 16,1 3 14-16,3-4-1 15,0 4-3-15,0-1 6 16,3-1 3-16,7-5-133 15,6-3-26-15,4-13-37 16,8-1-45-16,6-5-6 16,-1-4-11-16,-3-2 0 15,0 6 6 1,-7 5-5-16,-4 4-4 16,-6 2-2-16,-6 11-6 15,-4 2-4-15,1 0-6 16,-4 4 1-16,0 4 1 15,0 9 5-15,0 12-4 16,-4 7 0-16,1 16 4 16,-1 5 4-16,-2 4 2 15,-4 0 0-15,7 1 4 16,-1-6-1 0,4-4-1-16,0-5-1 15,4-8 1-15,-4-2-1 16,6-7-3-16,5-5-5 15,5-3 2-15,10-5-68 16,8-3-169-16,13-12-744 16,-11 3 0-16,-1-6 0 15,-6 0 0-15</inkml:trace>
  <inkml:trace contextRef="#ctx0" brushRef="#br0" timeOffset="-60169.31">4411 16421 3567 0,'-6'0'147'0,"0"0"3"15,-2-4 6-15,0-5-3 16,1-6 3-16,4-6 2 16,-1-12-1-16,1-7 2 15,1-3 2-15,-2 1-143 16,-2 3-5-16,2 2-2 15,-1 4-1 1,-1 4 2-16,6 14-10 16,-1 4-3-16,1 3-8 15,0 4-4-15,1 4-3 16,-1 0 0-16,8 6 7 16,6 9 0-16,4 7 2 15,5 10 1-15,3 8 12 16,1 3 3-16,3 3 8 15,-2-1 5-15,1-5 0 16,-6-3-11 0,4-5-96-16,-8 0-161 15,-1-15-694-15,-9 8 0 16,-8-6 0-16</inkml:trace>
  <inkml:trace contextRef="#ctx0" brushRef="#br0" timeOffset="-60002.27">4434 16528 4030 0,'-3'-6'136'15,"3"1"0"-15,0 2 2 16,3-11-2-16,11-3-55 16,10 1-158-16,18-10-839 15,0-2 0-15,2-1 0 16</inkml:trace>
  <inkml:trace contextRef="#ctx0" brushRef="#br0" timeOffset="-59819.09">4833 16278 2801 0,'0'3'79'0,"3"9"19"0,3 12 2 16,4 9 3-16,5 6-64 15,13 8-287-15,-8 0-346 16,-4-2 0 0,-3-12 0-16,-7-5 0 15</inkml:trace>
  <inkml:trace contextRef="#ctx0" brushRef="#br0" timeOffset="-58786.38">4739 15848 1690 0,'0'5'-5'16,"0"8"30"-16,5 13 7 15,1 6 9-15,5 10 24 16,7 6 19-1,3-1 21-15,-3-3 16 0,6 1 10 16,-8-6 15 0,1-7-1-16,-6-6-25 15,-2-9 5-15,-3-6 19 16,-3-5 23-16,-3-6 7 16,3-3-3-16,-3-13-8 15,0-7-7-15,0-8-10 16,-6-13 0-16,-4-6-5 15,-6-3-11-15,-11-6-26 16,-3-1-44 0,-2 4-26-16,-1 8-21 15,5 3-10-15,5 18-4 16,2 8 2-16,4 10-3 16,5 5-2-16,2 12-7 15,6 12-3-15,2 5-6 16,7 10 4-16,9 9 2 15,5 1 1-15,3-3 2 16,11-2-8-16,2 0-68 16,7-8-155-16,9-14-582 15,-17-6 0 1,-4-5 0-16,-7-7 0 16</inkml:trace>
  <inkml:trace contextRef="#ctx0" brushRef="#br0" timeOffset="-58434.74">4947 16045 2566 0,'0'-4'50'15,"0"-4"4"-15,3 0 9 16,0 0 14-16,2-4 7 16,4 7 5-16,1 3 7 15,-1-3 10-15,0 5 9 16,-1 7-40-1,-1 7 5-15,-3 5-1 16,-1 3-8-16,3 4-10 16,3-4-8-16,4 5-4 15,0-4-5-15,3 2-9 16,2-1-8-16,-2 1-7 16,1-5-8-16,-1-2-1 15,-3 4 1-15,-3-7-3 16,-4-1-5-16,-3-2-16 15,0 1-71-15,2-4-260 16,-10 2-357 0,-4-2 0-16,-1-7 0 15,-9-7 0-15</inkml:trace>
  <inkml:trace contextRef="#ctx0" brushRef="#br0" timeOffset="-58119.82">4725 15339 2561 0,'16'0'43'0,"10"0"55"16,13 6 47-1,15 8 51-15,4 16 42 16,6 17 12-16,3 20 17 16,6 17 4-16,-4 16 14 15,3 13 0-15,-2 0-41 16,-3 5-61-16,1-2-154 16,-4-1-281-16,-13-22-716 15,-16 10 0-15,-10-14 0 16,-14-15 0-1</inkml:trace>
  <inkml:trace contextRef="#ctx0" brushRef="#br0" timeOffset="-47919.85">9981 16202 2302 0,'-3'0'89'15,"-4"0"35"-15,4 1 19 16,-4-1 13-16,7 0 2 16,-4 0-1-16,4 0-5 15,4 0 3-15,3 0 12 16,11 0-45-1,20-7-8-15,23-8-27 16,21-13-12-16,12-11-7 16,4-11 0-16,-4-4 2 15,-11 0 6-15,-8 1-1 16,-11 6-9-16,-10 10-14 16,-9 2-20-16,-13 9-8 15,-12 6 3-15,-8 6 11 16,-8 7 11-16,-4 1-1 15,0 3-1-15,0 0-30 16,0 3-111 0,0 0-176-16,3-2-608 15,-3 7 0-15,-7 4 0 16,-2 7 0-16</inkml:trace>
  <inkml:trace contextRef="#ctx0" brushRef="#br0" timeOffset="-47336.46">10637 16138 2092 0,'-3'-2'42'0,"3"2"-6"16,-3 0-2-16,0 0 6 15,-2 11 8-15,1 14 11 16,-4 13 7-16,-5 14-1 16,0 11 7-16,-6 5-45 15,-14 9 8-15,-6-3 15 16,-14 7 20-16,-13-1 2 15,-19-1-2 1,-10 2-2-16,-11 1-4 16,-9-10 5-16,-10-5-4 15,1-12 5-15,-5-15 18 16,-2-10 0-16,9-16-8 16,7-5-8-16,12-5-2 15,12-3-7-15,9-2-3 16,12-1-3-16,9 0 3 15,14 1 0-15,6-2-4 16,15-3-2-16,6-1 2 16,10 3 4-1,7-1-4-15,1 2 6 16,1 1-4-16,1-2 2 16,0 4-2-16,0 0-12 15,0 0-15-15,0 0-66 16,0 0-117-16,0-2-134 15,9-8-521-15,-5 9 0 16,-1-1 0-16,0-1 0 16</inkml:trace>
  <inkml:trace contextRef="#ctx0" brushRef="#br0" timeOffset="-46254.02">8710 17178 2147 0,'0'-6'37'16,"0"-2"1"-16,0 0-3 16,0 0-4-16,0 5-6 15,0 3-1-15,0 0 7 16,0 2 7 0,0-1 18-16,0 7-8 15,-3 8 15-15,-11 5 10 16,-4 10 9-16,-13 3 8 15,-19 11 15-15,-11 0 6 16,-9 7-2-16,-10-5 2 16,-8 0-11-16,-6-3-21 15,-2-7-2-15,-9-12 3 16,-11-6 4-16,-3-11 3 16,-12-7-4-16,-3-2 0 15,-4-6-4-15,-3 1-9 16,4 5-3-1,6-4 7-15,8-4-9 16,12 2-9-16,15 1-10 16,13-4-6-16,12 1 0 15,11 0-8-15,18 1 3 16,10 0 7-16,13 2-3 16,5 1-11-16,5-2-5 15,6 5-3-15,0-1 4 16,3 0-5-16,0 1-4 15,0 2 2 1,0-1-2-16,0 1-8 16,0 0 0-16,-3 0 1 15,3 0-2-15,0 0 1 16,0 0-3-16,0 0 3 16,0 0-2-16,0 0 2 15,0 0 0-15,0 0-1 16,0 0 2-16,0 0-3 15,0 0 0-15,0 0-1 16,0 0-3 0,0 0 2-16,0 0 2 15,0 0 2-15,0 0-4 16,0 0 1-16,0 0-3 16,0 0 5-16,0 0-4 15,0-3-1-15,0 3 1 16,0 0-2-16,0 0-3 15,0 0-7-15,0 0-7 16,0 0-12-16,0 0-11 16,0 0-10-1,0 0-5-15,0 0-7 16,0 0-1-16,0 0-1 16,0 0-4-16,3 0 1 15,-3 0 7-15,0 0 12 16,3 0 12-16,0 0 7 15,0 0 11-15,0 0 4 16,0 0 0-16,0 0-8 16,2 0-33-16,-1 0-35 15,2 3-61-15,2-3-70 16,2 0-117 0,-1 1-317-16,-3 7 0 0,0 8 0 15,-2-3 0 1</inkml:trace>
  <inkml:trace contextRef="#ctx0" brushRef="#br0" timeOffset="-39199.1">2030 16595 293 0,'0'-3'42'0,"0"3"11"16,0-2 9-16,0 2 4 16,0 0 2-16,0 0 2 15,0 0 2-15,0 0 0 16,0 0 1-16,0 0-24 15,0 0-10 1,0 0-6-16,0 0-7 16,0 0-3-16,0 0-2 15,0 0 0-15,0 0-2 16,0 0-3-16,0 0-10 16,0 0-9-16,0-1-11 15,0 1-7-15,0-2-1 16,0 2-2-16,0-1-1 15,0 1 0-15,0 0 1 16,0 0 2-16,0 0 10 16,0 0 6-1,0 0 6-15,0 0 3 16,0 0 3-16,0 0 5 16,0 0 8-16,0 0 4 15,0 0-2-15,0 0 1 16,0 0-7-16,0-3-35 15,0-1-60-15,0 3-109 16,0 1 0-16,0 1 0 16,0-1 0-16</inkml:trace>
  <inkml:trace contextRef="#ctx0" brushRef="#br0" timeOffset="-37070.7">2039 16608 346 0,'0'-1'46'0,"0"-1"16"16,-3 2 10-16,3-3 9 15,0 1 7-15,-3 2 13 16,3-1 8-16,0-2 5 15,-3 3 7-15,0 0-29 16,3 0-12 0,0 0-13-16,-3-1-10 15,1 1-6-15,2 0-8 16,-3-3-11-16,3 1-9 16,0 1-3-16,-1-2-5 15,-2 0-2-15,2-1 1 16,-1 3-1-16,1-1 1 15,-1-1 0-15,2 0 0 16,-1 3 1-16,1 0 4 16,0-3 3-1,-2 3 4-15,1 0 4 16,-1 0 5-16,1-3 10 16,1 3 18-16,-2 0 16 15,2 0 18-15,0 0 6 16,0 0 5-16,0 0 8 15,-3 0 3-15,3 0 3 16,0 0-1-16,0 0-4 16,0 0-12-16,-3 0-14 15,6 0-12 1,-6-3-4-16,3 3-5 16,0 0-9-16,0 0-6 15,0 0-4-15,-3-3 3 16,3 3-1-16,0-2-6 15,0 2 0-15,0 0-5 16,0 0-6-16,0-4-6 16,0 8-8-16,0-8-7 15,0 4-8-15,0 0-7 16,0 4-5-16,6 4-1 16,2 4-2-1,5 8 0-15,5 9 3 16,6 2 3-16,-1-1 6 15,1 5 9-15,3 0 5 16,1-1 5-16,-3 3 4 16,-2-5-3-16,-4 2 6 15,0-3 4-15,-2-8-1 16,-5 0 1-16,-3-4 0 16,-6-3-1-16,1-7-1 15,-4-4-1-15,3 0-4 16,-6-4 9-1,6 2 6-15,-3-3-2 16,0 0 3-16,-3 0-8 16,-4-3 4-16,-5-5-6 15,-4-7-8-15,-7-9-2 16,-5-7-1-16,-1-8-10 16,1 0-11-16,0 1-2 15,1-3-4-15,4 3 3 16,4 5-5-16,2-8 2 15,5 4 2-15,6 3 2 16,-1-1-5-16,4 4 2 16,1 1 0-1,2 0 3-15,0 4-5 16,2-1 2-16,1 2-2 16,0 0-4-16,4 2-2 15,2 4-4-15,0 2-1 16,4 1-5-16,4 6-5 15,-1 4-5-15,3 2 3 16,4 2 1-16,0 2 2 16,-1 6 3-16,3 6 5 15,-2 0 1-15,-1 7-9 16,-6 3 3 0,-5 2 10-16,-6-1 8 15,-2 5 8-15,-3-3 12 16,0 4-2-16,-3-2 9 15,-3-1 6-15,-1-2 6 16,-1-6 11-16,2-4 5 16,0 1-2-16,3-10-6 15,1 1-4-15,2-5-15 16,0-1 1-16,0 0-12 16,0 0-10-1,0-1-10-15,0 1 7 16,3 0-1-16,5-8-1 15,3-5-3-15,5-4-1 16,6-3 1-16,-3 1 2 16,5 1 0-16,0 2 0 15,1 0 8-15,-2 6-5 16,0 1-5-16,3 6-2 16,-3 0 1-16,1 0 0 15,-1 3 2 1,2 6-2-16,-5-3 2 15,2 5-1-15,-8 4-4 16,0 6 10-16,-4 1 19 16,-4 1 7-16,-3 6 13 15,-6 6 24-15,-7 4 10 16,-4 9 15-16,-8 5-2 16,-8 0 10-16,-2 0 4 15,-1-7-2-15,3 0-18 16,3-13-50-1,8-6-130-15,4-5-266 16,3-9-598-16,-1-7 0 16,4-4 0-16,-8-4 0 15</inkml:trace>
  <inkml:trace contextRef="#ctx0" brushRef="#br0" timeOffset="-35620.28">341 15690 1928 0,'0'-3'13'16,"0"2"2"-16,3-1-4 15,-3-1-4-15,0-2 1 16,3 5 2-16,0-1 0 16,4 1-1-16,2 0-2 15,-2 0-12-15,1 0 2 16,0 0-3-16,-3 0 4 15,-2 0 5 1,2 0 2-16,-2 0 35 16,-2 1 60-16,1-1 65 15,-2 5 53-15,0-3 39 16,3-2 29-16,-3 0 21 16,0-2-2-16,-2-7 7 15,-1-7 1-15,-3-4-32 16,0-8-59-16,-4-5-66 15,-1-6-47-15,1 0-40 16,0-10-31-16,1-1-24 16,0-3 2-1,5 1-8-15,1-2-10 16,3 2-2-16,0 6-5 16,0 2-1-16,3 3-5 15,1 9 1-15,-1 3-5 16,6 4 6-16,-3 10-5 15,4 4-3-15,-3 5 2 16,7 3 0-16,-1 3-3 16,8 3 4-16,3 0 2 15,3 8-2 1,5 7 8-16,4 10-5 0,2 2 7 16,0 4 0-1,-1 5 7-15,2 1-3 16,-7 0 9-16,4 0-1 15,-5 0-2-15,-5-3 3 16,-3-4-2-16,-1-5 3 16,-8-1 1-16,1-6 0 15,-5-3 1-15,-1-4-50 16,0 2-140-16,1-5-187 16,-3-8-510-16,-4 6 0 15,-6-4 0 1,-4-9 0-16</inkml:trace>
  <inkml:trace contextRef="#ctx0" brushRef="#br0" timeOffset="-35037.54">459 15495 1866 0,'-3'3'107'0,"2"2"44"15,-2-3 35-15,0 4 33 16,0-6 31-16,2 0 21 15,-1 0 27-15,1 0 17 16,1 0 30-16,0 0-47 16,0 0-43-16,0 0-44 15,0 0-35-15,0 0-35 16,4-3-26-16,6-8-21 16,9-10-28-16,7-7-14 15,7-6-30 1,1-5-13-16,5 0-2 15,-8 3 1-15,-3 5 4 16,-5 3 0-16,-6 6-4 16,-5 7 3-16,-5 1-2 15,-4 8-2-15,-3 1 2 16,4 4-2-16,-4-1 0 16,0 1 0-16,0-2-2 15,3 1 0-15,-3 1-2 16,0-1-5-1,0 1-12-15,4 1-30 0,1-4-80 16,-4 4-145 0,8-4-233-16,-3 4-419 15,-3-2 0-15,-2-1 0 16,1 2 0-16</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28.34025" units="1/cm"/>
          <inkml:channelProperty channel="Y" name="resolution" value="28.33948" units="1/cm"/>
          <inkml:channelProperty channel="T" name="resolution" value="1" units="1/dev"/>
        </inkml:channelProperties>
      </inkml:inkSource>
      <inkml:timestamp xml:id="ts0" timeString="2021-08-26T17:57:44.488"/>
    </inkml:context>
    <inkml:brush xml:id="br0">
      <inkml:brushProperty name="width" value="0.05292" units="cm"/>
      <inkml:brushProperty name="height" value="0.05292" units="cm"/>
      <inkml:brushProperty name="color" value="#FF0000"/>
    </inkml:brush>
  </inkml:definitions>
  <inkml:trace contextRef="#ctx0" brushRef="#br0">24656 10269 0,'-25'0'16,"-25"0"15,50 0-31,-24 0 31,24 0 31,-25 25 16,25 0-78,0 0 32,0-25-32,0 24 31,-25-24 16,25 25-47,0 0 31,-25-25-31,25 0 31,0 25 0,0-25-31,0 25 16,0-1-1,-25-24 1,25 25 15,0-25-31,-24 25 31,-1-25-31,25 25 32,0 0-32,0-1 15,-25-24 1,25 25-1,0 0 1,0 0 0,-25-25 15,25 0-31,0 25 15,-25-1 1,25-24 0,-24 25-1,24-25 16,0 0-15,-25 25 0,25-25 15,-25 0 31,0 0-31,25 0-15,-25 0 0,25 0-1,-24 0 1,24 0 15,0 0-15,-25 0-1,25-25 1,-25 25-1,25-25 1,0 1 0,0 24-1,0-25 1,0 25-1,0-50 1,0 50 31,0-25-16,0 25 0,0-24 125,0 24-140,25 0-1,-25-25 1,0 25 0,25 0-1,-25-25 1,24 25 15,-24 0-15,25-25-1,0 25 1,-25 0 15,25 0-15,-25 0 15,25 0-31,-25-25 47,24 25 15,1 0-46,-25 0-1,50 0 1,-50 0-1,25 0 17,-25 0-1,24 0 0,1 0-15,-25 25 15,25-25 0,-25 0-31,25 25 31,-25 0 0,0-25-31,25 0 32,-1 25-17,-24-25-15,0 24 31,25-24-31,-25 50 32,25-25-32,0 0 31,-25-25-31,0 0 15,0 24 1,25-24 0,-25 25 15,24 0-31,-24-25 31,25 25-31,-25-25 31,0 25-31,25-25 0,-25 0 16,0 24 15,0 1 0,0-25 0,0 0-31,0 25 32</inkml:trace>
  <inkml:trace contextRef="#ctx0" brushRef="#br0" timeOffset="12170.01">6970 11336 0,'50'0'125,"-25"0"-110,-25 0 1,24 0-1,-24 0 1,0 25 15,25-1-15,-25-24-1,25 25 1,-25-25 0,25 25-1,-25-25 1,25 25-1,-25 0 1,24-25 0,1 24-1,0-24 1,0 50-1,-25-50 1,25 50-16,-25-50 16,24 24-1,-24 1 1,25-25-1,-25 25 1,0 0 0,0 0-1,0-1 1,0 1-1,0 0 1,0-25 0,0 25-1,0-25 1,0 0-1,-25 49 17,1-49-17,-1 25 1,0 0-1,0-25 1,25 0 0,-25 0 15,25 0 0,0 0 0,0-25-15,0 0-1,0 1 1,0-1 0,0-50-1,0 26-15,0 24 31,0-25-31,25 1 32,25-1-32,24-49 31,-24 49-16,24 26-15,-49-51 32,0 50-32,-25 25 31,0-24-31,0-1 31,0-25-31,0 0 31,0 26-31,0-1 16,0 0 15,0 0-31,0 0 31,-25 25-31,0-24 31,0 24-31,1 0 32,-26-25-32,0 0 15,-24 0 16,49 25-31,-24 0 32,49 0-1,24 50 78,-73-125-62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37319E7-618F-44FD-9BDE-1EE0DFF0800F}"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853497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7319E7-618F-44FD-9BDE-1EE0DFF0800F}"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121226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319E7-618F-44FD-9BDE-1EE0DFF0800F}"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38991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37319E7-618F-44FD-9BDE-1EE0DFF0800F}"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808938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7319E7-618F-44FD-9BDE-1EE0DFF0800F}" type="datetimeFigureOut">
              <a:rPr lang="en-US" smtClean="0"/>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1972758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7319E7-618F-44FD-9BDE-1EE0DFF0800F}"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484698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319E7-618F-44FD-9BDE-1EE0DFF0800F}" type="datetimeFigureOut">
              <a:rPr lang="en-US" smtClean="0"/>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534397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319E7-618F-44FD-9BDE-1EE0DFF0800F}"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3652633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319E7-618F-44FD-9BDE-1EE0DFF0800F}"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115827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7319E7-618F-44FD-9BDE-1EE0DFF0800F}"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251654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7319E7-618F-44FD-9BDE-1EE0DFF0800F}"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9808C-4B40-4010-8530-4F0C1F830030}" type="slidenum">
              <a:rPr lang="en-US" smtClean="0"/>
              <a:t>‹#›</a:t>
            </a:fld>
            <a:endParaRPr lang="en-US"/>
          </a:p>
        </p:txBody>
      </p:sp>
    </p:spTree>
    <p:extLst>
      <p:ext uri="{BB962C8B-B14F-4D97-AF65-F5344CB8AC3E}">
        <p14:creationId xmlns:p14="http://schemas.microsoft.com/office/powerpoint/2010/main" val="1692518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7319E7-618F-44FD-9BDE-1EE0DFF0800F}" type="datetimeFigureOut">
              <a:rPr lang="en-US" smtClean="0"/>
              <a:t>6/14/2025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9808C-4B40-4010-8530-4F0C1F830030}" type="slidenum">
              <a:rPr lang="en-US" smtClean="0"/>
              <a:t>‹#›</a:t>
            </a:fld>
            <a:endParaRPr lang="en-US"/>
          </a:p>
        </p:txBody>
      </p:sp>
    </p:spTree>
    <p:extLst>
      <p:ext uri="{BB962C8B-B14F-4D97-AF65-F5344CB8AC3E}">
        <p14:creationId xmlns:p14="http://schemas.microsoft.com/office/powerpoint/2010/main" val="2439457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5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customXml" Target="../ink/ink3.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4908" y="1048558"/>
            <a:ext cx="9635417" cy="5809442"/>
          </a:xfrm>
          <a:prstGeom prst="rect">
            <a:avLst/>
          </a:prstGeom>
        </p:spPr>
      </p:pic>
      <p:sp>
        <p:nvSpPr>
          <p:cNvPr id="5" name="TextBox 4"/>
          <p:cNvSpPr txBox="1"/>
          <p:nvPr/>
        </p:nvSpPr>
        <p:spPr>
          <a:xfrm>
            <a:off x="0" y="0"/>
            <a:ext cx="11286402"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Use of homogenous matrix – to find the position and orientation of the end effector with respect to the Base frame This example shows how transformation matrix works</a:t>
            </a:r>
          </a:p>
        </p:txBody>
      </p:sp>
    </p:spTree>
    <p:extLst>
      <p:ext uri="{BB962C8B-B14F-4D97-AF65-F5344CB8AC3E}">
        <p14:creationId xmlns:p14="http://schemas.microsoft.com/office/powerpoint/2010/main" val="8669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8655" y="0"/>
            <a:ext cx="4343400" cy="4362450"/>
          </a:xfrm>
          <a:prstGeom prst="rect">
            <a:avLst/>
          </a:prstGeom>
        </p:spPr>
      </p:pic>
      <p:pic>
        <p:nvPicPr>
          <p:cNvPr id="5" name="Picture 4"/>
          <p:cNvPicPr>
            <a:picLocks noChangeAspect="1"/>
          </p:cNvPicPr>
          <p:nvPr/>
        </p:nvPicPr>
        <p:blipFill>
          <a:blip r:embed="rId3"/>
          <a:stretch>
            <a:fillRect/>
          </a:stretch>
        </p:blipFill>
        <p:spPr>
          <a:xfrm>
            <a:off x="3586339" y="2247900"/>
            <a:ext cx="8496300" cy="4229100"/>
          </a:xfrm>
          <a:prstGeom prst="rect">
            <a:avLst/>
          </a:prstGeom>
        </p:spPr>
      </p:pic>
    </p:spTree>
    <p:extLst>
      <p:ext uri="{BB962C8B-B14F-4D97-AF65-F5344CB8AC3E}">
        <p14:creationId xmlns:p14="http://schemas.microsoft.com/office/powerpoint/2010/main" val="3436666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09421" y="-144858"/>
            <a:ext cx="7721600" cy="6898221"/>
          </a:xfrm>
          <a:prstGeom prst="rect">
            <a:avLst/>
          </a:prstGeom>
        </p:spPr>
      </p:pic>
    </p:spTree>
    <p:extLst>
      <p:ext uri="{BB962C8B-B14F-4D97-AF65-F5344CB8AC3E}">
        <p14:creationId xmlns:p14="http://schemas.microsoft.com/office/powerpoint/2010/main" val="340926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9200" y="478741"/>
            <a:ext cx="10103556" cy="5702984"/>
          </a:xfrm>
          <a:prstGeom prst="rect">
            <a:avLst/>
          </a:prstGeom>
        </p:spPr>
      </p:pic>
    </p:spTree>
    <p:extLst>
      <p:ext uri="{BB962C8B-B14F-4D97-AF65-F5344CB8AC3E}">
        <p14:creationId xmlns:p14="http://schemas.microsoft.com/office/powerpoint/2010/main" val="1746475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826899" cy="954107"/>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Representation of orientations</a:t>
            </a:r>
          </a:p>
          <a:p>
            <a:endParaRPr lang="en-US" sz="2800" dirty="0">
              <a:solidFill>
                <a:srgbClr val="FF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12294" y="1518834"/>
            <a:ext cx="11536899" cy="3177152"/>
          </a:xfrm>
          <a:prstGeom prst="rect">
            <a:avLst/>
          </a:prstGeom>
        </p:spPr>
      </p:pic>
    </p:spTree>
    <p:extLst>
      <p:ext uri="{BB962C8B-B14F-4D97-AF65-F5344CB8AC3E}">
        <p14:creationId xmlns:p14="http://schemas.microsoft.com/office/powerpoint/2010/main" val="264231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0277395" cy="4231757"/>
          </a:xfrm>
          <a:prstGeom prst="rect">
            <a:avLst/>
          </a:prstGeom>
        </p:spPr>
      </p:pic>
      <p:pic>
        <p:nvPicPr>
          <p:cNvPr id="5" name="Picture 4"/>
          <p:cNvPicPr>
            <a:picLocks noChangeAspect="1"/>
          </p:cNvPicPr>
          <p:nvPr/>
        </p:nvPicPr>
        <p:blipFill>
          <a:blip r:embed="rId3"/>
          <a:stretch>
            <a:fillRect/>
          </a:stretch>
        </p:blipFill>
        <p:spPr>
          <a:xfrm>
            <a:off x="6013343" y="4006312"/>
            <a:ext cx="6178657" cy="2851688"/>
          </a:xfrm>
          <a:prstGeom prst="rect">
            <a:avLst/>
          </a:prstGeom>
        </p:spPr>
      </p:pic>
      <p:pic>
        <p:nvPicPr>
          <p:cNvPr id="2" name="Picture 1"/>
          <p:cNvPicPr>
            <a:picLocks noChangeAspect="1"/>
          </p:cNvPicPr>
          <p:nvPr/>
        </p:nvPicPr>
        <p:blipFill>
          <a:blip r:embed="rId4"/>
          <a:stretch>
            <a:fillRect/>
          </a:stretch>
        </p:blipFill>
        <p:spPr>
          <a:xfrm>
            <a:off x="2424922" y="4082078"/>
            <a:ext cx="2999486" cy="2775922"/>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57D88465-537E-D42D-8A0F-7E255E22B304}"/>
                  </a:ext>
                </a:extLst>
              </p14:cNvPr>
              <p14:cNvContentPartPr/>
              <p14:nvPr/>
            </p14:nvContentPartPr>
            <p14:xfrm>
              <a:off x="1298880" y="3953880"/>
              <a:ext cx="8602560" cy="2530080"/>
            </p14:xfrm>
          </p:contentPart>
        </mc:Choice>
        <mc:Fallback>
          <p:pic>
            <p:nvPicPr>
              <p:cNvPr id="3" name="Ink 2">
                <a:extLst>
                  <a:ext uri="{FF2B5EF4-FFF2-40B4-BE49-F238E27FC236}">
                    <a16:creationId xmlns:a16="http://schemas.microsoft.com/office/drawing/2014/main" id="{57D88465-537E-D42D-8A0F-7E255E22B304}"/>
                  </a:ext>
                </a:extLst>
              </p:cNvPr>
              <p:cNvPicPr/>
              <p:nvPr/>
            </p:nvPicPr>
            <p:blipFill>
              <a:blip r:embed="rId6"/>
              <a:stretch>
                <a:fillRect/>
              </a:stretch>
            </p:blipFill>
            <p:spPr>
              <a:xfrm>
                <a:off x="1289520" y="3944520"/>
                <a:ext cx="8621280" cy="2548800"/>
              </a:xfrm>
              <a:prstGeom prst="rect">
                <a:avLst/>
              </a:prstGeom>
            </p:spPr>
          </p:pic>
        </mc:Fallback>
      </mc:AlternateContent>
    </p:spTree>
    <p:extLst>
      <p:ext uri="{BB962C8B-B14F-4D97-AF65-F5344CB8AC3E}">
        <p14:creationId xmlns:p14="http://schemas.microsoft.com/office/powerpoint/2010/main" val="246350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3CC6B4-D888-2D55-486B-9E32FDCC5BFB}"/>
              </a:ext>
            </a:extLst>
          </p:cNvPr>
          <p:cNvPicPr>
            <a:picLocks noChangeAspect="1"/>
          </p:cNvPicPr>
          <p:nvPr/>
        </p:nvPicPr>
        <p:blipFill>
          <a:blip r:embed="rId2"/>
          <a:stretch>
            <a:fillRect/>
          </a:stretch>
        </p:blipFill>
        <p:spPr>
          <a:xfrm>
            <a:off x="110067" y="0"/>
            <a:ext cx="6178657" cy="2851688"/>
          </a:xfrm>
          <a:prstGeom prst="rect">
            <a:avLst/>
          </a:prstGeom>
        </p:spPr>
      </p:pic>
      <p:pic>
        <p:nvPicPr>
          <p:cNvPr id="5" name="Picture 4">
            <a:extLst>
              <a:ext uri="{FF2B5EF4-FFF2-40B4-BE49-F238E27FC236}">
                <a16:creationId xmlns:a16="http://schemas.microsoft.com/office/drawing/2014/main" id="{14EDAB97-4DB7-D450-84AD-97F6C5BFFE93}"/>
              </a:ext>
            </a:extLst>
          </p:cNvPr>
          <p:cNvPicPr>
            <a:picLocks noChangeAspect="1"/>
          </p:cNvPicPr>
          <p:nvPr/>
        </p:nvPicPr>
        <p:blipFill>
          <a:blip r:embed="rId3"/>
          <a:stretch>
            <a:fillRect/>
          </a:stretch>
        </p:blipFill>
        <p:spPr>
          <a:xfrm>
            <a:off x="4099544" y="3164289"/>
            <a:ext cx="7927141" cy="3795311"/>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6ED3EB4-8F3C-08CA-8913-4C9E3089DA42}"/>
                  </a:ext>
                </a:extLst>
              </p14:cNvPr>
              <p14:cNvContentPartPr/>
              <p14:nvPr/>
            </p14:nvContentPartPr>
            <p14:xfrm>
              <a:off x="118080" y="181080"/>
              <a:ext cx="11519280" cy="6165360"/>
            </p14:xfrm>
          </p:contentPart>
        </mc:Choice>
        <mc:Fallback>
          <p:pic>
            <p:nvPicPr>
              <p:cNvPr id="2" name="Ink 1">
                <a:extLst>
                  <a:ext uri="{FF2B5EF4-FFF2-40B4-BE49-F238E27FC236}">
                    <a16:creationId xmlns:a16="http://schemas.microsoft.com/office/drawing/2014/main" id="{46ED3EB4-8F3C-08CA-8913-4C9E3089DA42}"/>
                  </a:ext>
                </a:extLst>
              </p:cNvPr>
              <p:cNvPicPr/>
              <p:nvPr/>
            </p:nvPicPr>
            <p:blipFill>
              <a:blip r:embed="rId5"/>
              <a:stretch>
                <a:fillRect/>
              </a:stretch>
            </p:blipFill>
            <p:spPr>
              <a:xfrm>
                <a:off x="108720" y="171720"/>
                <a:ext cx="11538000" cy="6184080"/>
              </a:xfrm>
              <a:prstGeom prst="rect">
                <a:avLst/>
              </a:prstGeom>
            </p:spPr>
          </p:pic>
        </mc:Fallback>
      </mc:AlternateContent>
    </p:spTree>
    <p:extLst>
      <p:ext uri="{BB962C8B-B14F-4D97-AF65-F5344CB8AC3E}">
        <p14:creationId xmlns:p14="http://schemas.microsoft.com/office/powerpoint/2010/main" val="2521751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77795" y="229810"/>
            <a:ext cx="8181019" cy="1815966"/>
          </a:xfrm>
          <a:prstGeom prst="rect">
            <a:avLst/>
          </a:prstGeom>
        </p:spPr>
      </p:pic>
      <p:pic>
        <p:nvPicPr>
          <p:cNvPr id="5" name="Picture 4"/>
          <p:cNvPicPr>
            <a:picLocks noChangeAspect="1"/>
          </p:cNvPicPr>
          <p:nvPr/>
        </p:nvPicPr>
        <p:blipFill>
          <a:blip r:embed="rId3"/>
          <a:stretch>
            <a:fillRect/>
          </a:stretch>
        </p:blipFill>
        <p:spPr>
          <a:xfrm>
            <a:off x="-92988" y="2055705"/>
            <a:ext cx="9474836" cy="1373295"/>
          </a:xfrm>
          <a:prstGeom prst="rect">
            <a:avLst/>
          </a:prstGeom>
        </p:spPr>
      </p:pic>
      <p:pic>
        <p:nvPicPr>
          <p:cNvPr id="6" name="Picture 5"/>
          <p:cNvPicPr>
            <a:picLocks noChangeAspect="1"/>
          </p:cNvPicPr>
          <p:nvPr/>
        </p:nvPicPr>
        <p:blipFill>
          <a:blip r:embed="rId4"/>
          <a:stretch>
            <a:fillRect/>
          </a:stretch>
        </p:blipFill>
        <p:spPr>
          <a:xfrm>
            <a:off x="276063" y="3419078"/>
            <a:ext cx="5024357" cy="1554144"/>
          </a:xfrm>
          <a:prstGeom prst="rect">
            <a:avLst/>
          </a:prstGeom>
        </p:spPr>
      </p:pic>
      <p:pic>
        <p:nvPicPr>
          <p:cNvPr id="7" name="Picture 6"/>
          <p:cNvPicPr>
            <a:picLocks noChangeAspect="1"/>
          </p:cNvPicPr>
          <p:nvPr/>
        </p:nvPicPr>
        <p:blipFill>
          <a:blip r:embed="rId5"/>
          <a:stretch>
            <a:fillRect/>
          </a:stretch>
        </p:blipFill>
        <p:spPr>
          <a:xfrm>
            <a:off x="108489" y="5045858"/>
            <a:ext cx="3726858" cy="1812142"/>
          </a:xfrm>
          <a:prstGeom prst="rect">
            <a:avLst/>
          </a:prstGeom>
        </p:spPr>
      </p:pic>
      <p:pic>
        <p:nvPicPr>
          <p:cNvPr id="8" name="Picture 7"/>
          <p:cNvPicPr>
            <a:picLocks noChangeAspect="1"/>
          </p:cNvPicPr>
          <p:nvPr/>
        </p:nvPicPr>
        <p:blipFill>
          <a:blip r:embed="rId6"/>
          <a:stretch>
            <a:fillRect/>
          </a:stretch>
        </p:blipFill>
        <p:spPr>
          <a:xfrm>
            <a:off x="7967221" y="3767790"/>
            <a:ext cx="4224779" cy="3090210"/>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4644430" y="5312895"/>
                <a:ext cx="3187668" cy="1480085"/>
              </a:xfrm>
              <a:prstGeom prst="rect">
                <a:avLst/>
              </a:prstGeom>
              <a:noFill/>
            </p:spPr>
            <p:txBody>
              <a:bodyPr wrap="none" lIns="0" tIns="0" rIns="0" bIns="0" rtlCol="0">
                <a:spAutoFit/>
              </a:bodyPr>
              <a:lstStyle/>
              <a:p>
                <a14:m>
                  <m:oMath xmlns:m="http://schemas.openxmlformats.org/officeDocument/2006/math">
                    <m:rad>
                      <m:radPr>
                        <m:degHide m:val="on"/>
                        <m:ctrlPr>
                          <a:rPr lang="en-US" i="1" smtClean="0">
                            <a:latin typeface="Cambria Math" panose="02040503050406030204" pitchFamily="18" charset="0"/>
                          </a:rPr>
                        </m:ctrlPr>
                      </m:radPr>
                      <m:deg/>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11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21</m:t>
                            </m:r>
                          </m:sub>
                          <m:sup>
                            <m:r>
                              <a:rPr lang="en-US" b="0" i="1" smtClean="0">
                                <a:latin typeface="Cambria Math" panose="02040503050406030204" pitchFamily="18" charset="0"/>
                              </a:rPr>
                              <m:t>2</m:t>
                            </m:r>
                          </m:sup>
                        </m:sSubSup>
                      </m:e>
                    </m:rad>
                  </m:oMath>
                </a14:m>
                <a:r>
                  <a:rPr lang="en-US" dirty="0"/>
                  <a:t>= </a:t>
                </a:r>
                <a14:m>
                  <m:oMath xmlns:m="http://schemas.openxmlformats.org/officeDocument/2006/math">
                    <m:rad>
                      <m:radPr>
                        <m:degHide m:val="on"/>
                        <m:ctrlPr>
                          <a:rPr lang="en-US" i="1" smtClean="0">
                            <a:latin typeface="Cambria Math" panose="02040503050406030204" pitchFamily="18" charset="0"/>
                          </a:rPr>
                        </m:ctrlPr>
                      </m:radPr>
                      <m:deg/>
                      <m:e>
                        <m:sSup>
                          <m:sSupPr>
                            <m:ctrlPr>
                              <a:rPr lang="en-US" i="1" dirty="0">
                                <a:latin typeface="Cambria Math" panose="02040503050406030204" pitchFamily="18" charset="0"/>
                              </a:rPr>
                            </m:ctrlPr>
                          </m:sSupPr>
                          <m:e>
                            <m:r>
                              <a:rPr lang="en-US" i="1" dirty="0">
                                <a:latin typeface="Cambria Math" panose="02040503050406030204" pitchFamily="18" charset="0"/>
                              </a:rPr>
                              <m:t> </m:t>
                            </m:r>
                            <m:r>
                              <a:rPr lang="en-US" i="1" dirty="0">
                                <a:latin typeface="Cambria Math" panose="02040503050406030204" pitchFamily="18" charset="0"/>
                              </a:rPr>
                              <m:t>𝑐</m:t>
                            </m:r>
                          </m:e>
                          <m:sup>
                            <m:r>
                              <a:rPr lang="en-US" i="1" dirty="0">
                                <a:latin typeface="Cambria Math" panose="02040503050406030204" pitchFamily="18" charset="0"/>
                              </a:rPr>
                              <m:t>2</m:t>
                            </m:r>
                          </m:sup>
                        </m:sSup>
                        <m:r>
                          <a:rPr lang="en-US" i="1" dirty="0">
                            <a:latin typeface="Cambria Math" panose="02040503050406030204" pitchFamily="18" charset="0"/>
                            <a:ea typeface="Cambria Math" panose="02040503050406030204" pitchFamily="18" charset="0"/>
                          </a:rPr>
                          <m:t>𝛼</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𝑐</m:t>
                            </m:r>
                          </m:e>
                          <m:sup>
                            <m:r>
                              <a:rPr lang="en-US" i="1" dirty="0">
                                <a:latin typeface="Cambria Math" panose="02040503050406030204" pitchFamily="18" charset="0"/>
                                <a:ea typeface="Cambria Math" panose="02040503050406030204" pitchFamily="18" charset="0"/>
                              </a:rPr>
                              <m:t>2</m:t>
                            </m:r>
                          </m:sup>
                        </m:sSup>
                        <m:r>
                          <a:rPr lang="en-US" i="1" dirty="0">
                            <a:latin typeface="Cambria Math" panose="02040503050406030204" pitchFamily="18" charset="0"/>
                            <a:ea typeface="Cambria Math" panose="02040503050406030204" pitchFamily="18" charset="0"/>
                          </a:rPr>
                          <m:t>𝛽</m:t>
                        </m:r>
                        <m:r>
                          <a:rPr lang="en-US" i="1" dirty="0">
                            <a:latin typeface="Cambria Math" panose="02040503050406030204" pitchFamily="18" charset="0"/>
                            <a:ea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𝑠</m:t>
                            </m:r>
                          </m:e>
                          <m:sup>
                            <m:r>
                              <a:rPr lang="en-US" i="1" dirty="0">
                                <a:latin typeface="Cambria Math" panose="02040503050406030204" pitchFamily="18" charset="0"/>
                              </a:rPr>
                              <m:t>2</m:t>
                            </m:r>
                          </m:sup>
                        </m:sSup>
                        <m:r>
                          <a:rPr lang="en-US" i="1" dirty="0">
                            <a:latin typeface="Cambria Math" panose="02040503050406030204" pitchFamily="18" charset="0"/>
                            <a:ea typeface="Cambria Math" panose="02040503050406030204" pitchFamily="18" charset="0"/>
                          </a:rPr>
                          <m:t>𝛼</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𝑐</m:t>
                            </m:r>
                          </m:e>
                          <m:sup>
                            <m:r>
                              <a:rPr lang="en-US" i="1" dirty="0">
                                <a:latin typeface="Cambria Math" panose="02040503050406030204" pitchFamily="18" charset="0"/>
                                <a:ea typeface="Cambria Math" panose="02040503050406030204" pitchFamily="18" charset="0"/>
                              </a:rPr>
                              <m:t>2</m:t>
                            </m:r>
                          </m:sup>
                        </m:sSup>
                        <m:r>
                          <a:rPr lang="en-US" i="1" dirty="0">
                            <a:latin typeface="Cambria Math" panose="02040503050406030204" pitchFamily="18" charset="0"/>
                            <a:ea typeface="Cambria Math" panose="02040503050406030204" pitchFamily="18" charset="0"/>
                          </a:rPr>
                          <m:t>𝛽</m:t>
                        </m:r>
                        <m:r>
                          <m:rPr>
                            <m:nor/>
                          </m:rPr>
                          <a:rPr lang="en-US" dirty="0"/>
                          <m:t> </m:t>
                        </m:r>
                      </m:e>
                    </m:rad>
                  </m:oMath>
                </a14:m>
                <a:endParaRPr lang="en-US" dirty="0"/>
              </a:p>
              <a:p>
                <a:r>
                  <a:rPr lang="en-US" dirty="0"/>
                  <a:t>                   = c</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endParaRPr lang="en-US"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𝑟</m:t>
                          </m:r>
                        </m:e>
                        <m:sub>
                          <m:r>
                            <a:rPr lang="en-US" b="0" i="1" smtClean="0">
                              <a:latin typeface="Cambria Math" panose="02040503050406030204" pitchFamily="18" charset="0"/>
                            </a:rPr>
                            <m:t>31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𝛽</m:t>
                      </m:r>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tan</m:t>
                          </m:r>
                        </m:fName>
                        <m:e>
                          <m:r>
                            <a:rPr lang="en-US" b="0" i="1" smtClean="0">
                              <a:latin typeface="Cambria Math" panose="02040503050406030204" pitchFamily="18" charset="0"/>
                              <a:ea typeface="Cambria Math" panose="02040503050406030204" pitchFamily="18" charset="0"/>
                            </a:rPr>
                            <m:t>𝛽</m:t>
                          </m:r>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31</m:t>
                              </m:r>
                            </m:sub>
                          </m:sSub>
                        </m:num>
                        <m:den>
                          <m:rad>
                            <m:radPr>
                              <m:degHide m:val="on"/>
                              <m:ctrlPr>
                                <a:rPr lang="en-US" b="0" i="1" smtClean="0">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𝑟</m:t>
                                  </m:r>
                                </m:e>
                                <m:sub>
                                  <m:r>
                                    <a:rPr lang="en-US" i="1">
                                      <a:latin typeface="Cambria Math" panose="02040503050406030204" pitchFamily="18" charset="0"/>
                                    </a:rPr>
                                    <m:t>11</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𝑟</m:t>
                                  </m:r>
                                </m:e>
                                <m:sub>
                                  <m:r>
                                    <a:rPr lang="en-US" i="1">
                                      <a:latin typeface="Cambria Math" panose="02040503050406030204" pitchFamily="18" charset="0"/>
                                    </a:rPr>
                                    <m:t>21</m:t>
                                  </m:r>
                                </m:sub>
                                <m:sup>
                                  <m:r>
                                    <a:rPr lang="en-US" i="1">
                                      <a:latin typeface="Cambria Math" panose="02040503050406030204" pitchFamily="18" charset="0"/>
                                    </a:rPr>
                                    <m:t>2</m:t>
                                  </m:r>
                                </m:sup>
                              </m:sSubSup>
                            </m:e>
                          </m:rad>
                        </m:den>
                      </m:f>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4644430" y="5312895"/>
                <a:ext cx="3187668" cy="1480085"/>
              </a:xfrm>
              <a:prstGeom prst="rect">
                <a:avLst/>
              </a:prstGeom>
              <a:blipFill rotWithShape="0">
                <a:blip r:embed="rId7"/>
                <a:stretch>
                  <a:fillRect t="-1653" r="-765"/>
                </a:stretch>
              </a:blipFill>
            </p:spPr>
            <p:txBody>
              <a:bodyPr/>
              <a:lstStyle/>
              <a:p>
                <a:r>
                  <a:rPr lang="en-US">
                    <a:noFill/>
                  </a:rPr>
                  <a:t> </a:t>
                </a:r>
              </a:p>
            </p:txBody>
          </p:sp>
        </mc:Fallback>
      </mc:AlternateContent>
    </p:spTree>
    <p:extLst>
      <p:ext uri="{BB962C8B-B14F-4D97-AF65-F5344CB8AC3E}">
        <p14:creationId xmlns:p14="http://schemas.microsoft.com/office/powerpoint/2010/main" val="220531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267" y="0"/>
            <a:ext cx="7530015" cy="3123715"/>
          </a:xfrm>
          <a:prstGeom prst="rect">
            <a:avLst/>
          </a:prstGeom>
        </p:spPr>
      </p:pic>
      <p:pic>
        <p:nvPicPr>
          <p:cNvPr id="5" name="Picture 4"/>
          <p:cNvPicPr>
            <a:picLocks noChangeAspect="1"/>
          </p:cNvPicPr>
          <p:nvPr/>
        </p:nvPicPr>
        <p:blipFill>
          <a:blip r:embed="rId3"/>
          <a:stretch>
            <a:fillRect/>
          </a:stretch>
        </p:blipFill>
        <p:spPr>
          <a:xfrm>
            <a:off x="201478" y="3306335"/>
            <a:ext cx="6555783" cy="3409926"/>
          </a:xfrm>
          <a:prstGeom prst="rect">
            <a:avLst/>
          </a:prstGeom>
        </p:spPr>
      </p:pic>
      <p:pic>
        <p:nvPicPr>
          <p:cNvPr id="6" name="Picture 5"/>
          <p:cNvPicPr>
            <a:picLocks noChangeAspect="1"/>
          </p:cNvPicPr>
          <p:nvPr/>
        </p:nvPicPr>
        <p:blipFill>
          <a:blip r:embed="rId4"/>
          <a:stretch>
            <a:fillRect/>
          </a:stretch>
        </p:blipFill>
        <p:spPr>
          <a:xfrm>
            <a:off x="6757261" y="3306334"/>
            <a:ext cx="5366917" cy="1188173"/>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509200" y="3696840"/>
              <a:ext cx="6402960" cy="598680"/>
            </p14:xfrm>
          </p:contentPart>
        </mc:Choice>
        <mc:Fallback xmlns="">
          <p:pic>
            <p:nvPicPr>
              <p:cNvPr id="2" name="Ink 1"/>
              <p:cNvPicPr/>
              <p:nvPr/>
            </p:nvPicPr>
            <p:blipFill>
              <a:blip r:embed="rId6"/>
              <a:stretch>
                <a:fillRect/>
              </a:stretch>
            </p:blipFill>
            <p:spPr>
              <a:xfrm>
                <a:off x="2499840" y="3687480"/>
                <a:ext cx="6421680" cy="617400"/>
              </a:xfrm>
              <a:prstGeom prst="rect">
                <a:avLst/>
              </a:prstGeom>
            </p:spPr>
          </p:pic>
        </mc:Fallback>
      </mc:AlternateContent>
    </p:spTree>
    <p:extLst>
      <p:ext uri="{BB962C8B-B14F-4D97-AF65-F5344CB8AC3E}">
        <p14:creationId xmlns:p14="http://schemas.microsoft.com/office/powerpoint/2010/main" val="2027436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9547" y="139485"/>
            <a:ext cx="9179124" cy="2572717"/>
          </a:xfrm>
          <a:prstGeom prst="rect">
            <a:avLst/>
          </a:prstGeom>
        </p:spPr>
      </p:pic>
      <p:pic>
        <p:nvPicPr>
          <p:cNvPr id="6" name="Picture 5"/>
          <p:cNvPicPr>
            <a:picLocks noChangeAspect="1"/>
          </p:cNvPicPr>
          <p:nvPr/>
        </p:nvPicPr>
        <p:blipFill>
          <a:blip r:embed="rId3"/>
          <a:stretch>
            <a:fillRect/>
          </a:stretch>
        </p:blipFill>
        <p:spPr>
          <a:xfrm>
            <a:off x="2270744" y="3062689"/>
            <a:ext cx="7927141" cy="3795311"/>
          </a:xfrm>
          <a:prstGeom prst="rect">
            <a:avLst/>
          </a:prstGeom>
        </p:spPr>
      </p:pic>
      <p:pic>
        <p:nvPicPr>
          <p:cNvPr id="2" name="Picture 1"/>
          <p:cNvPicPr>
            <a:picLocks noChangeAspect="1"/>
          </p:cNvPicPr>
          <p:nvPr/>
        </p:nvPicPr>
        <p:blipFill>
          <a:blip r:embed="rId4"/>
          <a:stretch>
            <a:fillRect/>
          </a:stretch>
        </p:blipFill>
        <p:spPr>
          <a:xfrm>
            <a:off x="119547" y="3062689"/>
            <a:ext cx="2768024" cy="2561712"/>
          </a:xfrm>
          <a:prstGeom prst="rect">
            <a:avLst/>
          </a:prstGeom>
        </p:spPr>
      </p:pic>
    </p:spTree>
    <p:extLst>
      <p:ext uri="{BB962C8B-B14F-4D97-AF65-F5344CB8AC3E}">
        <p14:creationId xmlns:p14="http://schemas.microsoft.com/office/powerpoint/2010/main" val="3510530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8488" y="0"/>
            <a:ext cx="10685864" cy="4850970"/>
          </a:xfrm>
          <a:prstGeom prst="rect">
            <a:avLst/>
          </a:prstGeom>
        </p:spPr>
      </p:pic>
      <p:sp>
        <p:nvSpPr>
          <p:cNvPr id="5" name="TextBox 4"/>
          <p:cNvSpPr txBox="1"/>
          <p:nvPr/>
        </p:nvSpPr>
        <p:spPr>
          <a:xfrm>
            <a:off x="0" y="4990455"/>
            <a:ext cx="12042183" cy="1569660"/>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Note that the result is exactly the same as that obtained for the same 3 rotations taken in the opposite order about fixed axes. i.e. three rotations taken about fixed axes yield the same final orientation as the same three rotations taken in opposite order  about the axes of the moving frame</a:t>
            </a:r>
          </a:p>
        </p:txBody>
      </p:sp>
    </p:spTree>
    <p:extLst>
      <p:ext uri="{BB962C8B-B14F-4D97-AF65-F5344CB8AC3E}">
        <p14:creationId xmlns:p14="http://schemas.microsoft.com/office/powerpoint/2010/main" val="342694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0407" y="418454"/>
            <a:ext cx="11467308" cy="5936257"/>
          </a:xfrm>
          <a:prstGeom prst="rect">
            <a:avLst/>
          </a:prstGeom>
        </p:spPr>
      </p:pic>
    </p:spTree>
    <p:extLst>
      <p:ext uri="{BB962C8B-B14F-4D97-AF65-F5344CB8AC3E}">
        <p14:creationId xmlns:p14="http://schemas.microsoft.com/office/powerpoint/2010/main" val="1223630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4116" y="0"/>
            <a:ext cx="9293769" cy="4075343"/>
          </a:xfrm>
          <a:prstGeom prst="rect">
            <a:avLst/>
          </a:prstGeom>
        </p:spPr>
      </p:pic>
      <p:pic>
        <p:nvPicPr>
          <p:cNvPr id="2" name="Picture 1"/>
          <p:cNvPicPr>
            <a:picLocks noChangeAspect="1"/>
          </p:cNvPicPr>
          <p:nvPr/>
        </p:nvPicPr>
        <p:blipFill>
          <a:blip r:embed="rId3"/>
          <a:stretch>
            <a:fillRect/>
          </a:stretch>
        </p:blipFill>
        <p:spPr>
          <a:xfrm>
            <a:off x="0" y="5286852"/>
            <a:ext cx="11492326" cy="1571148"/>
          </a:xfrm>
          <a:prstGeom prst="rect">
            <a:avLst/>
          </a:prstGeom>
        </p:spPr>
      </p:pic>
    </p:spTree>
    <p:extLst>
      <p:ext uri="{BB962C8B-B14F-4D97-AF65-F5344CB8AC3E}">
        <p14:creationId xmlns:p14="http://schemas.microsoft.com/office/powerpoint/2010/main" val="1106011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538</TotalTime>
  <Words>101</Words>
  <Application>Microsoft Office PowerPoint</Application>
  <PresentationFormat>Widescreen</PresentationFormat>
  <Paragraphs>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Vimala A</cp:lastModifiedBy>
  <cp:revision>18</cp:revision>
  <dcterms:created xsi:type="dcterms:W3CDTF">2021-08-25T17:15:29Z</dcterms:created>
  <dcterms:modified xsi:type="dcterms:W3CDTF">2025-06-14T05:54:41Z</dcterms:modified>
</cp:coreProperties>
</file>