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</p:sldIdLst>
  <p:sldSz cy="6858000" cx="9144000"/>
  <p:notesSz cx="6858000" cy="9144000"/>
  <p:embeddedFontLst>
    <p:embeddedFont>
      <p:font typeface="Open Sans Light"/>
      <p:regular r:id="rId76"/>
      <p:bold r:id="rId77"/>
      <p:italic r:id="rId78"/>
      <p:boldItalic r:id="rId7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80" roundtripDataSignature="AMtx7miJHk10NKCV2fP5dThJsMyoWoAE9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16C6C13-2E9F-4387-9FCC-2A85CE9059D7}">
  <a:tblStyle styleId="{D16C6C13-2E9F-4387-9FCC-2A85CE9059D7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80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31" Type="http://schemas.openxmlformats.org/officeDocument/2006/relationships/slide" Target="slides/slide25.xml"/><Relationship Id="rId75" Type="http://schemas.openxmlformats.org/officeDocument/2006/relationships/slide" Target="slides/slide69.xml"/><Relationship Id="rId30" Type="http://schemas.openxmlformats.org/officeDocument/2006/relationships/slide" Target="slides/slide24.xml"/><Relationship Id="rId74" Type="http://schemas.openxmlformats.org/officeDocument/2006/relationships/slide" Target="slides/slide68.xml"/><Relationship Id="rId33" Type="http://schemas.openxmlformats.org/officeDocument/2006/relationships/slide" Target="slides/slide27.xml"/><Relationship Id="rId77" Type="http://schemas.openxmlformats.org/officeDocument/2006/relationships/font" Target="fonts/OpenSansLight-bold.fntdata"/><Relationship Id="rId32" Type="http://schemas.openxmlformats.org/officeDocument/2006/relationships/slide" Target="slides/slide26.xml"/><Relationship Id="rId76" Type="http://schemas.openxmlformats.org/officeDocument/2006/relationships/font" Target="fonts/OpenSansLight-regular.fntdata"/><Relationship Id="rId35" Type="http://schemas.openxmlformats.org/officeDocument/2006/relationships/slide" Target="slides/slide29.xml"/><Relationship Id="rId79" Type="http://schemas.openxmlformats.org/officeDocument/2006/relationships/font" Target="fonts/OpenSansLight-boldItalic.fntdata"/><Relationship Id="rId34" Type="http://schemas.openxmlformats.org/officeDocument/2006/relationships/slide" Target="slides/slide28.xml"/><Relationship Id="rId78" Type="http://schemas.openxmlformats.org/officeDocument/2006/relationships/font" Target="fonts/OpenSansLight-italic.fntdata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slide" Target="slides/slide60.xml"/><Relationship Id="rId21" Type="http://schemas.openxmlformats.org/officeDocument/2006/relationships/slide" Target="slides/slide15.xml"/><Relationship Id="rId65" Type="http://schemas.openxmlformats.org/officeDocument/2006/relationships/slide" Target="slides/slide59.xml"/><Relationship Id="rId24" Type="http://schemas.openxmlformats.org/officeDocument/2006/relationships/slide" Target="slides/slide18.xml"/><Relationship Id="rId68" Type="http://schemas.openxmlformats.org/officeDocument/2006/relationships/slide" Target="slides/slide62.xml"/><Relationship Id="rId23" Type="http://schemas.openxmlformats.org/officeDocument/2006/relationships/slide" Target="slides/slide17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slide" Target="slides/slide63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3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3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4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p4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p4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p4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2" name="Google Shape;732;p4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9" name="Google Shape;739;p4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6" name="Google Shape;746;p4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2" name="Google Shape;752;p4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8" name="Google Shape;758;p4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p4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0" name="Google Shape;770;p5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7" name="Google Shape;777;p5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4" name="Google Shape;784;p5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0" name="Google Shape;790;p5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6" name="Google Shape;796;p5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1" name="Google Shape;801;p5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8" name="Google Shape;808;p5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4" name="Google Shape;814;p5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p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0" name="Google Shape;820;p5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p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6" name="Google Shape;826;p5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p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2" name="Google Shape;832;p6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p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8" name="Google Shape;838;p6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5" name="Google Shape;845;p6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0" name="Google Shape;850;p6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p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6" name="Google Shape;856;p6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4" name="Google Shape;864;p6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p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9" name="Google Shape;869;p6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6" name="Google Shape;876;p6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p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2" name="Google Shape;882;p6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p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8" name="Google Shape;888;p6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7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/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/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9pPr>
          </a:lstStyle>
          <a:p/>
        </p:txBody>
      </p:sp>
      <p:sp>
        <p:nvSpPr>
          <p:cNvPr id="14" name="Google Shape;14;p7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7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7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72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20" name="Google Shape;20;p7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7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7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7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26" name="Google Shape;26;p7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7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73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74"/>
          <p:cNvSpPr txBox="1"/>
          <p:nvPr>
            <p:ph idx="1" type="body"/>
          </p:nvPr>
        </p:nvSpPr>
        <p:spPr>
          <a:xfrm rot="5400000">
            <a:off x="2309019" y="-251619"/>
            <a:ext cx="452596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32" name="Google Shape;32;p7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7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7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7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38" name="Google Shape;38;p7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/>
        </p:txBody>
      </p:sp>
      <p:sp>
        <p:nvSpPr>
          <p:cNvPr id="39" name="Google Shape;39;p7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7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7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9pPr>
          </a:lstStyle>
          <a:p/>
        </p:txBody>
      </p:sp>
      <p:sp>
        <p:nvSpPr>
          <p:cNvPr id="45" name="Google Shape;45;p7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/>
        </p:txBody>
      </p:sp>
      <p:sp>
        <p:nvSpPr>
          <p:cNvPr id="46" name="Google Shape;46;p7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7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7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7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7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7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61" name="Google Shape;61;p7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62" name="Google Shape;62;p7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63" name="Google Shape;63;p7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64" name="Google Shape;64;p79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79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79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80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70" name="Google Shape;70;p80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71" name="Google Shape;71;p80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80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80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8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9pPr>
          </a:lstStyle>
          <a:p/>
        </p:txBody>
      </p:sp>
      <p:sp>
        <p:nvSpPr>
          <p:cNvPr id="77" name="Google Shape;77;p8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8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8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2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70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70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70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70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9.pn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2.jpg"/><Relationship Id="rId4" Type="http://schemas.openxmlformats.org/officeDocument/2006/relationships/image" Target="../media/image3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1.png"/><Relationship Id="rId4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7.png"/></Relationships>
</file>

<file path=ppt/slides/_rels/slide21.xml.rels><?xml version="1.0" encoding="UTF-8" standalone="yes"?><Relationships xmlns="http://schemas.openxmlformats.org/package/2006/relationships"><Relationship Id="rId10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.png"/><Relationship Id="rId4" Type="http://schemas.openxmlformats.org/officeDocument/2006/relationships/image" Target="../media/image24.png"/><Relationship Id="rId9" Type="http://schemas.openxmlformats.org/officeDocument/2006/relationships/image" Target="../media/image7.png"/><Relationship Id="rId5" Type="http://schemas.openxmlformats.org/officeDocument/2006/relationships/image" Target="../media/image14.png"/><Relationship Id="rId6" Type="http://schemas.openxmlformats.org/officeDocument/2006/relationships/image" Target="../media/image10.png"/><Relationship Id="rId7" Type="http://schemas.openxmlformats.org/officeDocument/2006/relationships/image" Target="../media/image3.png"/><Relationship Id="rId8" Type="http://schemas.openxmlformats.org/officeDocument/2006/relationships/image" Target="../media/image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0.png"/><Relationship Id="rId4" Type="http://schemas.openxmlformats.org/officeDocument/2006/relationships/image" Target="../media/image15.png"/><Relationship Id="rId5" Type="http://schemas.openxmlformats.org/officeDocument/2006/relationships/image" Target="../media/image30.png"/><Relationship Id="rId6" Type="http://schemas.openxmlformats.org/officeDocument/2006/relationships/image" Target="../media/image3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5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7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7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7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6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9.png"/><Relationship Id="rId4" Type="http://schemas.openxmlformats.org/officeDocument/2006/relationships/image" Target="../media/image33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50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6.png"/><Relationship Id="rId4" Type="http://schemas.openxmlformats.org/officeDocument/2006/relationships/image" Target="../media/image44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37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5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1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0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42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43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53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52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55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54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48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51.png"/><Relationship Id="rId4" Type="http://schemas.openxmlformats.org/officeDocument/2006/relationships/image" Target="../media/image47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56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49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Relationship Id="rId3" Type="http://schemas.openxmlformats.org/officeDocument/2006/relationships/hyperlink" Target="https://www.youtube.com/watch?v=7VpgURVaspU" TargetMode="External"/><Relationship Id="rId4" Type="http://schemas.openxmlformats.org/officeDocument/2006/relationships/hyperlink" Target="https://www.youtube.com/watch?v=ReTtgzN-Dmc" TargetMode="External"/><Relationship Id="rId5" Type="http://schemas.openxmlformats.org/officeDocument/2006/relationships/hyperlink" Target="https://www.youtube.com/watch?v=htlo_gUMJQg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4312" y="214312"/>
            <a:ext cx="2000250" cy="1071562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857250" y="5589587"/>
            <a:ext cx="7962900" cy="649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SRM INSTITUTE OF SCIENCE AND TECHNOLOGY</a:t>
            </a:r>
            <a:endParaRPr/>
          </a:p>
        </p:txBody>
      </p:sp>
      <p:pic>
        <p:nvPicPr>
          <p:cNvPr id="86" name="Google Shape;86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00875" y="214312"/>
            <a:ext cx="194945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Industrial Process Automation 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2571750" y="3857625"/>
            <a:ext cx="4357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UNIT - </a:t>
            </a:r>
            <a:r>
              <a:rPr b="1" lang="en-US" sz="3200">
                <a:solidFill>
                  <a:schemeClr val="dk1"/>
                </a:solidFill>
              </a:rPr>
              <a:t>2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  <a:endParaRPr/>
          </a:p>
        </p:txBody>
      </p:sp>
      <p:sp>
        <p:nvSpPr>
          <p:cNvPr id="94" name="Google Shape;94;p2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Automation is a set of technologies that results in operation of machines and systems without significant human intervention and achieves performance superior to manual operation.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1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‘Automation’ is derived from Greek words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Auto   - self 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Matos - moving.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Automation therefore is the mechanism for systems that “move by itself”</a:t>
            </a:r>
            <a:endParaRPr/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Effects of automation</a:t>
            </a:r>
            <a:b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  <p:sp>
        <p:nvSpPr>
          <p:cNvPr id="100" name="Google Shape;100;p3"/>
          <p:cNvSpPr txBox="1"/>
          <p:nvPr>
            <p:ph idx="1" type="body"/>
          </p:nvPr>
        </p:nvSpPr>
        <p:spPr>
          <a:xfrm>
            <a:off x="457200" y="1600200"/>
            <a:ext cx="8229600" cy="3786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Increased productivity - Production can run round the clock, except for a few maintenance interval periods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Improved quality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Reduced operation time and work handling time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Reduced direct human labor costs and expenses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Reduced processing time - larger quantities can be shipped faster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Automation relieves people of boring, physically heavy or      hazardous work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"/>
          <p:cNvSpPr txBox="1"/>
          <p:nvPr/>
        </p:nvSpPr>
        <p:spPr>
          <a:xfrm>
            <a:off x="533400" y="1447800"/>
            <a:ext cx="8610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br>
              <a:rPr b="1" i="0" lang="en-US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Programmable Logic Controller (PLC)</a:t>
            </a:r>
            <a:b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  <p:sp>
        <p:nvSpPr>
          <p:cNvPr id="106" name="Google Shape;106;p4"/>
          <p:cNvSpPr txBox="1"/>
          <p:nvPr/>
        </p:nvSpPr>
        <p:spPr>
          <a:xfrm>
            <a:off x="714375" y="2571750"/>
            <a:ext cx="7924800" cy="28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PLC is an assembly of solid state digital logic elements designed to make logical decisions and provide outputs to control the process.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History of PLC’s</a:t>
            </a:r>
            <a:endParaRPr/>
          </a:p>
        </p:txBody>
      </p:sp>
      <p:sp>
        <p:nvSpPr>
          <p:cNvPr id="112" name="Google Shape;112;p5"/>
          <p:cNvSpPr txBox="1"/>
          <p:nvPr>
            <p:ph idx="1" type="body"/>
          </p:nvPr>
        </p:nvSpPr>
        <p:spPr>
          <a:xfrm>
            <a:off x="457200" y="1600200"/>
            <a:ext cx="8472487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First PLC was introduced in the late 1960s.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automobile sector was the first industry to deploy PLCs into its operations.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Father of the PLC -Dick Morley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first company to build PLC – Modicon</a:t>
            </a:r>
            <a:endParaRPr/>
          </a:p>
          <a:p>
            <a:pPr indent="-1397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7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7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Need for PLC’s</a:t>
            </a:r>
            <a:endParaRPr/>
          </a:p>
        </p:txBody>
      </p:sp>
      <p:pic>
        <p:nvPicPr>
          <p:cNvPr id="118" name="Google Shape;118;p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5812" y="1285875"/>
            <a:ext cx="2676525" cy="3343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72062" y="1357312"/>
            <a:ext cx="2643187" cy="3214687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6"/>
          <p:cNvSpPr txBox="1"/>
          <p:nvPr/>
        </p:nvSpPr>
        <p:spPr>
          <a:xfrm>
            <a:off x="500062" y="4714875"/>
            <a:ext cx="4572000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Relay based control panel.</a:t>
            </a:r>
            <a:endParaRPr/>
          </a:p>
        </p:txBody>
      </p:sp>
      <p:sp>
        <p:nvSpPr>
          <p:cNvPr id="121" name="Google Shape;121;p6"/>
          <p:cNvSpPr txBox="1"/>
          <p:nvPr/>
        </p:nvSpPr>
        <p:spPr>
          <a:xfrm>
            <a:off x="5072062" y="4714875"/>
            <a:ext cx="2903537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PLC-based control panel</a:t>
            </a:r>
            <a:endParaRPr/>
          </a:p>
        </p:txBody>
      </p:sp>
      <p:sp>
        <p:nvSpPr>
          <p:cNvPr id="122" name="Google Shape;122;p6"/>
          <p:cNvSpPr txBox="1"/>
          <p:nvPr/>
        </p:nvSpPr>
        <p:spPr>
          <a:xfrm>
            <a:off x="357187" y="5072062"/>
            <a:ext cx="8501062" cy="10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Relays have to be hardwired to perform a specific function.</a:t>
            </a:r>
            <a:endParaRPr/>
          </a:p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 PLC has eliminated much of the hardwiring associated with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conventional relay control circuits.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"/>
          <p:cNvSpPr txBox="1"/>
          <p:nvPr/>
        </p:nvSpPr>
        <p:spPr>
          <a:xfrm>
            <a:off x="533400" y="3810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is a PLC ?</a:t>
            </a:r>
            <a:br>
              <a:rPr b="1" i="0" lang="en-US" sz="4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  <p:sp>
        <p:nvSpPr>
          <p:cNvPr id="128" name="Google Shape;128;p7"/>
          <p:cNvSpPr txBox="1"/>
          <p:nvPr/>
        </p:nvSpPr>
        <p:spPr>
          <a:xfrm>
            <a:off x="533400" y="1066800"/>
            <a:ext cx="8229600" cy="32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PLC is an industrial computer used to control machines and process. 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is capable of storing instructions to implement control functions such as sequencing, timing, counting, arithmetic, data manipulation and communication. 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I/O interfaces provide the connection between the PLC and the inputs like pushbuttons, sensors,…and the outputs like valves, relays, lamps,….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" name="Google Shape;129;p7"/>
          <p:cNvSpPr txBox="1"/>
          <p:nvPr/>
        </p:nvSpPr>
        <p:spPr>
          <a:xfrm>
            <a:off x="533400" y="4119562"/>
            <a:ext cx="82296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different areas of the industry PLC are being applied.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e.g.: materials handling, filling, packaging,..etc.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Advantages</a:t>
            </a:r>
            <a:endParaRPr/>
          </a:p>
        </p:txBody>
      </p:sp>
      <p:sp>
        <p:nvSpPr>
          <p:cNvPr id="135" name="Google Shape;135;p8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Increased Reliability- program stored in memory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More Flexibility- create and change a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program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Lower Cost.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Communications Capability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Faster Response Time.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Easier to Troubleshoot.</a:t>
            </a:r>
            <a:endParaRPr/>
          </a:p>
        </p:txBody>
      </p:sp>
      <p:pic>
        <p:nvPicPr>
          <p:cNvPr id="136" name="Google Shape;13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72187" y="3286125"/>
            <a:ext cx="2281237" cy="157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PLCs versus Computers</a:t>
            </a:r>
            <a:endParaRPr/>
          </a:p>
        </p:txBody>
      </p:sp>
      <p:sp>
        <p:nvSpPr>
          <p:cNvPr id="142" name="Google Shape;142;p9"/>
          <p:cNvSpPr txBox="1"/>
          <p:nvPr/>
        </p:nvSpPr>
        <p:spPr>
          <a:xfrm>
            <a:off x="642937" y="1514475"/>
            <a:ext cx="7358062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524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PLC is designed to operate in the industrial environment with wide ranges of ambient temperature and humidity.</a:t>
            </a:r>
            <a:endParaRPr/>
          </a:p>
        </p:txBody>
      </p:sp>
      <p:sp>
        <p:nvSpPr>
          <p:cNvPr id="143" name="Google Shape;143;p9"/>
          <p:cNvSpPr txBox="1"/>
          <p:nvPr/>
        </p:nvSpPr>
        <p:spPr>
          <a:xfrm>
            <a:off x="642937" y="2857500"/>
            <a:ext cx="7072312" cy="830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524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PLC is programmed in ladder logic or other easily learned languages.</a:t>
            </a:r>
            <a:endParaRPr/>
          </a:p>
        </p:txBody>
      </p:sp>
      <p:sp>
        <p:nvSpPr>
          <p:cNvPr id="144" name="Google Shape;144;p9"/>
          <p:cNvSpPr txBox="1"/>
          <p:nvPr/>
        </p:nvSpPr>
        <p:spPr>
          <a:xfrm>
            <a:off x="642937" y="3929062"/>
            <a:ext cx="7572375" cy="830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Computers are complex computing machines capable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 executing several programs or tasks simultaneously</a:t>
            </a:r>
            <a:endParaRPr/>
          </a:p>
        </p:txBody>
      </p:sp>
      <p:sp>
        <p:nvSpPr>
          <p:cNvPr id="145" name="Google Shape;145;p9"/>
          <p:cNvSpPr txBox="1"/>
          <p:nvPr/>
        </p:nvSpPr>
        <p:spPr>
          <a:xfrm>
            <a:off x="642937" y="5072062"/>
            <a:ext cx="7358062" cy="830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PLC control systems have been designed to be easily installed and maintained.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0" name="Google Shape;150;p10"/>
          <p:cNvGraphicFramePr/>
          <p:nvPr/>
        </p:nvGraphicFramePr>
        <p:xfrm>
          <a:off x="500062" y="107156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{D16C6C13-2E9F-4387-9FCC-2A85CE9059D7}</a:tableStyleId>
              </a:tblPr>
              <a:tblGrid>
                <a:gridCol w="4143375"/>
                <a:gridCol w="4143375"/>
              </a:tblGrid>
              <a:tr h="571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800"/>
                        <a:buFont typeface="Arial"/>
                        <a:buNone/>
                      </a:pPr>
                      <a:r>
                        <a:rPr b="1" i="0" lang="en-US" sz="28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PLC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800"/>
                        <a:buFont typeface="Arial"/>
                        <a:buNone/>
                      </a:pPr>
                      <a:r>
                        <a:rPr b="1" i="0" lang="en-US" sz="28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PC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822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Industrial environment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2400" u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Office / Home environment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</a:tr>
              <a:tr h="823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Wide ranges ambient temperature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Controlled low temperatures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Varied humidity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Controlled humidity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Varied dust/dirt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Controlled dust / dirt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7187" y="3357562"/>
            <a:ext cx="3819525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00562" y="357187"/>
            <a:ext cx="4143375" cy="459105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1"/>
          <p:cNvSpPr txBox="1"/>
          <p:nvPr/>
        </p:nvSpPr>
        <p:spPr>
          <a:xfrm>
            <a:off x="4500562" y="5286375"/>
            <a:ext cx="4429125" cy="33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PLC installed in an industrial environment</a:t>
            </a:r>
            <a:endParaRPr/>
          </a:p>
        </p:txBody>
      </p:sp>
      <p:sp>
        <p:nvSpPr>
          <p:cNvPr id="158" name="Google Shape;158;p11"/>
          <p:cNvSpPr txBox="1"/>
          <p:nvPr/>
        </p:nvSpPr>
        <p:spPr>
          <a:xfrm>
            <a:off x="714375" y="5357812"/>
            <a:ext cx="1785937" cy="33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PLC module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Parts of a PLC</a:t>
            </a:r>
            <a:endParaRPr/>
          </a:p>
        </p:txBody>
      </p:sp>
      <p:pic>
        <p:nvPicPr>
          <p:cNvPr id="164" name="Google Shape;164;p1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1562" y="1428750"/>
            <a:ext cx="7358062" cy="45005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Input / Output Module</a:t>
            </a:r>
            <a:endParaRPr/>
          </a:p>
        </p:txBody>
      </p:sp>
      <p:sp>
        <p:nvSpPr>
          <p:cNvPr id="170" name="Google Shape;170;p13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Fixed I/O- 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typical of small PLCs that come in one package with no separate, removable units. The main advantage of this type of packaging is lower cost. One disadvantage of fixed I/O is its lack of flexibility.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Modular I/O - 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divided by compartments into which separate modules can be plugged. The main advantage of this type of packaging is flexibility.</a:t>
            </a:r>
            <a:endParaRPr/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4375" y="928687"/>
            <a:ext cx="3714750" cy="5184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57750" y="857250"/>
            <a:ext cx="4000500" cy="5254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5"/>
          <p:cNvSpPr txBox="1"/>
          <p:nvPr>
            <p:ph idx="1" type="body"/>
          </p:nvPr>
        </p:nvSpPr>
        <p:spPr>
          <a:xfrm>
            <a:off x="457200" y="857250"/>
            <a:ext cx="8229600" cy="526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I/O system 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forms the interface by which field devices are connected to the controller.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Input devices 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such as pushbuttons, limit switches, and sensors are hardwired to the input terminals.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Output devices 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such as small motors, motor starters, solenoid valves, and indicator lights are hardwired to the output terminals.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electrically </a:t>
            </a: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isolate the internal components 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from the input and output terminals, PLCs commonly employ an </a:t>
            </a: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optical isolator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which uses light to couple the circuits together.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1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487" y="1428750"/>
            <a:ext cx="7439025" cy="4500562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6"/>
          <p:cNvSpPr txBox="1"/>
          <p:nvPr/>
        </p:nvSpPr>
        <p:spPr>
          <a:xfrm>
            <a:off x="714375" y="357187"/>
            <a:ext cx="5613400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1" i="0" lang="en-US" sz="3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Typical PLC input/output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7"/>
          <p:cNvSpPr txBox="1"/>
          <p:nvPr>
            <p:ph idx="1" type="body"/>
          </p:nvPr>
        </p:nvSpPr>
        <p:spPr>
          <a:xfrm>
            <a:off x="428625" y="1000125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power supply unit 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supplies DC power to other modules that plug into the rack.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processor (CPU) 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the “brain” of the PLC.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typical processor usually consists of a </a:t>
            </a: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microprocessor 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implementing the logic and controlling the communications among the modules. The processor requires memory for storing user program instructions, numerical values, and I/O devices status.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programming device 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used to enter the desired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program into the memory of the processor. The program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can be entered using relay ladder logic, which is one of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the most popular programming languages.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PLC Size</a:t>
            </a:r>
            <a:endParaRPr/>
          </a:p>
        </p:txBody>
      </p:sp>
      <p:sp>
        <p:nvSpPr>
          <p:cNvPr id="198" name="Google Shape;198;p18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criteria used in categorizing PLCs include functionality, number of inputs and outputs, cost, and physical size.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i="1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I/O count </a:t>
            </a: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the most important factor.</a:t>
            </a:r>
            <a:endParaRPr b="1" i="1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Nano PLC - less than 15 I/O points.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Micro PLC - 15 to 128 I/O points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Medium type -128 to 512 I/O points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Large type  - over 512 I/O points.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PLC Application</a:t>
            </a:r>
            <a:endParaRPr/>
          </a:p>
        </p:txBody>
      </p:sp>
      <p:sp>
        <p:nvSpPr>
          <p:cNvPr id="204" name="Google Shape;204;p19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Types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Single ended, multitask, and control management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single-ended</a:t>
            </a:r>
            <a:r>
              <a:rPr b="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 stand-alone PLC application involves one PLC controlling one process.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multitask PLC 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application involves one PLC controlling several processes(Ex. Level, Flow etc.)</a:t>
            </a:r>
            <a:endParaRPr/>
          </a:p>
          <a:p>
            <a:pPr indent="-1905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05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85937" y="4500562"/>
            <a:ext cx="5638800" cy="1743075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0"/>
          <p:cNvSpPr txBox="1"/>
          <p:nvPr/>
        </p:nvSpPr>
        <p:spPr>
          <a:xfrm>
            <a:off x="428625" y="857250"/>
            <a:ext cx="7929562" cy="3540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78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	A </a:t>
            </a:r>
            <a:r>
              <a:rPr b="1" i="1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control management PLC 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application 	involves one  PLC controlling several other 	PLC’s</a:t>
            </a:r>
            <a:endParaRPr/>
          </a:p>
          <a:p>
            <a:pPr indent="-1778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	Requires large PLC processor </a:t>
            </a:r>
            <a:endParaRPr/>
          </a:p>
          <a:p>
            <a:pPr indent="-1778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	Control management PLC supervises 	several PLCs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• 	Downloads programs to other PLCs 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	Specifies what operation needs done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1"/>
          <p:cNvSpPr txBox="1"/>
          <p:nvPr/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pic>
        <p:nvPicPr>
          <p:cNvPr id="216" name="Google Shape;21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14625" y="2714625"/>
            <a:ext cx="833437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1"/>
          <p:cNvSpPr txBox="1"/>
          <p:nvPr/>
        </p:nvSpPr>
        <p:spPr>
          <a:xfrm>
            <a:off x="762000" y="1828800"/>
            <a:ext cx="1651000" cy="373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Push Button</a:t>
            </a:r>
            <a:endParaRPr/>
          </a:p>
        </p:txBody>
      </p:sp>
      <p:sp>
        <p:nvSpPr>
          <p:cNvPr id="218" name="Google Shape;218;p21"/>
          <p:cNvSpPr txBox="1"/>
          <p:nvPr/>
        </p:nvSpPr>
        <p:spPr>
          <a:xfrm>
            <a:off x="457200" y="3048000"/>
            <a:ext cx="1865312" cy="373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Selector Switch</a:t>
            </a:r>
            <a:endParaRPr/>
          </a:p>
        </p:txBody>
      </p:sp>
      <p:pic>
        <p:nvPicPr>
          <p:cNvPr id="219" name="Google Shape;21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14625" y="1643062"/>
            <a:ext cx="690562" cy="631825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1"/>
          <p:cNvSpPr txBox="1"/>
          <p:nvPr/>
        </p:nvSpPr>
        <p:spPr>
          <a:xfrm>
            <a:off x="908050" y="838200"/>
            <a:ext cx="4364037" cy="5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Inputs – Sample Pictures</a:t>
            </a:r>
            <a:endParaRPr/>
          </a:p>
        </p:txBody>
      </p:sp>
      <p:pic>
        <p:nvPicPr>
          <p:cNvPr id="221" name="Google Shape;221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43187" y="3857625"/>
            <a:ext cx="1081087" cy="757237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1"/>
          <p:cNvSpPr txBox="1"/>
          <p:nvPr/>
        </p:nvSpPr>
        <p:spPr>
          <a:xfrm>
            <a:off x="714375" y="3929062"/>
            <a:ext cx="1731962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Toggle Switch</a:t>
            </a:r>
            <a:endParaRPr/>
          </a:p>
        </p:txBody>
      </p:sp>
      <p:pic>
        <p:nvPicPr>
          <p:cNvPr id="223" name="Google Shape;223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14875" y="3714750"/>
            <a:ext cx="1828800" cy="1000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14875" y="1428750"/>
            <a:ext cx="1857375" cy="1019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14875" y="2500312"/>
            <a:ext cx="1733550" cy="10715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71562" y="4786312"/>
            <a:ext cx="2466975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643437" y="4786312"/>
            <a:ext cx="2514600" cy="16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7250" y="1857375"/>
            <a:ext cx="2143125" cy="15001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71875" y="1857375"/>
            <a:ext cx="2143125" cy="1571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15125" y="1785937"/>
            <a:ext cx="1857375" cy="1500187"/>
          </a:xfrm>
          <a:prstGeom prst="rect">
            <a:avLst/>
          </a:prstGeom>
          <a:noFill/>
          <a:ln>
            <a:noFill/>
          </a:ln>
        </p:spPr>
      </p:pic>
      <p:sp>
        <p:nvSpPr>
          <p:cNvPr descr="Solenoid Valve ST-SA 3/8&quot; brass EPDM 0-10bar 12V DC | Tameson" id="235" name="Google Shape;235;p22"/>
          <p:cNvSpPr txBox="1"/>
          <p:nvPr/>
        </p:nvSpPr>
        <p:spPr>
          <a:xfrm>
            <a:off x="155575" y="-144462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6" name="Google Shape;236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00125" y="4000500"/>
            <a:ext cx="2143125" cy="2143125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2"/>
          <p:cNvSpPr txBox="1"/>
          <p:nvPr>
            <p:ph type="title"/>
          </p:nvPr>
        </p:nvSpPr>
        <p:spPr>
          <a:xfrm>
            <a:off x="457200" y="274637"/>
            <a:ext cx="5399087" cy="58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Outputs – Sample Pictures</a:t>
            </a:r>
            <a:endParaRPr/>
          </a:p>
        </p:txBody>
      </p:sp>
      <p:sp>
        <p:nvSpPr>
          <p:cNvPr id="238" name="Google Shape;238;p22"/>
          <p:cNvSpPr txBox="1"/>
          <p:nvPr/>
        </p:nvSpPr>
        <p:spPr>
          <a:xfrm>
            <a:off x="714375" y="3500437"/>
            <a:ext cx="2428875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Indicators</a:t>
            </a:r>
            <a:endParaRPr/>
          </a:p>
        </p:txBody>
      </p:sp>
      <p:sp>
        <p:nvSpPr>
          <p:cNvPr id="239" name="Google Shape;239;p22"/>
          <p:cNvSpPr txBox="1"/>
          <p:nvPr/>
        </p:nvSpPr>
        <p:spPr>
          <a:xfrm>
            <a:off x="3643312" y="3500437"/>
            <a:ext cx="2428875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Relay</a:t>
            </a:r>
            <a:endParaRPr/>
          </a:p>
        </p:txBody>
      </p:sp>
      <p:sp>
        <p:nvSpPr>
          <p:cNvPr id="240" name="Google Shape;240;p22"/>
          <p:cNvSpPr txBox="1"/>
          <p:nvPr/>
        </p:nvSpPr>
        <p:spPr>
          <a:xfrm>
            <a:off x="785812" y="6143625"/>
            <a:ext cx="2428875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Solenoid valve</a:t>
            </a:r>
            <a:endParaRPr/>
          </a:p>
        </p:txBody>
      </p:sp>
      <p:sp>
        <p:nvSpPr>
          <p:cNvPr id="241" name="Google Shape;241;p22"/>
          <p:cNvSpPr txBox="1"/>
          <p:nvPr/>
        </p:nvSpPr>
        <p:spPr>
          <a:xfrm>
            <a:off x="6357937" y="3571875"/>
            <a:ext cx="2428875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Motor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3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type of interface connects field input devices of the ON/OFF nature such as selector switches, pushbuttons, and limit switches.</a:t>
            </a:r>
            <a:endParaRPr/>
          </a:p>
        </p:txBody>
      </p:sp>
      <p:sp>
        <p:nvSpPr>
          <p:cNvPr id="247" name="Google Shape;247;p2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Discrete Input Module</a:t>
            </a:r>
            <a:endParaRPr/>
          </a:p>
        </p:txBody>
      </p:sp>
      <p:pic>
        <p:nvPicPr>
          <p:cNvPr id="248" name="Google Shape;24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8687" y="3643312"/>
            <a:ext cx="7072312" cy="23574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Discrete Input Module</a:t>
            </a:r>
            <a:endParaRPr/>
          </a:p>
        </p:txBody>
      </p:sp>
      <p:pic>
        <p:nvPicPr>
          <p:cNvPr id="254" name="Google Shape;254;p2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4375" y="1714500"/>
            <a:ext cx="7786687" cy="3214687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4"/>
          <p:cNvSpPr txBox="1"/>
          <p:nvPr/>
        </p:nvSpPr>
        <p:spPr>
          <a:xfrm>
            <a:off x="714375" y="5143500"/>
            <a:ext cx="7858125" cy="923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Electrical optical isolator: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device that couples input to output using a semiconductor light source and detector in the same package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5"/>
          <p:cNvSpPr txBox="1"/>
          <p:nvPr>
            <p:ph idx="1" type="body"/>
          </p:nvPr>
        </p:nvSpPr>
        <p:spPr>
          <a:xfrm>
            <a:off x="500062" y="1000125"/>
            <a:ext cx="8229600" cy="4786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When the pushbutton is closed, 120 VAC is applied to the bridge rectifier input.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results in a low-level DC output voltage that is applied across the LED of the optical isolator.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zener diode (ZD) voltage rating sets the minimum threshold level of voltage that can be detected.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When light from the LED strikes the phototransistor, it switches into conduction and the status of the pushbutton is communicated in logic to the processor.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6"/>
          <p:cNvSpPr txBox="1"/>
          <p:nvPr>
            <p:ph idx="1" type="body"/>
          </p:nvPr>
        </p:nvSpPr>
        <p:spPr>
          <a:xfrm>
            <a:off x="428625" y="785812"/>
            <a:ext cx="8229600" cy="5026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Discrete input modules perform four tasks in the PLC control system.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Sense when a signal is received from a field device.</a:t>
            </a:r>
            <a:endParaRPr/>
          </a:p>
          <a:p>
            <a:pPr indent="-1905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Convert the input signal to the correct voltage level for the particular PLC.</a:t>
            </a:r>
            <a:endParaRPr/>
          </a:p>
          <a:p>
            <a:pPr indent="-1905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Isolate the PLC from fluctuations in the input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signal’s voltage or current.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Send a signal to the processor indicating which sensor originated the signal.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Discrete Output Module</a:t>
            </a:r>
            <a:endParaRPr/>
          </a:p>
        </p:txBody>
      </p:sp>
      <p:pic>
        <p:nvPicPr>
          <p:cNvPr id="271" name="Google Shape;271;p2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5875" y="3071812"/>
            <a:ext cx="7143750" cy="2643187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7"/>
          <p:cNvSpPr txBox="1"/>
          <p:nvPr/>
        </p:nvSpPr>
        <p:spPr>
          <a:xfrm>
            <a:off x="642937" y="1571625"/>
            <a:ext cx="7715250" cy="1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type of interface connects field output devices and turns the output load device on and off.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Discrete Output Module</a:t>
            </a:r>
            <a:endParaRPr/>
          </a:p>
        </p:txBody>
      </p:sp>
      <p:pic>
        <p:nvPicPr>
          <p:cNvPr id="278" name="Google Shape;278;p2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4375" y="1571625"/>
            <a:ext cx="7715250" cy="4429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9"/>
          <p:cNvSpPr txBox="1"/>
          <p:nvPr>
            <p:ph idx="1" type="body"/>
          </p:nvPr>
        </p:nvSpPr>
        <p:spPr>
          <a:xfrm>
            <a:off x="428625" y="642937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When the processor calls for an output load to be      energized, a voltage is applied across the LED of the opto-isolator.</a:t>
            </a:r>
            <a:endParaRPr/>
          </a:p>
          <a:p>
            <a:pPr indent="-1905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LED then emits light, which switches the phototransistor into conduction.</a:t>
            </a:r>
            <a:endParaRPr/>
          </a:p>
          <a:p>
            <a:pPr indent="-1905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in turn triggers the triac AC semiconductor switch into conduction, allowing current to flow to the output load.</a:t>
            </a:r>
            <a:endParaRPr/>
          </a:p>
          <a:p>
            <a:pPr indent="-1905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Since the triac conducts in either direction, the output to the load is alternating current.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0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 with input circuits, the output interface is usually provided with LEDs that indicate the status of each output.</a:t>
            </a:r>
            <a:endParaRPr/>
          </a:p>
          <a:p>
            <a:pPr indent="-1397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triac cannot be used to switch a DC load.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Analog I/O Modules</a:t>
            </a:r>
            <a:endParaRPr/>
          </a:p>
        </p:txBody>
      </p:sp>
      <p:sp>
        <p:nvSpPr>
          <p:cNvPr id="294" name="Google Shape;294;p31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Analog devices 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represent physical quantities that can have an infinite number of values. Typical analog inputs and outputs vary from 0 to 20 mA, 4 to 20 mA, or 0 to 10V.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Analog sensors measure a varying physical quantity over a specific range and generate a corresponding voltage or current signal.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Common physical quantities measured by a PLC analog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module include temperature, speed, level, flow, weight, pressure, and position.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Example</a:t>
            </a:r>
            <a:endParaRPr/>
          </a:p>
        </p:txBody>
      </p:sp>
      <p:sp>
        <p:nvSpPr>
          <p:cNvPr id="300" name="Google Shape;300;p32"/>
          <p:cNvSpPr txBox="1"/>
          <p:nvPr>
            <p:ph idx="1" type="body"/>
          </p:nvPr>
        </p:nvSpPr>
        <p:spPr>
          <a:xfrm>
            <a:off x="571500" y="1928812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PLC analog input and output modules are used in measuring and displaying the level of fluid in a tank.</a:t>
            </a:r>
            <a:endParaRPr/>
          </a:p>
          <a:p>
            <a:pPr indent="-139700" lvl="0" marL="342900" marR="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7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1" name="Google Shape;30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71625" y="3571875"/>
            <a:ext cx="6215062" cy="23574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3"/>
          <p:cNvSpPr txBox="1"/>
          <p:nvPr>
            <p:ph idx="1" type="body"/>
          </p:nvPr>
        </p:nvSpPr>
        <p:spPr>
          <a:xfrm>
            <a:off x="428625" y="1000125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analog input interface module contains the circuitry necessary to accept an analog voltage or current signal from the level transmitter field device.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input is converted from an analog to a digital value for use by the processor.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circuitry of the analog output module accepts the digital value from the processor and converts it back to an analog signal that drives the field tank level meter.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1" i="0" lang="en-US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Special I/O Modules</a:t>
            </a:r>
            <a:endParaRPr/>
          </a:p>
        </p:txBody>
      </p:sp>
      <p:sp>
        <p:nvSpPr>
          <p:cNvPr id="312" name="Google Shape;312;p34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HIGH-SPEED COUNTER MODULE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is used to count pulses from sensors, encoders, and switches that operate at very high speeds.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typical count rate available is 0 to 100 kHz, which means the module would be able to count 100,000 pulses per second.</a:t>
            </a:r>
            <a:endParaRPr/>
          </a:p>
        </p:txBody>
      </p:sp>
      <p:pic>
        <p:nvPicPr>
          <p:cNvPr id="313" name="Google Shape;313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86062" y="4143375"/>
            <a:ext cx="3228975" cy="2162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Electromagnetic Control Relays</a:t>
            </a:r>
            <a:endParaRPr/>
          </a:p>
        </p:txBody>
      </p:sp>
      <p:sp>
        <p:nvSpPr>
          <p:cNvPr id="319" name="Google Shape;319;p35"/>
          <p:cNvSpPr txBox="1"/>
          <p:nvPr>
            <p:ph idx="1" type="body"/>
          </p:nvPr>
        </p:nvSpPr>
        <p:spPr>
          <a:xfrm>
            <a:off x="428625" y="1357312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 electrical relay is a magnetic switch. It uses electromagnetism to switch contacts. 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relay will usually have only one coil but may have any number of different contacts.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Used to handle heavy current or high voltage</a:t>
            </a:r>
            <a:endParaRPr/>
          </a:p>
        </p:txBody>
      </p:sp>
      <p:cxnSp>
        <p:nvCxnSpPr>
          <p:cNvPr id="320" name="Google Shape;320;p35"/>
          <p:cNvCxnSpPr/>
          <p:nvPr/>
        </p:nvCxnSpPr>
        <p:spPr>
          <a:xfrm>
            <a:off x="2727325" y="4418012"/>
            <a:ext cx="858837" cy="460375"/>
          </a:xfrm>
          <a:prstGeom prst="straightConnector1">
            <a:avLst/>
          </a:prstGeom>
          <a:noFill/>
          <a:ln cap="flat" cmpd="sng" w="9525">
            <a:solidFill>
              <a:srgbClr val="B6DCDF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321" name="Google Shape;321;p35"/>
          <p:cNvCxnSpPr/>
          <p:nvPr/>
        </p:nvCxnSpPr>
        <p:spPr>
          <a:xfrm>
            <a:off x="2727325" y="5351462"/>
            <a:ext cx="490537" cy="201612"/>
          </a:xfrm>
          <a:prstGeom prst="straightConnector1">
            <a:avLst/>
          </a:prstGeom>
          <a:noFill/>
          <a:ln cap="flat" cmpd="sng" w="9525">
            <a:solidFill>
              <a:srgbClr val="B6DCDF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322" name="Google Shape;322;p35"/>
          <p:cNvCxnSpPr/>
          <p:nvPr/>
        </p:nvCxnSpPr>
        <p:spPr>
          <a:xfrm flipH="1">
            <a:off x="5537200" y="4492625"/>
            <a:ext cx="727075" cy="385762"/>
          </a:xfrm>
          <a:prstGeom prst="straightConnector1">
            <a:avLst/>
          </a:prstGeom>
          <a:noFill/>
          <a:ln cap="flat" cmpd="sng" w="9525">
            <a:solidFill>
              <a:srgbClr val="B6DCDF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cxnSp>
        <p:nvCxnSpPr>
          <p:cNvPr id="323" name="Google Shape;323;p35"/>
          <p:cNvCxnSpPr/>
          <p:nvPr/>
        </p:nvCxnSpPr>
        <p:spPr>
          <a:xfrm rot="10800000">
            <a:off x="5365750" y="5553075"/>
            <a:ext cx="1128712" cy="123825"/>
          </a:xfrm>
          <a:prstGeom prst="straightConnector1">
            <a:avLst/>
          </a:prstGeom>
          <a:noFill/>
          <a:ln cap="flat" cmpd="sng" w="9525">
            <a:solidFill>
              <a:srgbClr val="B6DCDF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grpSp>
        <p:nvGrpSpPr>
          <p:cNvPr id="324" name="Google Shape;324;p35"/>
          <p:cNvGrpSpPr/>
          <p:nvPr/>
        </p:nvGrpSpPr>
        <p:grpSpPr>
          <a:xfrm>
            <a:off x="2209799" y="3376611"/>
            <a:ext cx="5029198" cy="3124199"/>
            <a:chOff x="1524056" y="2285704"/>
            <a:chExt cx="6401074" cy="3353102"/>
          </a:xfrm>
        </p:grpSpPr>
        <p:grpSp>
          <p:nvGrpSpPr>
            <p:cNvPr id="325" name="Google Shape;325;p35"/>
            <p:cNvGrpSpPr/>
            <p:nvPr/>
          </p:nvGrpSpPr>
          <p:grpSpPr>
            <a:xfrm>
              <a:off x="1524056" y="2285704"/>
              <a:ext cx="6401074" cy="3353102"/>
              <a:chOff x="1573213" y="2389190"/>
              <a:chExt cx="5884863" cy="2525713"/>
            </a:xfrm>
          </p:grpSpPr>
          <p:sp>
            <p:nvSpPr>
              <p:cNvPr id="326" name="Google Shape;326;p35"/>
              <p:cNvSpPr txBox="1"/>
              <p:nvPr/>
            </p:nvSpPr>
            <p:spPr>
              <a:xfrm>
                <a:off x="3130550" y="3473452"/>
                <a:ext cx="1435100" cy="520700"/>
              </a:xfrm>
              <a:prstGeom prst="rect">
                <a:avLst/>
              </a:prstGeom>
              <a:solidFill>
                <a:schemeClr val="accent2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327" name="Google Shape;327;p35"/>
              <p:cNvGrpSpPr/>
              <p:nvPr/>
            </p:nvGrpSpPr>
            <p:grpSpPr>
              <a:xfrm>
                <a:off x="3276600" y="3316286"/>
                <a:ext cx="382588" cy="838200"/>
                <a:chOff x="2304" y="2257"/>
                <a:chExt cx="241" cy="528"/>
              </a:xfrm>
            </p:grpSpPr>
            <p:sp>
              <p:nvSpPr>
                <p:cNvPr id="328" name="Google Shape;328;p35"/>
                <p:cNvSpPr/>
                <p:nvPr/>
              </p:nvSpPr>
              <p:spPr>
                <a:xfrm rot="10800000">
                  <a:off x="2365" y="2689"/>
                  <a:ext cx="60" cy="96"/>
                </a:xfrm>
                <a:custGeom>
                  <a:rect b="b" l="l" r="r" t="t"/>
                  <a:pathLst>
                    <a:path extrusionOk="0" fill="none" h="21597" w="21600">
                      <a:moveTo>
                        <a:pt x="0" y="21597"/>
                      </a:moveTo>
                      <a:cubicBezTo>
                        <a:pt x="0" y="9808"/>
                        <a:pt x="9452" y="196"/>
                        <a:pt x="21240" y="0"/>
                      </a:cubicBezTo>
                    </a:path>
                    <a:path extrusionOk="0" h="21597" w="21600">
                      <a:moveTo>
                        <a:pt x="0" y="21597"/>
                      </a:moveTo>
                      <a:cubicBezTo>
                        <a:pt x="0" y="9808"/>
                        <a:pt x="9452" y="196"/>
                        <a:pt x="21240" y="0"/>
                      </a:cubicBezTo>
                      <a:lnTo>
                        <a:pt x="21600" y="21597"/>
                      </a:lnTo>
                      <a:lnTo>
                        <a:pt x="0" y="21597"/>
                      </a:lnTo>
                      <a:close/>
                    </a:path>
                  </a:pathLst>
                </a:custGeom>
                <a:noFill/>
                <a:ln cap="rnd" cmpd="sng" w="25400">
                  <a:solidFill>
                    <a:srgbClr val="0000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9" name="Google Shape;329;p35"/>
                <p:cNvSpPr/>
                <p:nvPr/>
              </p:nvSpPr>
              <p:spPr>
                <a:xfrm rot="10800000">
                  <a:off x="2304" y="2689"/>
                  <a:ext cx="60" cy="96"/>
                </a:xfrm>
                <a:custGeom>
                  <a:rect b="b" l="l" r="r" t="t"/>
                  <a:pathLst>
                    <a:path extrusionOk="0" fill="none" h="21600" w="2160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extrusionOk="0" h="21600" w="2160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cap="rnd" cmpd="sng" w="25400">
                  <a:solidFill>
                    <a:srgbClr val="0000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0" name="Google Shape;330;p35"/>
                <p:cNvSpPr/>
                <p:nvPr/>
              </p:nvSpPr>
              <p:spPr>
                <a:xfrm>
                  <a:off x="2484" y="2257"/>
                  <a:ext cx="61" cy="96"/>
                </a:xfrm>
                <a:custGeom>
                  <a:rect b="b" l="l" r="r" t="t"/>
                  <a:pathLst>
                    <a:path extrusionOk="0" fill="none" h="21600" w="21960">
                      <a:moveTo>
                        <a:pt x="0" y="3"/>
                      </a:moveTo>
                      <a:cubicBezTo>
                        <a:pt x="119" y="1"/>
                        <a:pt x="239" y="-1"/>
                        <a:pt x="360" y="0"/>
                      </a:cubicBezTo>
                      <a:cubicBezTo>
                        <a:pt x="12289" y="0"/>
                        <a:pt x="21960" y="9670"/>
                        <a:pt x="21960" y="21600"/>
                      </a:cubicBezTo>
                    </a:path>
                    <a:path extrusionOk="0" h="21600" w="21960">
                      <a:moveTo>
                        <a:pt x="0" y="3"/>
                      </a:moveTo>
                      <a:cubicBezTo>
                        <a:pt x="119" y="1"/>
                        <a:pt x="239" y="-1"/>
                        <a:pt x="360" y="0"/>
                      </a:cubicBezTo>
                      <a:cubicBezTo>
                        <a:pt x="12289" y="0"/>
                        <a:pt x="21960" y="9670"/>
                        <a:pt x="21960" y="21600"/>
                      </a:cubicBezTo>
                      <a:lnTo>
                        <a:pt x="360" y="2160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noFill/>
                <a:ln cap="rnd" cmpd="sng" w="25400">
                  <a:solidFill>
                    <a:srgbClr val="0000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1" name="Google Shape;331;p35"/>
                <p:cNvSpPr/>
                <p:nvPr/>
              </p:nvSpPr>
              <p:spPr>
                <a:xfrm>
                  <a:off x="2425" y="2257"/>
                  <a:ext cx="60" cy="96"/>
                </a:xfrm>
                <a:custGeom>
                  <a:rect b="b" l="l" r="r" t="t"/>
                  <a:pathLst>
                    <a:path extrusionOk="0" fill="none" h="21597" w="21600">
                      <a:moveTo>
                        <a:pt x="0" y="21597"/>
                      </a:moveTo>
                      <a:cubicBezTo>
                        <a:pt x="0" y="9808"/>
                        <a:pt x="9452" y="196"/>
                        <a:pt x="21240" y="0"/>
                      </a:cubicBezTo>
                    </a:path>
                    <a:path extrusionOk="0" h="21597" w="21600">
                      <a:moveTo>
                        <a:pt x="0" y="21597"/>
                      </a:moveTo>
                      <a:cubicBezTo>
                        <a:pt x="0" y="9808"/>
                        <a:pt x="9452" y="196"/>
                        <a:pt x="21240" y="0"/>
                      </a:cubicBezTo>
                      <a:lnTo>
                        <a:pt x="21600" y="21597"/>
                      </a:lnTo>
                      <a:lnTo>
                        <a:pt x="0" y="21597"/>
                      </a:lnTo>
                      <a:close/>
                    </a:path>
                  </a:pathLst>
                </a:custGeom>
                <a:noFill/>
                <a:ln cap="rnd" cmpd="sng" w="25400">
                  <a:solidFill>
                    <a:srgbClr val="0000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32" name="Google Shape;332;p35"/>
                <p:cNvCxnSpPr/>
                <p:nvPr/>
              </p:nvCxnSpPr>
              <p:spPr>
                <a:xfrm rot="10800000">
                  <a:off x="2424" y="2352"/>
                  <a:ext cx="0" cy="336"/>
                </a:xfrm>
                <a:prstGeom prst="straightConnector1">
                  <a:avLst/>
                </a:prstGeom>
                <a:noFill/>
                <a:ln cap="flat" cmpd="sng" w="25400">
                  <a:solidFill>
                    <a:srgbClr val="0000FF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333" name="Google Shape;333;p35"/>
              <p:cNvGrpSpPr/>
              <p:nvPr/>
            </p:nvGrpSpPr>
            <p:grpSpPr>
              <a:xfrm>
                <a:off x="3657600" y="3316286"/>
                <a:ext cx="382588" cy="838200"/>
                <a:chOff x="2544" y="2257"/>
                <a:chExt cx="241" cy="528"/>
              </a:xfrm>
            </p:grpSpPr>
            <p:sp>
              <p:nvSpPr>
                <p:cNvPr id="334" name="Google Shape;334;p35"/>
                <p:cNvSpPr/>
                <p:nvPr/>
              </p:nvSpPr>
              <p:spPr>
                <a:xfrm rot="10800000">
                  <a:off x="2605" y="2689"/>
                  <a:ext cx="60" cy="96"/>
                </a:xfrm>
                <a:custGeom>
                  <a:rect b="b" l="l" r="r" t="t"/>
                  <a:pathLst>
                    <a:path extrusionOk="0" fill="none" h="21597" w="21600">
                      <a:moveTo>
                        <a:pt x="0" y="21597"/>
                      </a:moveTo>
                      <a:cubicBezTo>
                        <a:pt x="0" y="9808"/>
                        <a:pt x="9452" y="196"/>
                        <a:pt x="21240" y="0"/>
                      </a:cubicBezTo>
                    </a:path>
                    <a:path extrusionOk="0" h="21597" w="21600">
                      <a:moveTo>
                        <a:pt x="0" y="21597"/>
                      </a:moveTo>
                      <a:cubicBezTo>
                        <a:pt x="0" y="9808"/>
                        <a:pt x="9452" y="196"/>
                        <a:pt x="21240" y="0"/>
                      </a:cubicBezTo>
                      <a:lnTo>
                        <a:pt x="21600" y="21597"/>
                      </a:lnTo>
                      <a:lnTo>
                        <a:pt x="0" y="21597"/>
                      </a:lnTo>
                      <a:close/>
                    </a:path>
                  </a:pathLst>
                </a:custGeom>
                <a:noFill/>
                <a:ln cap="rnd" cmpd="sng" w="25400">
                  <a:solidFill>
                    <a:srgbClr val="0000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5" name="Google Shape;335;p35"/>
                <p:cNvSpPr/>
                <p:nvPr/>
              </p:nvSpPr>
              <p:spPr>
                <a:xfrm rot="10800000">
                  <a:off x="2544" y="2689"/>
                  <a:ext cx="60" cy="96"/>
                </a:xfrm>
                <a:custGeom>
                  <a:rect b="b" l="l" r="r" t="t"/>
                  <a:pathLst>
                    <a:path extrusionOk="0" fill="none" h="21600" w="2160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extrusionOk="0" h="21600" w="2160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cap="rnd" cmpd="sng" w="25400">
                  <a:solidFill>
                    <a:srgbClr val="0000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6" name="Google Shape;336;p35"/>
                <p:cNvSpPr/>
                <p:nvPr/>
              </p:nvSpPr>
              <p:spPr>
                <a:xfrm>
                  <a:off x="2724" y="2257"/>
                  <a:ext cx="61" cy="96"/>
                </a:xfrm>
                <a:custGeom>
                  <a:rect b="b" l="l" r="r" t="t"/>
                  <a:pathLst>
                    <a:path extrusionOk="0" fill="none" h="21600" w="21960">
                      <a:moveTo>
                        <a:pt x="0" y="3"/>
                      </a:moveTo>
                      <a:cubicBezTo>
                        <a:pt x="119" y="1"/>
                        <a:pt x="239" y="-1"/>
                        <a:pt x="360" y="0"/>
                      </a:cubicBezTo>
                      <a:cubicBezTo>
                        <a:pt x="12289" y="0"/>
                        <a:pt x="21960" y="9670"/>
                        <a:pt x="21960" y="21600"/>
                      </a:cubicBezTo>
                    </a:path>
                    <a:path extrusionOk="0" h="21600" w="21960">
                      <a:moveTo>
                        <a:pt x="0" y="3"/>
                      </a:moveTo>
                      <a:cubicBezTo>
                        <a:pt x="119" y="1"/>
                        <a:pt x="239" y="-1"/>
                        <a:pt x="360" y="0"/>
                      </a:cubicBezTo>
                      <a:cubicBezTo>
                        <a:pt x="12289" y="0"/>
                        <a:pt x="21960" y="9670"/>
                        <a:pt x="21960" y="21600"/>
                      </a:cubicBezTo>
                      <a:lnTo>
                        <a:pt x="360" y="2160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noFill/>
                <a:ln cap="rnd" cmpd="sng" w="25400">
                  <a:solidFill>
                    <a:srgbClr val="0000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7" name="Google Shape;337;p35"/>
                <p:cNvSpPr/>
                <p:nvPr/>
              </p:nvSpPr>
              <p:spPr>
                <a:xfrm>
                  <a:off x="2665" y="2257"/>
                  <a:ext cx="60" cy="96"/>
                </a:xfrm>
                <a:custGeom>
                  <a:rect b="b" l="l" r="r" t="t"/>
                  <a:pathLst>
                    <a:path extrusionOk="0" fill="none" h="21597" w="21600">
                      <a:moveTo>
                        <a:pt x="0" y="21597"/>
                      </a:moveTo>
                      <a:cubicBezTo>
                        <a:pt x="0" y="9808"/>
                        <a:pt x="9452" y="196"/>
                        <a:pt x="21240" y="0"/>
                      </a:cubicBezTo>
                    </a:path>
                    <a:path extrusionOk="0" h="21597" w="21600">
                      <a:moveTo>
                        <a:pt x="0" y="21597"/>
                      </a:moveTo>
                      <a:cubicBezTo>
                        <a:pt x="0" y="9808"/>
                        <a:pt x="9452" y="196"/>
                        <a:pt x="21240" y="0"/>
                      </a:cubicBezTo>
                      <a:lnTo>
                        <a:pt x="21600" y="21597"/>
                      </a:lnTo>
                      <a:lnTo>
                        <a:pt x="0" y="21597"/>
                      </a:lnTo>
                      <a:close/>
                    </a:path>
                  </a:pathLst>
                </a:custGeom>
                <a:noFill/>
                <a:ln cap="rnd" cmpd="sng" w="25400">
                  <a:solidFill>
                    <a:srgbClr val="0000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38" name="Google Shape;338;p35"/>
                <p:cNvCxnSpPr/>
                <p:nvPr/>
              </p:nvCxnSpPr>
              <p:spPr>
                <a:xfrm rot="10800000">
                  <a:off x="2664" y="2352"/>
                  <a:ext cx="0" cy="336"/>
                </a:xfrm>
                <a:prstGeom prst="straightConnector1">
                  <a:avLst/>
                </a:prstGeom>
                <a:noFill/>
                <a:ln cap="flat" cmpd="sng" w="25400">
                  <a:solidFill>
                    <a:srgbClr val="0000FF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339" name="Google Shape;339;p35"/>
              <p:cNvGrpSpPr/>
              <p:nvPr/>
            </p:nvGrpSpPr>
            <p:grpSpPr>
              <a:xfrm>
                <a:off x="4038600" y="3316286"/>
                <a:ext cx="382588" cy="838200"/>
                <a:chOff x="2784" y="2257"/>
                <a:chExt cx="241" cy="528"/>
              </a:xfrm>
            </p:grpSpPr>
            <p:sp>
              <p:nvSpPr>
                <p:cNvPr id="340" name="Google Shape;340;p35"/>
                <p:cNvSpPr/>
                <p:nvPr/>
              </p:nvSpPr>
              <p:spPr>
                <a:xfrm rot="10800000">
                  <a:off x="2845" y="2689"/>
                  <a:ext cx="60" cy="96"/>
                </a:xfrm>
                <a:custGeom>
                  <a:rect b="b" l="l" r="r" t="t"/>
                  <a:pathLst>
                    <a:path extrusionOk="0" fill="none" h="21597" w="21600">
                      <a:moveTo>
                        <a:pt x="0" y="21597"/>
                      </a:moveTo>
                      <a:cubicBezTo>
                        <a:pt x="0" y="9808"/>
                        <a:pt x="9452" y="196"/>
                        <a:pt x="21240" y="0"/>
                      </a:cubicBezTo>
                    </a:path>
                    <a:path extrusionOk="0" h="21597" w="21600">
                      <a:moveTo>
                        <a:pt x="0" y="21597"/>
                      </a:moveTo>
                      <a:cubicBezTo>
                        <a:pt x="0" y="9808"/>
                        <a:pt x="9452" y="196"/>
                        <a:pt x="21240" y="0"/>
                      </a:cubicBezTo>
                      <a:lnTo>
                        <a:pt x="21600" y="21597"/>
                      </a:lnTo>
                      <a:lnTo>
                        <a:pt x="0" y="21597"/>
                      </a:lnTo>
                      <a:close/>
                    </a:path>
                  </a:pathLst>
                </a:custGeom>
                <a:noFill/>
                <a:ln cap="rnd" cmpd="sng" w="25400">
                  <a:solidFill>
                    <a:srgbClr val="0000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1" name="Google Shape;341;p35"/>
                <p:cNvSpPr/>
                <p:nvPr/>
              </p:nvSpPr>
              <p:spPr>
                <a:xfrm rot="10800000">
                  <a:off x="2784" y="2689"/>
                  <a:ext cx="60" cy="96"/>
                </a:xfrm>
                <a:custGeom>
                  <a:rect b="b" l="l" r="r" t="t"/>
                  <a:pathLst>
                    <a:path extrusionOk="0" fill="none" h="21600" w="2160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extrusionOk="0" h="21600" w="2160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cap="rnd" cmpd="sng" w="25400">
                  <a:solidFill>
                    <a:srgbClr val="0000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2" name="Google Shape;342;p35"/>
                <p:cNvSpPr/>
                <p:nvPr/>
              </p:nvSpPr>
              <p:spPr>
                <a:xfrm>
                  <a:off x="2964" y="2257"/>
                  <a:ext cx="61" cy="96"/>
                </a:xfrm>
                <a:custGeom>
                  <a:rect b="b" l="l" r="r" t="t"/>
                  <a:pathLst>
                    <a:path extrusionOk="0" fill="none" h="21600" w="21960">
                      <a:moveTo>
                        <a:pt x="0" y="3"/>
                      </a:moveTo>
                      <a:cubicBezTo>
                        <a:pt x="119" y="1"/>
                        <a:pt x="239" y="-1"/>
                        <a:pt x="360" y="0"/>
                      </a:cubicBezTo>
                      <a:cubicBezTo>
                        <a:pt x="12289" y="0"/>
                        <a:pt x="21960" y="9670"/>
                        <a:pt x="21960" y="21600"/>
                      </a:cubicBezTo>
                    </a:path>
                    <a:path extrusionOk="0" h="21600" w="21960">
                      <a:moveTo>
                        <a:pt x="0" y="3"/>
                      </a:moveTo>
                      <a:cubicBezTo>
                        <a:pt x="119" y="1"/>
                        <a:pt x="239" y="-1"/>
                        <a:pt x="360" y="0"/>
                      </a:cubicBezTo>
                      <a:cubicBezTo>
                        <a:pt x="12289" y="0"/>
                        <a:pt x="21960" y="9670"/>
                        <a:pt x="21960" y="21600"/>
                      </a:cubicBezTo>
                      <a:lnTo>
                        <a:pt x="360" y="2160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noFill/>
                <a:ln cap="rnd" cmpd="sng" w="25400">
                  <a:solidFill>
                    <a:srgbClr val="0000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3" name="Google Shape;343;p35"/>
                <p:cNvSpPr/>
                <p:nvPr/>
              </p:nvSpPr>
              <p:spPr>
                <a:xfrm>
                  <a:off x="2905" y="2257"/>
                  <a:ext cx="60" cy="96"/>
                </a:xfrm>
                <a:custGeom>
                  <a:rect b="b" l="l" r="r" t="t"/>
                  <a:pathLst>
                    <a:path extrusionOk="0" fill="none" h="21597" w="21600">
                      <a:moveTo>
                        <a:pt x="0" y="21597"/>
                      </a:moveTo>
                      <a:cubicBezTo>
                        <a:pt x="0" y="9808"/>
                        <a:pt x="9452" y="196"/>
                        <a:pt x="21240" y="0"/>
                      </a:cubicBezTo>
                    </a:path>
                    <a:path extrusionOk="0" h="21597" w="21600">
                      <a:moveTo>
                        <a:pt x="0" y="21597"/>
                      </a:moveTo>
                      <a:cubicBezTo>
                        <a:pt x="0" y="9808"/>
                        <a:pt x="9452" y="196"/>
                        <a:pt x="21240" y="0"/>
                      </a:cubicBezTo>
                      <a:lnTo>
                        <a:pt x="21600" y="21597"/>
                      </a:lnTo>
                      <a:lnTo>
                        <a:pt x="0" y="21597"/>
                      </a:lnTo>
                      <a:close/>
                    </a:path>
                  </a:pathLst>
                </a:custGeom>
                <a:noFill/>
                <a:ln cap="rnd" cmpd="sng" w="25400">
                  <a:solidFill>
                    <a:srgbClr val="0000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44" name="Google Shape;344;p35"/>
                <p:cNvCxnSpPr/>
                <p:nvPr/>
              </p:nvCxnSpPr>
              <p:spPr>
                <a:xfrm rot="10800000">
                  <a:off x="2904" y="2352"/>
                  <a:ext cx="0" cy="336"/>
                </a:xfrm>
                <a:prstGeom prst="straightConnector1">
                  <a:avLst/>
                </a:prstGeom>
                <a:noFill/>
                <a:ln cap="flat" cmpd="sng" w="25400">
                  <a:solidFill>
                    <a:srgbClr val="0000FF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</p:grpSp>
          <p:cxnSp>
            <p:nvCxnSpPr>
              <p:cNvPr id="345" name="Google Shape;345;p35"/>
              <p:cNvCxnSpPr/>
              <p:nvPr/>
            </p:nvCxnSpPr>
            <p:spPr>
              <a:xfrm rot="10800000">
                <a:off x="3276600" y="2705101"/>
                <a:ext cx="0" cy="762001"/>
              </a:xfrm>
              <a:prstGeom prst="straightConnector1">
                <a:avLst/>
              </a:prstGeom>
              <a:noFill/>
              <a:ln cap="flat" cmpd="sng" w="25400">
                <a:solidFill>
                  <a:schemeClr val="dk2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346" name="Google Shape;346;p35"/>
              <p:cNvCxnSpPr/>
              <p:nvPr/>
            </p:nvCxnSpPr>
            <p:spPr>
              <a:xfrm>
                <a:off x="4419600" y="4000502"/>
                <a:ext cx="0" cy="914401"/>
              </a:xfrm>
              <a:prstGeom prst="straightConnector1">
                <a:avLst/>
              </a:prstGeom>
              <a:noFill/>
              <a:ln cap="flat" cmpd="sng" w="25400">
                <a:solidFill>
                  <a:srgbClr val="0000FF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347" name="Google Shape;347;p35"/>
              <p:cNvCxnSpPr/>
              <p:nvPr/>
            </p:nvCxnSpPr>
            <p:spPr>
              <a:xfrm>
                <a:off x="4953000" y="2705102"/>
                <a:ext cx="0" cy="685801"/>
              </a:xfrm>
              <a:prstGeom prst="straightConnector1">
                <a:avLst/>
              </a:prstGeom>
              <a:noFill/>
              <a:ln cap="flat" cmpd="sng" w="50800">
                <a:solidFill>
                  <a:schemeClr val="dk1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348" name="Google Shape;348;p35"/>
              <p:cNvCxnSpPr/>
              <p:nvPr/>
            </p:nvCxnSpPr>
            <p:spPr>
              <a:xfrm>
                <a:off x="4953000" y="4229102"/>
                <a:ext cx="0" cy="685801"/>
              </a:xfrm>
              <a:prstGeom prst="straightConnector1">
                <a:avLst/>
              </a:prstGeom>
              <a:noFill/>
              <a:ln cap="flat" cmpd="sng" w="50800">
                <a:solidFill>
                  <a:schemeClr val="dk1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grpSp>
            <p:nvGrpSpPr>
              <p:cNvPr id="349" name="Google Shape;349;p35"/>
              <p:cNvGrpSpPr/>
              <p:nvPr/>
            </p:nvGrpSpPr>
            <p:grpSpPr>
              <a:xfrm>
                <a:off x="4946650" y="3194052"/>
                <a:ext cx="315913" cy="1096964"/>
                <a:chOff x="3356" y="2180"/>
                <a:chExt cx="199" cy="691"/>
              </a:xfrm>
            </p:grpSpPr>
            <p:grpSp>
              <p:nvGrpSpPr>
                <p:cNvPr id="350" name="Google Shape;350;p35"/>
                <p:cNvGrpSpPr/>
                <p:nvPr/>
              </p:nvGrpSpPr>
              <p:grpSpPr>
                <a:xfrm>
                  <a:off x="3356" y="2180"/>
                  <a:ext cx="199" cy="691"/>
                  <a:chOff x="3356" y="2180"/>
                  <a:chExt cx="199" cy="691"/>
                </a:xfrm>
              </p:grpSpPr>
              <p:cxnSp>
                <p:nvCxnSpPr>
                  <p:cNvPr id="351" name="Google Shape;351;p35"/>
                  <p:cNvCxnSpPr/>
                  <p:nvPr/>
                </p:nvCxnSpPr>
                <p:spPr>
                  <a:xfrm flipH="1">
                    <a:off x="3356" y="2180"/>
                    <a:ext cx="199" cy="691"/>
                  </a:xfrm>
                  <a:prstGeom prst="straightConnector1">
                    <a:avLst/>
                  </a:prstGeom>
                  <a:noFill/>
                  <a:ln cap="flat" cmpd="sng" w="50800">
                    <a:solidFill>
                      <a:schemeClr val="dk1"/>
                    </a:solidFill>
                    <a:prstDash val="solid"/>
                    <a:miter lim="800000"/>
                    <a:headEnd len="med" w="med" type="none"/>
                    <a:tailEnd len="med" w="med" type="none"/>
                  </a:ln>
                </p:spPr>
              </p:cxnSp>
              <p:sp>
                <p:nvSpPr>
                  <p:cNvPr id="352" name="Google Shape;352;p35"/>
                  <p:cNvSpPr txBox="1"/>
                  <p:nvPr/>
                </p:nvSpPr>
                <p:spPr>
                  <a:xfrm rot="960000">
                    <a:off x="3484" y="2221"/>
                    <a:ext cx="42" cy="88"/>
                  </a:xfrm>
                  <a:prstGeom prst="rect">
                    <a:avLst/>
                  </a:prstGeom>
                  <a:solidFill>
                    <a:schemeClr val="dk2"/>
                  </a:solidFill>
                  <a:ln cap="flat" cmpd="sng" w="12700">
                    <a:solidFill>
                      <a:schemeClr val="dk2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353" name="Google Shape;353;p35"/>
                <p:cNvSpPr txBox="1"/>
                <p:nvPr/>
              </p:nvSpPr>
              <p:spPr>
                <a:xfrm rot="960000">
                  <a:off x="3399" y="2497"/>
                  <a:ext cx="41" cy="137"/>
                </a:xfrm>
                <a:prstGeom prst="rect">
                  <a:avLst/>
                </a:prstGeom>
                <a:solidFill>
                  <a:schemeClr val="accent2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54" name="Google Shape;354;p35"/>
              <p:cNvSpPr/>
              <p:nvPr/>
            </p:nvSpPr>
            <p:spPr>
              <a:xfrm>
                <a:off x="4889500" y="4165603"/>
                <a:ext cx="127000" cy="127000"/>
              </a:xfrm>
              <a:prstGeom prst="ellipse">
                <a:avLst/>
              </a:prstGeom>
              <a:solidFill>
                <a:schemeClr val="lt1"/>
              </a:solidFill>
              <a:ln cap="flat" cmpd="sng" w="254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5" name="Google Shape;355;p35"/>
              <p:cNvSpPr txBox="1"/>
              <p:nvPr/>
            </p:nvSpPr>
            <p:spPr>
              <a:xfrm>
                <a:off x="2901950" y="2711452"/>
                <a:ext cx="2730500" cy="2197101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356" name="Google Shape;356;p35"/>
              <p:cNvGrpSpPr/>
              <p:nvPr/>
            </p:nvGrpSpPr>
            <p:grpSpPr>
              <a:xfrm>
                <a:off x="1573213" y="3092455"/>
                <a:ext cx="1219200" cy="496888"/>
                <a:chOff x="1231" y="2116"/>
                <a:chExt cx="768" cy="313"/>
              </a:xfrm>
            </p:grpSpPr>
            <p:sp>
              <p:nvSpPr>
                <p:cNvPr id="357" name="Google Shape;357;p35"/>
                <p:cNvSpPr/>
                <p:nvPr/>
              </p:nvSpPr>
              <p:spPr>
                <a:xfrm flipH="1">
                  <a:off x="1231" y="2116"/>
                  <a:ext cx="760" cy="313"/>
                </a:xfrm>
                <a:prstGeom prst="wedgeRoundRectCallout">
                  <a:avLst>
                    <a:gd fmla="val 1799" name="adj1"/>
                    <a:gd fmla="val 25200" name="adj2"/>
                    <a:gd fmla="val 0" name="adj3"/>
                  </a:avLst>
                </a:prstGeom>
                <a:solidFill>
                  <a:schemeClr val="lt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8" name="Google Shape;358;p35"/>
                <p:cNvSpPr txBox="1"/>
                <p:nvPr/>
              </p:nvSpPr>
              <p:spPr>
                <a:xfrm>
                  <a:off x="1231" y="2189"/>
                  <a:ext cx="768" cy="17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6025" lIns="92075" spcFirstLastPara="1" rIns="92075" wrap="square" tIns="46025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200"/>
                    <a:buFont typeface="Verdana"/>
                    <a:buNone/>
                  </a:pPr>
                  <a:r>
                    <a:rPr b="0" i="0" lang="en-US" sz="1200" u="none">
                      <a:solidFill>
                        <a:schemeClr val="dk1"/>
                      </a:solidFill>
                      <a:latin typeface="Verdana"/>
                      <a:ea typeface="Verdana"/>
                      <a:cs typeface="Verdana"/>
                      <a:sym typeface="Verdana"/>
                    </a:rPr>
                    <a:t>a iron core</a:t>
                  </a:r>
                  <a:endParaRPr/>
                </a:p>
              </p:txBody>
            </p:sp>
          </p:grpSp>
          <p:grpSp>
            <p:nvGrpSpPr>
              <p:cNvPr id="359" name="Google Shape;359;p35"/>
              <p:cNvGrpSpPr/>
              <p:nvPr/>
            </p:nvGrpSpPr>
            <p:grpSpPr>
              <a:xfrm>
                <a:off x="1573214" y="2389190"/>
                <a:ext cx="1219200" cy="496888"/>
                <a:chOff x="1231" y="1673"/>
                <a:chExt cx="768" cy="313"/>
              </a:xfrm>
            </p:grpSpPr>
            <p:sp>
              <p:nvSpPr>
                <p:cNvPr id="360" name="Google Shape;360;p35"/>
                <p:cNvSpPr/>
                <p:nvPr/>
              </p:nvSpPr>
              <p:spPr>
                <a:xfrm flipH="1">
                  <a:off x="1231" y="1673"/>
                  <a:ext cx="760" cy="313"/>
                </a:xfrm>
                <a:prstGeom prst="wedgeRoundRectCallout">
                  <a:avLst>
                    <a:gd fmla="val 1799" name="adj1"/>
                    <a:gd fmla="val 25200" name="adj2"/>
                    <a:gd fmla="val 0" name="adj3"/>
                  </a:avLst>
                </a:prstGeom>
                <a:solidFill>
                  <a:schemeClr val="lt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1" name="Google Shape;361;p35"/>
                <p:cNvSpPr txBox="1"/>
                <p:nvPr/>
              </p:nvSpPr>
              <p:spPr>
                <a:xfrm>
                  <a:off x="1231" y="1753"/>
                  <a:ext cx="768" cy="17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6025" lIns="92075" spcFirstLastPara="1" rIns="92075" wrap="square" tIns="46025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200"/>
                    <a:buFont typeface="Verdana"/>
                    <a:buNone/>
                  </a:pPr>
                  <a:r>
                    <a:rPr b="0" i="0" lang="en-US" sz="1200" u="none">
                      <a:solidFill>
                        <a:schemeClr val="dk1"/>
                      </a:solidFill>
                      <a:latin typeface="Verdana"/>
                      <a:ea typeface="Verdana"/>
                      <a:cs typeface="Verdana"/>
                      <a:sym typeface="Verdana"/>
                    </a:rPr>
                    <a:t>a coil</a:t>
                  </a:r>
                  <a:endParaRPr/>
                </a:p>
              </p:txBody>
            </p:sp>
          </p:grpSp>
          <p:grpSp>
            <p:nvGrpSpPr>
              <p:cNvPr id="362" name="Google Shape;362;p35"/>
              <p:cNvGrpSpPr/>
              <p:nvPr/>
            </p:nvGrpSpPr>
            <p:grpSpPr>
              <a:xfrm>
                <a:off x="5830887" y="2446340"/>
                <a:ext cx="1276350" cy="496888"/>
                <a:chOff x="3913" y="1709"/>
                <a:chExt cx="804" cy="313"/>
              </a:xfrm>
            </p:grpSpPr>
            <p:sp>
              <p:nvSpPr>
                <p:cNvPr id="363" name="Google Shape;363;p35"/>
                <p:cNvSpPr/>
                <p:nvPr/>
              </p:nvSpPr>
              <p:spPr>
                <a:xfrm>
                  <a:off x="3913" y="1709"/>
                  <a:ext cx="760" cy="313"/>
                </a:xfrm>
                <a:prstGeom prst="wedgeRoundRectCallout">
                  <a:avLst>
                    <a:gd fmla="val 1799" name="adj1"/>
                    <a:gd fmla="val 25200" name="adj2"/>
                    <a:gd fmla="val 0" name="adj3"/>
                  </a:avLst>
                </a:prstGeom>
                <a:solidFill>
                  <a:schemeClr val="lt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4" name="Google Shape;364;p35"/>
                <p:cNvSpPr txBox="1"/>
                <p:nvPr/>
              </p:nvSpPr>
              <p:spPr>
                <a:xfrm flipH="1">
                  <a:off x="3949" y="1782"/>
                  <a:ext cx="768" cy="17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6025" lIns="92075" spcFirstLastPara="1" rIns="92075" wrap="square" tIns="46025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200"/>
                    <a:buFont typeface="Verdana"/>
                    <a:buNone/>
                  </a:pPr>
                  <a:r>
                    <a:rPr b="0" i="0" lang="en-US" sz="1200" u="none">
                      <a:solidFill>
                        <a:schemeClr val="dk1"/>
                      </a:solidFill>
                      <a:latin typeface="Verdana"/>
                      <a:ea typeface="Verdana"/>
                      <a:cs typeface="Verdana"/>
                      <a:sym typeface="Verdana"/>
                    </a:rPr>
                    <a:t>a switch</a:t>
                  </a:r>
                  <a:endParaRPr/>
                </a:p>
              </p:txBody>
            </p:sp>
          </p:grpSp>
          <p:grpSp>
            <p:nvGrpSpPr>
              <p:cNvPr id="365" name="Google Shape;365;p35"/>
              <p:cNvGrpSpPr/>
              <p:nvPr/>
            </p:nvGrpSpPr>
            <p:grpSpPr>
              <a:xfrm>
                <a:off x="6010276" y="3263897"/>
                <a:ext cx="1447800" cy="581024"/>
                <a:chOff x="4026" y="2224"/>
                <a:chExt cx="912" cy="366"/>
              </a:xfrm>
            </p:grpSpPr>
            <p:sp>
              <p:nvSpPr>
                <p:cNvPr id="366" name="Google Shape;366;p35"/>
                <p:cNvSpPr/>
                <p:nvPr/>
              </p:nvSpPr>
              <p:spPr>
                <a:xfrm>
                  <a:off x="4034" y="2224"/>
                  <a:ext cx="904" cy="353"/>
                </a:xfrm>
                <a:prstGeom prst="wedgeRoundRectCallout">
                  <a:avLst>
                    <a:gd fmla="val 1799" name="adj1"/>
                    <a:gd fmla="val 25200" name="adj2"/>
                    <a:gd fmla="val 0" name="adj3"/>
                  </a:avLst>
                </a:prstGeom>
                <a:solidFill>
                  <a:schemeClr val="lt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7" name="Google Shape;367;p35"/>
                <p:cNvSpPr txBox="1"/>
                <p:nvPr/>
              </p:nvSpPr>
              <p:spPr>
                <a:xfrm flipH="1">
                  <a:off x="4026" y="2283"/>
                  <a:ext cx="912" cy="3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6025" lIns="92075" spcFirstLastPara="1" rIns="92075" wrap="square" tIns="46025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200"/>
                    <a:buFont typeface="Verdana"/>
                    <a:buNone/>
                  </a:pPr>
                  <a:r>
                    <a:rPr b="0" i="0" lang="en-US" sz="1200" u="none">
                      <a:solidFill>
                        <a:schemeClr val="dk1"/>
                      </a:solidFill>
                      <a:latin typeface="Verdana"/>
                      <a:ea typeface="Verdana"/>
                      <a:cs typeface="Verdana"/>
                      <a:sym typeface="Verdana"/>
                    </a:rPr>
                    <a:t>iron bar connected to the switch</a:t>
                  </a:r>
                  <a:endParaRPr/>
                </a:p>
              </p:txBody>
            </p:sp>
          </p:grpSp>
        </p:grpSp>
        <p:grpSp>
          <p:nvGrpSpPr>
            <p:cNvPr id="368" name="Google Shape;368;p35"/>
            <p:cNvGrpSpPr/>
            <p:nvPr/>
          </p:nvGrpSpPr>
          <p:grpSpPr>
            <a:xfrm>
              <a:off x="2726280" y="3047309"/>
              <a:ext cx="3768310" cy="1260821"/>
              <a:chOff x="2726280" y="3054622"/>
              <a:chExt cx="3768310" cy="1260821"/>
            </a:xfrm>
          </p:grpSpPr>
          <p:cxnSp>
            <p:nvCxnSpPr>
              <p:cNvPr id="369" name="Google Shape;369;p35"/>
              <p:cNvCxnSpPr/>
              <p:nvPr/>
            </p:nvCxnSpPr>
            <p:spPr>
              <a:xfrm>
                <a:off x="2726280" y="3054622"/>
                <a:ext cx="858730" cy="461734"/>
              </a:xfrm>
              <a:prstGeom prst="straightConnector1">
                <a:avLst/>
              </a:prstGeom>
              <a:noFill/>
              <a:ln cap="flat" cmpd="sng" w="9525">
                <a:solidFill>
                  <a:srgbClr val="B6DCDF"/>
                </a:solidFill>
                <a:prstDash val="solid"/>
                <a:miter lim="800000"/>
                <a:headEnd len="med" w="med" type="none"/>
                <a:tailEnd len="med" w="med" type="stealth"/>
              </a:ln>
            </p:spPr>
          </p:cxnSp>
          <p:cxnSp>
            <p:nvCxnSpPr>
              <p:cNvPr id="370" name="Google Shape;370;p35"/>
              <p:cNvCxnSpPr/>
              <p:nvPr/>
            </p:nvCxnSpPr>
            <p:spPr>
              <a:xfrm>
                <a:off x="2726280" y="3990015"/>
                <a:ext cx="490991" cy="201050"/>
              </a:xfrm>
              <a:prstGeom prst="straightConnector1">
                <a:avLst/>
              </a:prstGeom>
              <a:noFill/>
              <a:ln cap="flat" cmpd="sng" w="9525">
                <a:solidFill>
                  <a:srgbClr val="B6DCDF"/>
                </a:solidFill>
                <a:prstDash val="solid"/>
                <a:miter lim="800000"/>
                <a:headEnd len="med" w="med" type="none"/>
                <a:tailEnd len="med" w="med" type="stealth"/>
              </a:ln>
            </p:spPr>
          </p:cxnSp>
          <p:cxnSp>
            <p:nvCxnSpPr>
              <p:cNvPr id="371" name="Google Shape;371;p35"/>
              <p:cNvCxnSpPr/>
              <p:nvPr/>
            </p:nvCxnSpPr>
            <p:spPr>
              <a:xfrm flipH="1">
                <a:off x="5536853" y="3131294"/>
                <a:ext cx="727395" cy="385062"/>
              </a:xfrm>
              <a:prstGeom prst="straightConnector1">
                <a:avLst/>
              </a:prstGeom>
              <a:noFill/>
              <a:ln cap="flat" cmpd="sng" w="9525">
                <a:solidFill>
                  <a:srgbClr val="B6DCDF"/>
                </a:solidFill>
                <a:prstDash val="solid"/>
                <a:miter lim="800000"/>
                <a:headEnd len="med" w="med" type="none"/>
                <a:tailEnd len="med" w="med" type="stealth"/>
              </a:ln>
            </p:spPr>
          </p:cxnSp>
          <p:cxnSp>
            <p:nvCxnSpPr>
              <p:cNvPr id="372" name="Google Shape;372;p35"/>
              <p:cNvCxnSpPr/>
              <p:nvPr/>
            </p:nvCxnSpPr>
            <p:spPr>
              <a:xfrm rot="10800000">
                <a:off x="5365108" y="4191065"/>
                <a:ext cx="1129482" cy="124378"/>
              </a:xfrm>
              <a:prstGeom prst="straightConnector1">
                <a:avLst/>
              </a:prstGeom>
              <a:noFill/>
              <a:ln cap="flat" cmpd="sng" w="9525">
                <a:solidFill>
                  <a:srgbClr val="B6DCDF"/>
                </a:solidFill>
                <a:prstDash val="solid"/>
                <a:miter lim="800000"/>
                <a:headEnd len="med" w="med" type="none"/>
                <a:tailEnd len="med" w="med" type="stealth"/>
              </a:ln>
            </p:spPr>
          </p:cxnSp>
        </p:grp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7" name="Google Shape;37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61087" y="4800600"/>
            <a:ext cx="696912" cy="89217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6"/>
          <p:cNvSpPr txBox="1"/>
          <p:nvPr>
            <p:ph idx="1" type="body"/>
          </p:nvPr>
        </p:nvSpPr>
        <p:spPr>
          <a:xfrm>
            <a:off x="457200" y="14478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7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36"/>
          <p:cNvSpPr txBox="1"/>
          <p:nvPr/>
        </p:nvSpPr>
        <p:spPr>
          <a:xfrm>
            <a:off x="731837" y="1127125"/>
            <a:ext cx="4427537" cy="5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does a Relay work ?</a:t>
            </a:r>
            <a:endParaRPr/>
          </a:p>
        </p:txBody>
      </p:sp>
      <p:grpSp>
        <p:nvGrpSpPr>
          <p:cNvPr id="380" name="Google Shape;380;p36"/>
          <p:cNvGrpSpPr/>
          <p:nvPr/>
        </p:nvGrpSpPr>
        <p:grpSpPr>
          <a:xfrm>
            <a:off x="838200" y="2438400"/>
            <a:ext cx="8001000" cy="3133725"/>
            <a:chOff x="838200" y="2438400"/>
            <a:chExt cx="8001000" cy="3133299"/>
          </a:xfrm>
        </p:grpSpPr>
        <p:sp>
          <p:nvSpPr>
            <p:cNvPr id="381" name="Google Shape;381;p36"/>
            <p:cNvSpPr txBox="1"/>
            <p:nvPr/>
          </p:nvSpPr>
          <p:spPr>
            <a:xfrm>
              <a:off x="3054350" y="4006850"/>
              <a:ext cx="1435100" cy="520700"/>
            </a:xfrm>
            <a:prstGeom prst="rect">
              <a:avLst/>
            </a:prstGeom>
            <a:solidFill>
              <a:schemeClr val="accent2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82" name="Google Shape;382;p36"/>
            <p:cNvGrpSpPr/>
            <p:nvPr/>
          </p:nvGrpSpPr>
          <p:grpSpPr>
            <a:xfrm>
              <a:off x="3200400" y="3238500"/>
              <a:ext cx="1144588" cy="2209800"/>
              <a:chOff x="2304" y="1872"/>
              <a:chExt cx="721" cy="1392"/>
            </a:xfrm>
          </p:grpSpPr>
          <p:grpSp>
            <p:nvGrpSpPr>
              <p:cNvPr id="383" name="Google Shape;383;p36"/>
              <p:cNvGrpSpPr/>
              <p:nvPr/>
            </p:nvGrpSpPr>
            <p:grpSpPr>
              <a:xfrm>
                <a:off x="2304" y="2257"/>
                <a:ext cx="241" cy="528"/>
                <a:chOff x="2304" y="2257"/>
                <a:chExt cx="241" cy="528"/>
              </a:xfrm>
            </p:grpSpPr>
            <p:sp>
              <p:nvSpPr>
                <p:cNvPr id="384" name="Google Shape;384;p36"/>
                <p:cNvSpPr/>
                <p:nvPr/>
              </p:nvSpPr>
              <p:spPr>
                <a:xfrm rot="10800000">
                  <a:off x="2365" y="2689"/>
                  <a:ext cx="60" cy="96"/>
                </a:xfrm>
                <a:custGeom>
                  <a:rect b="b" l="l" r="r" t="t"/>
                  <a:pathLst>
                    <a:path extrusionOk="0" fill="none" h="21597" w="21600">
                      <a:moveTo>
                        <a:pt x="0" y="21597"/>
                      </a:moveTo>
                      <a:cubicBezTo>
                        <a:pt x="0" y="9808"/>
                        <a:pt x="9452" y="196"/>
                        <a:pt x="21240" y="0"/>
                      </a:cubicBezTo>
                    </a:path>
                    <a:path extrusionOk="0" h="21597" w="21600">
                      <a:moveTo>
                        <a:pt x="0" y="21597"/>
                      </a:moveTo>
                      <a:cubicBezTo>
                        <a:pt x="0" y="9808"/>
                        <a:pt x="9452" y="196"/>
                        <a:pt x="21240" y="0"/>
                      </a:cubicBezTo>
                      <a:lnTo>
                        <a:pt x="21600" y="21597"/>
                      </a:lnTo>
                      <a:lnTo>
                        <a:pt x="0" y="21597"/>
                      </a:lnTo>
                      <a:close/>
                    </a:path>
                  </a:pathLst>
                </a:custGeom>
                <a:noFill/>
                <a:ln cap="rnd" cmpd="sng" w="2540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5" name="Google Shape;385;p36"/>
                <p:cNvSpPr/>
                <p:nvPr/>
              </p:nvSpPr>
              <p:spPr>
                <a:xfrm rot="10800000">
                  <a:off x="2304" y="2689"/>
                  <a:ext cx="60" cy="96"/>
                </a:xfrm>
                <a:custGeom>
                  <a:rect b="b" l="l" r="r" t="t"/>
                  <a:pathLst>
                    <a:path extrusionOk="0" fill="none" h="21600" w="2160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extrusionOk="0" h="21600" w="2160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cap="rnd" cmpd="sng" w="2540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6" name="Google Shape;386;p36"/>
                <p:cNvSpPr/>
                <p:nvPr/>
              </p:nvSpPr>
              <p:spPr>
                <a:xfrm>
                  <a:off x="2484" y="2257"/>
                  <a:ext cx="61" cy="96"/>
                </a:xfrm>
                <a:custGeom>
                  <a:rect b="b" l="l" r="r" t="t"/>
                  <a:pathLst>
                    <a:path extrusionOk="0" fill="none" h="21600" w="21960">
                      <a:moveTo>
                        <a:pt x="0" y="3"/>
                      </a:moveTo>
                      <a:cubicBezTo>
                        <a:pt x="119" y="1"/>
                        <a:pt x="239" y="-1"/>
                        <a:pt x="360" y="0"/>
                      </a:cubicBezTo>
                      <a:cubicBezTo>
                        <a:pt x="12289" y="0"/>
                        <a:pt x="21960" y="9670"/>
                        <a:pt x="21960" y="21600"/>
                      </a:cubicBezTo>
                    </a:path>
                    <a:path extrusionOk="0" h="21600" w="21960">
                      <a:moveTo>
                        <a:pt x="0" y="3"/>
                      </a:moveTo>
                      <a:cubicBezTo>
                        <a:pt x="119" y="1"/>
                        <a:pt x="239" y="-1"/>
                        <a:pt x="360" y="0"/>
                      </a:cubicBezTo>
                      <a:cubicBezTo>
                        <a:pt x="12289" y="0"/>
                        <a:pt x="21960" y="9670"/>
                        <a:pt x="21960" y="21600"/>
                      </a:cubicBezTo>
                      <a:lnTo>
                        <a:pt x="360" y="2160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noFill/>
                <a:ln cap="rnd" cmpd="sng" w="2540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7" name="Google Shape;387;p36"/>
                <p:cNvSpPr/>
                <p:nvPr/>
              </p:nvSpPr>
              <p:spPr>
                <a:xfrm>
                  <a:off x="2425" y="2257"/>
                  <a:ext cx="60" cy="96"/>
                </a:xfrm>
                <a:custGeom>
                  <a:rect b="b" l="l" r="r" t="t"/>
                  <a:pathLst>
                    <a:path extrusionOk="0" fill="none" h="21597" w="21600">
                      <a:moveTo>
                        <a:pt x="0" y="21597"/>
                      </a:moveTo>
                      <a:cubicBezTo>
                        <a:pt x="0" y="9808"/>
                        <a:pt x="9452" y="196"/>
                        <a:pt x="21240" y="0"/>
                      </a:cubicBezTo>
                    </a:path>
                    <a:path extrusionOk="0" h="21597" w="21600">
                      <a:moveTo>
                        <a:pt x="0" y="21597"/>
                      </a:moveTo>
                      <a:cubicBezTo>
                        <a:pt x="0" y="9808"/>
                        <a:pt x="9452" y="196"/>
                        <a:pt x="21240" y="0"/>
                      </a:cubicBezTo>
                      <a:lnTo>
                        <a:pt x="21600" y="21597"/>
                      </a:lnTo>
                      <a:lnTo>
                        <a:pt x="0" y="21597"/>
                      </a:lnTo>
                      <a:close/>
                    </a:path>
                  </a:pathLst>
                </a:custGeom>
                <a:noFill/>
                <a:ln cap="rnd" cmpd="sng" w="2540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88" name="Google Shape;388;p36"/>
                <p:cNvCxnSpPr/>
                <p:nvPr/>
              </p:nvCxnSpPr>
              <p:spPr>
                <a:xfrm rot="10800000">
                  <a:off x="2424" y="2352"/>
                  <a:ext cx="0" cy="336"/>
                </a:xfrm>
                <a:prstGeom prst="straightConnector1">
                  <a:avLst/>
                </a:prstGeom>
                <a:noFill/>
                <a:ln cap="flat" cmpd="sng" w="25400">
                  <a:solidFill>
                    <a:schemeClr val="dk2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389" name="Google Shape;389;p36"/>
              <p:cNvGrpSpPr/>
              <p:nvPr/>
            </p:nvGrpSpPr>
            <p:grpSpPr>
              <a:xfrm>
                <a:off x="2544" y="2257"/>
                <a:ext cx="241" cy="528"/>
                <a:chOff x="2544" y="2257"/>
                <a:chExt cx="241" cy="528"/>
              </a:xfrm>
            </p:grpSpPr>
            <p:sp>
              <p:nvSpPr>
                <p:cNvPr id="390" name="Google Shape;390;p36"/>
                <p:cNvSpPr/>
                <p:nvPr/>
              </p:nvSpPr>
              <p:spPr>
                <a:xfrm rot="10800000">
                  <a:off x="2605" y="2689"/>
                  <a:ext cx="60" cy="96"/>
                </a:xfrm>
                <a:custGeom>
                  <a:rect b="b" l="l" r="r" t="t"/>
                  <a:pathLst>
                    <a:path extrusionOk="0" fill="none" h="21597" w="21600">
                      <a:moveTo>
                        <a:pt x="0" y="21597"/>
                      </a:moveTo>
                      <a:cubicBezTo>
                        <a:pt x="0" y="9808"/>
                        <a:pt x="9452" y="196"/>
                        <a:pt x="21240" y="0"/>
                      </a:cubicBezTo>
                    </a:path>
                    <a:path extrusionOk="0" h="21597" w="21600">
                      <a:moveTo>
                        <a:pt x="0" y="21597"/>
                      </a:moveTo>
                      <a:cubicBezTo>
                        <a:pt x="0" y="9808"/>
                        <a:pt x="9452" y="196"/>
                        <a:pt x="21240" y="0"/>
                      </a:cubicBezTo>
                      <a:lnTo>
                        <a:pt x="21600" y="21597"/>
                      </a:lnTo>
                      <a:lnTo>
                        <a:pt x="0" y="21597"/>
                      </a:lnTo>
                      <a:close/>
                    </a:path>
                  </a:pathLst>
                </a:custGeom>
                <a:noFill/>
                <a:ln cap="rnd" cmpd="sng" w="2540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1" name="Google Shape;391;p36"/>
                <p:cNvSpPr/>
                <p:nvPr/>
              </p:nvSpPr>
              <p:spPr>
                <a:xfrm rot="10800000">
                  <a:off x="2544" y="2689"/>
                  <a:ext cx="60" cy="96"/>
                </a:xfrm>
                <a:custGeom>
                  <a:rect b="b" l="l" r="r" t="t"/>
                  <a:pathLst>
                    <a:path extrusionOk="0" fill="none" h="21600" w="2160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extrusionOk="0" h="21600" w="2160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cap="rnd" cmpd="sng" w="2540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2" name="Google Shape;392;p36"/>
                <p:cNvSpPr/>
                <p:nvPr/>
              </p:nvSpPr>
              <p:spPr>
                <a:xfrm>
                  <a:off x="2724" y="2257"/>
                  <a:ext cx="61" cy="96"/>
                </a:xfrm>
                <a:custGeom>
                  <a:rect b="b" l="l" r="r" t="t"/>
                  <a:pathLst>
                    <a:path extrusionOk="0" fill="none" h="21600" w="21960">
                      <a:moveTo>
                        <a:pt x="0" y="3"/>
                      </a:moveTo>
                      <a:cubicBezTo>
                        <a:pt x="119" y="1"/>
                        <a:pt x="239" y="-1"/>
                        <a:pt x="360" y="0"/>
                      </a:cubicBezTo>
                      <a:cubicBezTo>
                        <a:pt x="12289" y="0"/>
                        <a:pt x="21960" y="9670"/>
                        <a:pt x="21960" y="21600"/>
                      </a:cubicBezTo>
                    </a:path>
                    <a:path extrusionOk="0" h="21600" w="21960">
                      <a:moveTo>
                        <a:pt x="0" y="3"/>
                      </a:moveTo>
                      <a:cubicBezTo>
                        <a:pt x="119" y="1"/>
                        <a:pt x="239" y="-1"/>
                        <a:pt x="360" y="0"/>
                      </a:cubicBezTo>
                      <a:cubicBezTo>
                        <a:pt x="12289" y="0"/>
                        <a:pt x="21960" y="9670"/>
                        <a:pt x="21960" y="21600"/>
                      </a:cubicBezTo>
                      <a:lnTo>
                        <a:pt x="360" y="2160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noFill/>
                <a:ln cap="rnd" cmpd="sng" w="2540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3" name="Google Shape;393;p36"/>
                <p:cNvSpPr/>
                <p:nvPr/>
              </p:nvSpPr>
              <p:spPr>
                <a:xfrm>
                  <a:off x="2665" y="2257"/>
                  <a:ext cx="60" cy="96"/>
                </a:xfrm>
                <a:custGeom>
                  <a:rect b="b" l="l" r="r" t="t"/>
                  <a:pathLst>
                    <a:path extrusionOk="0" fill="none" h="21597" w="21600">
                      <a:moveTo>
                        <a:pt x="0" y="21597"/>
                      </a:moveTo>
                      <a:cubicBezTo>
                        <a:pt x="0" y="9808"/>
                        <a:pt x="9452" y="196"/>
                        <a:pt x="21240" y="0"/>
                      </a:cubicBezTo>
                    </a:path>
                    <a:path extrusionOk="0" h="21597" w="21600">
                      <a:moveTo>
                        <a:pt x="0" y="21597"/>
                      </a:moveTo>
                      <a:cubicBezTo>
                        <a:pt x="0" y="9808"/>
                        <a:pt x="9452" y="196"/>
                        <a:pt x="21240" y="0"/>
                      </a:cubicBezTo>
                      <a:lnTo>
                        <a:pt x="21600" y="21597"/>
                      </a:lnTo>
                      <a:lnTo>
                        <a:pt x="0" y="21597"/>
                      </a:lnTo>
                      <a:close/>
                    </a:path>
                  </a:pathLst>
                </a:custGeom>
                <a:noFill/>
                <a:ln cap="rnd" cmpd="sng" w="2540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94" name="Google Shape;394;p36"/>
                <p:cNvCxnSpPr/>
                <p:nvPr/>
              </p:nvCxnSpPr>
              <p:spPr>
                <a:xfrm rot="10800000">
                  <a:off x="2664" y="2352"/>
                  <a:ext cx="0" cy="336"/>
                </a:xfrm>
                <a:prstGeom prst="straightConnector1">
                  <a:avLst/>
                </a:prstGeom>
                <a:noFill/>
                <a:ln cap="flat" cmpd="sng" w="25400">
                  <a:solidFill>
                    <a:schemeClr val="dk2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395" name="Google Shape;395;p36"/>
              <p:cNvGrpSpPr/>
              <p:nvPr/>
            </p:nvGrpSpPr>
            <p:grpSpPr>
              <a:xfrm>
                <a:off x="2784" y="2257"/>
                <a:ext cx="241" cy="528"/>
                <a:chOff x="2784" y="2257"/>
                <a:chExt cx="241" cy="528"/>
              </a:xfrm>
            </p:grpSpPr>
            <p:sp>
              <p:nvSpPr>
                <p:cNvPr id="396" name="Google Shape;396;p36"/>
                <p:cNvSpPr/>
                <p:nvPr/>
              </p:nvSpPr>
              <p:spPr>
                <a:xfrm rot="10800000">
                  <a:off x="2845" y="2689"/>
                  <a:ext cx="60" cy="96"/>
                </a:xfrm>
                <a:custGeom>
                  <a:rect b="b" l="l" r="r" t="t"/>
                  <a:pathLst>
                    <a:path extrusionOk="0" fill="none" h="21597" w="21600">
                      <a:moveTo>
                        <a:pt x="0" y="21597"/>
                      </a:moveTo>
                      <a:cubicBezTo>
                        <a:pt x="0" y="9808"/>
                        <a:pt x="9452" y="196"/>
                        <a:pt x="21240" y="0"/>
                      </a:cubicBezTo>
                    </a:path>
                    <a:path extrusionOk="0" h="21597" w="21600">
                      <a:moveTo>
                        <a:pt x="0" y="21597"/>
                      </a:moveTo>
                      <a:cubicBezTo>
                        <a:pt x="0" y="9808"/>
                        <a:pt x="9452" y="196"/>
                        <a:pt x="21240" y="0"/>
                      </a:cubicBezTo>
                      <a:lnTo>
                        <a:pt x="21600" y="21597"/>
                      </a:lnTo>
                      <a:lnTo>
                        <a:pt x="0" y="21597"/>
                      </a:lnTo>
                      <a:close/>
                    </a:path>
                  </a:pathLst>
                </a:custGeom>
                <a:noFill/>
                <a:ln cap="rnd" cmpd="sng" w="2540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7" name="Google Shape;397;p36"/>
                <p:cNvSpPr/>
                <p:nvPr/>
              </p:nvSpPr>
              <p:spPr>
                <a:xfrm rot="10800000">
                  <a:off x="2784" y="2689"/>
                  <a:ext cx="60" cy="96"/>
                </a:xfrm>
                <a:custGeom>
                  <a:rect b="b" l="l" r="r" t="t"/>
                  <a:pathLst>
                    <a:path extrusionOk="0" fill="none" h="21600" w="2160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extrusionOk="0" h="21600" w="2160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cap="rnd" cmpd="sng" w="2540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8" name="Google Shape;398;p36"/>
                <p:cNvSpPr/>
                <p:nvPr/>
              </p:nvSpPr>
              <p:spPr>
                <a:xfrm>
                  <a:off x="2964" y="2257"/>
                  <a:ext cx="61" cy="96"/>
                </a:xfrm>
                <a:custGeom>
                  <a:rect b="b" l="l" r="r" t="t"/>
                  <a:pathLst>
                    <a:path extrusionOk="0" fill="none" h="21600" w="21960">
                      <a:moveTo>
                        <a:pt x="0" y="3"/>
                      </a:moveTo>
                      <a:cubicBezTo>
                        <a:pt x="119" y="1"/>
                        <a:pt x="239" y="-1"/>
                        <a:pt x="360" y="0"/>
                      </a:cubicBezTo>
                      <a:cubicBezTo>
                        <a:pt x="12289" y="0"/>
                        <a:pt x="21960" y="9670"/>
                        <a:pt x="21960" y="21600"/>
                      </a:cubicBezTo>
                    </a:path>
                    <a:path extrusionOk="0" h="21600" w="21960">
                      <a:moveTo>
                        <a:pt x="0" y="3"/>
                      </a:moveTo>
                      <a:cubicBezTo>
                        <a:pt x="119" y="1"/>
                        <a:pt x="239" y="-1"/>
                        <a:pt x="360" y="0"/>
                      </a:cubicBezTo>
                      <a:cubicBezTo>
                        <a:pt x="12289" y="0"/>
                        <a:pt x="21960" y="9670"/>
                        <a:pt x="21960" y="21600"/>
                      </a:cubicBezTo>
                      <a:lnTo>
                        <a:pt x="360" y="2160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noFill/>
                <a:ln cap="rnd" cmpd="sng" w="2540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9" name="Google Shape;399;p36"/>
                <p:cNvSpPr/>
                <p:nvPr/>
              </p:nvSpPr>
              <p:spPr>
                <a:xfrm>
                  <a:off x="2905" y="2257"/>
                  <a:ext cx="60" cy="96"/>
                </a:xfrm>
                <a:custGeom>
                  <a:rect b="b" l="l" r="r" t="t"/>
                  <a:pathLst>
                    <a:path extrusionOk="0" fill="none" h="21597" w="21600">
                      <a:moveTo>
                        <a:pt x="0" y="21597"/>
                      </a:moveTo>
                      <a:cubicBezTo>
                        <a:pt x="0" y="9808"/>
                        <a:pt x="9452" y="196"/>
                        <a:pt x="21240" y="0"/>
                      </a:cubicBezTo>
                    </a:path>
                    <a:path extrusionOk="0" h="21597" w="21600">
                      <a:moveTo>
                        <a:pt x="0" y="21597"/>
                      </a:moveTo>
                      <a:cubicBezTo>
                        <a:pt x="0" y="9808"/>
                        <a:pt x="9452" y="196"/>
                        <a:pt x="21240" y="0"/>
                      </a:cubicBezTo>
                      <a:lnTo>
                        <a:pt x="21600" y="21597"/>
                      </a:lnTo>
                      <a:lnTo>
                        <a:pt x="0" y="21597"/>
                      </a:lnTo>
                      <a:close/>
                    </a:path>
                  </a:pathLst>
                </a:custGeom>
                <a:noFill/>
                <a:ln cap="rnd" cmpd="sng" w="2540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00" name="Google Shape;400;p36"/>
                <p:cNvCxnSpPr/>
                <p:nvPr/>
              </p:nvCxnSpPr>
              <p:spPr>
                <a:xfrm rot="10800000">
                  <a:off x="2904" y="2352"/>
                  <a:ext cx="0" cy="336"/>
                </a:xfrm>
                <a:prstGeom prst="straightConnector1">
                  <a:avLst/>
                </a:prstGeom>
                <a:noFill/>
                <a:ln cap="flat" cmpd="sng" w="25400">
                  <a:solidFill>
                    <a:schemeClr val="dk2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</p:grpSp>
          <p:cxnSp>
            <p:nvCxnSpPr>
              <p:cNvPr id="401" name="Google Shape;401;p36"/>
              <p:cNvCxnSpPr/>
              <p:nvPr/>
            </p:nvCxnSpPr>
            <p:spPr>
              <a:xfrm rot="10800000">
                <a:off x="2304" y="1872"/>
                <a:ext cx="0" cy="480"/>
              </a:xfrm>
              <a:prstGeom prst="straightConnector1">
                <a:avLst/>
              </a:prstGeom>
              <a:noFill/>
              <a:ln cap="flat" cmpd="sng" w="25400">
                <a:solidFill>
                  <a:schemeClr val="dk2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402" name="Google Shape;402;p36"/>
              <p:cNvCxnSpPr/>
              <p:nvPr/>
            </p:nvCxnSpPr>
            <p:spPr>
              <a:xfrm>
                <a:off x="3024" y="2688"/>
                <a:ext cx="0" cy="576"/>
              </a:xfrm>
              <a:prstGeom prst="straightConnector1">
                <a:avLst/>
              </a:prstGeom>
              <a:noFill/>
              <a:ln cap="flat" cmpd="sng" w="25400">
                <a:solidFill>
                  <a:schemeClr val="dk2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</p:grpSp>
        <p:cxnSp>
          <p:nvCxnSpPr>
            <p:cNvPr id="403" name="Google Shape;403;p36"/>
            <p:cNvCxnSpPr/>
            <p:nvPr/>
          </p:nvCxnSpPr>
          <p:spPr>
            <a:xfrm>
              <a:off x="4876800" y="3238500"/>
              <a:ext cx="0" cy="685800"/>
            </a:xfrm>
            <a:prstGeom prst="straightConnector1">
              <a:avLst/>
            </a:prstGeom>
            <a:noFill/>
            <a:ln cap="flat" cmpd="sng" w="508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404" name="Google Shape;404;p36"/>
            <p:cNvCxnSpPr/>
            <p:nvPr/>
          </p:nvCxnSpPr>
          <p:spPr>
            <a:xfrm>
              <a:off x="4876800" y="4762500"/>
              <a:ext cx="0" cy="685800"/>
            </a:xfrm>
            <a:prstGeom prst="straightConnector1">
              <a:avLst/>
            </a:prstGeom>
            <a:noFill/>
            <a:ln cap="flat" cmpd="sng" w="508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grpSp>
          <p:nvGrpSpPr>
            <p:cNvPr id="405" name="Google Shape;405;p36"/>
            <p:cNvGrpSpPr/>
            <p:nvPr/>
          </p:nvGrpSpPr>
          <p:grpSpPr>
            <a:xfrm>
              <a:off x="4870450" y="3727450"/>
              <a:ext cx="315913" cy="1096963"/>
              <a:chOff x="3356" y="2180"/>
              <a:chExt cx="199" cy="691"/>
            </a:xfrm>
          </p:grpSpPr>
          <p:grpSp>
            <p:nvGrpSpPr>
              <p:cNvPr id="406" name="Google Shape;406;p36"/>
              <p:cNvGrpSpPr/>
              <p:nvPr/>
            </p:nvGrpSpPr>
            <p:grpSpPr>
              <a:xfrm>
                <a:off x="3356" y="2180"/>
                <a:ext cx="199" cy="691"/>
                <a:chOff x="3356" y="2180"/>
                <a:chExt cx="199" cy="691"/>
              </a:xfrm>
            </p:grpSpPr>
            <p:cxnSp>
              <p:nvCxnSpPr>
                <p:cNvPr id="407" name="Google Shape;407;p36"/>
                <p:cNvCxnSpPr/>
                <p:nvPr/>
              </p:nvCxnSpPr>
              <p:spPr>
                <a:xfrm flipH="1">
                  <a:off x="3356" y="2180"/>
                  <a:ext cx="199" cy="691"/>
                </a:xfrm>
                <a:prstGeom prst="straightConnector1">
                  <a:avLst/>
                </a:prstGeom>
                <a:noFill/>
                <a:ln cap="flat" cmpd="sng" w="50800">
                  <a:solidFill>
                    <a:schemeClr val="dk1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sp>
              <p:nvSpPr>
                <p:cNvPr id="408" name="Google Shape;408;p36"/>
                <p:cNvSpPr txBox="1"/>
                <p:nvPr/>
              </p:nvSpPr>
              <p:spPr>
                <a:xfrm rot="960000">
                  <a:off x="3484" y="2221"/>
                  <a:ext cx="42" cy="88"/>
                </a:xfrm>
                <a:prstGeom prst="rect">
                  <a:avLst/>
                </a:prstGeom>
                <a:solidFill>
                  <a:schemeClr val="dk2"/>
                </a:solidFill>
                <a:ln cap="flat" cmpd="sng" w="12700">
                  <a:solidFill>
                    <a:schemeClr val="dk2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09" name="Google Shape;409;p36"/>
              <p:cNvSpPr txBox="1"/>
              <p:nvPr/>
            </p:nvSpPr>
            <p:spPr>
              <a:xfrm rot="960000">
                <a:off x="3399" y="2497"/>
                <a:ext cx="41" cy="137"/>
              </a:xfrm>
              <a:prstGeom prst="rect">
                <a:avLst/>
              </a:prstGeom>
              <a:solidFill>
                <a:schemeClr val="accent2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0" name="Google Shape;410;p36"/>
            <p:cNvSpPr/>
            <p:nvPr/>
          </p:nvSpPr>
          <p:spPr>
            <a:xfrm>
              <a:off x="4813300" y="4699000"/>
              <a:ext cx="127000" cy="127000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" name="Google Shape;411;p36"/>
            <p:cNvSpPr txBox="1"/>
            <p:nvPr/>
          </p:nvSpPr>
          <p:spPr>
            <a:xfrm>
              <a:off x="2825750" y="3244850"/>
              <a:ext cx="2730500" cy="21971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12" name="Google Shape;412;p36"/>
            <p:cNvGrpSpPr/>
            <p:nvPr/>
          </p:nvGrpSpPr>
          <p:grpSpPr>
            <a:xfrm>
              <a:off x="3184525" y="2659063"/>
              <a:ext cx="1160463" cy="2789238"/>
              <a:chOff x="2294" y="1507"/>
              <a:chExt cx="731" cy="1757"/>
            </a:xfrm>
          </p:grpSpPr>
          <p:grpSp>
            <p:nvGrpSpPr>
              <p:cNvPr id="413" name="Google Shape;413;p36"/>
              <p:cNvGrpSpPr/>
              <p:nvPr/>
            </p:nvGrpSpPr>
            <p:grpSpPr>
              <a:xfrm>
                <a:off x="2304" y="1872"/>
                <a:ext cx="721" cy="1392"/>
                <a:chOff x="2304" y="1872"/>
                <a:chExt cx="721" cy="1392"/>
              </a:xfrm>
            </p:grpSpPr>
            <p:grpSp>
              <p:nvGrpSpPr>
                <p:cNvPr id="414" name="Google Shape;414;p36"/>
                <p:cNvGrpSpPr/>
                <p:nvPr/>
              </p:nvGrpSpPr>
              <p:grpSpPr>
                <a:xfrm>
                  <a:off x="2304" y="2257"/>
                  <a:ext cx="241" cy="528"/>
                  <a:chOff x="2304" y="2257"/>
                  <a:chExt cx="241" cy="528"/>
                </a:xfrm>
              </p:grpSpPr>
              <p:sp>
                <p:nvSpPr>
                  <p:cNvPr id="415" name="Google Shape;415;p36"/>
                  <p:cNvSpPr/>
                  <p:nvPr/>
                </p:nvSpPr>
                <p:spPr>
                  <a:xfrm rot="10800000">
                    <a:off x="2365" y="2689"/>
                    <a:ext cx="60" cy="96"/>
                  </a:xfrm>
                  <a:custGeom>
                    <a:rect b="b" l="l" r="r" t="t"/>
                    <a:pathLst>
                      <a:path extrusionOk="0" fill="none" h="21597" w="21600">
                        <a:moveTo>
                          <a:pt x="0" y="21597"/>
                        </a:moveTo>
                        <a:cubicBezTo>
                          <a:pt x="0" y="9808"/>
                          <a:pt x="9452" y="196"/>
                          <a:pt x="21240" y="0"/>
                        </a:cubicBezTo>
                      </a:path>
                      <a:path extrusionOk="0" h="21597" w="21600">
                        <a:moveTo>
                          <a:pt x="0" y="21597"/>
                        </a:moveTo>
                        <a:cubicBezTo>
                          <a:pt x="0" y="9808"/>
                          <a:pt x="9452" y="196"/>
                          <a:pt x="21240" y="0"/>
                        </a:cubicBezTo>
                        <a:lnTo>
                          <a:pt x="21600" y="21597"/>
                        </a:lnTo>
                        <a:lnTo>
                          <a:pt x="0" y="21597"/>
                        </a:lnTo>
                        <a:close/>
                      </a:path>
                    </a:pathLst>
                  </a:custGeom>
                  <a:noFill/>
                  <a:ln cap="rnd" cmpd="sng" w="25400">
                    <a:solidFill>
                      <a:srgbClr val="FF33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16" name="Google Shape;416;p36"/>
                  <p:cNvSpPr/>
                  <p:nvPr/>
                </p:nvSpPr>
                <p:spPr>
                  <a:xfrm rot="10800000">
                    <a:off x="2304" y="2689"/>
                    <a:ext cx="60" cy="96"/>
                  </a:xfrm>
                  <a:custGeom>
                    <a:rect b="b" l="l" r="r" t="t"/>
                    <a:pathLst>
                      <a:path extrusionOk="0" fill="none" h="21600" w="2160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extrusionOk="0" h="21600" w="2160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cap="rnd" cmpd="sng" w="25400">
                    <a:solidFill>
                      <a:srgbClr val="FF33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17" name="Google Shape;417;p36"/>
                  <p:cNvSpPr/>
                  <p:nvPr/>
                </p:nvSpPr>
                <p:spPr>
                  <a:xfrm>
                    <a:off x="2484" y="2257"/>
                    <a:ext cx="61" cy="96"/>
                  </a:xfrm>
                  <a:custGeom>
                    <a:rect b="b" l="l" r="r" t="t"/>
                    <a:pathLst>
                      <a:path extrusionOk="0" fill="none" h="21600" w="21960">
                        <a:moveTo>
                          <a:pt x="0" y="3"/>
                        </a:moveTo>
                        <a:cubicBezTo>
                          <a:pt x="119" y="1"/>
                          <a:pt x="239" y="-1"/>
                          <a:pt x="360" y="0"/>
                        </a:cubicBezTo>
                        <a:cubicBezTo>
                          <a:pt x="12289" y="0"/>
                          <a:pt x="21960" y="9670"/>
                          <a:pt x="21960" y="21600"/>
                        </a:cubicBezTo>
                      </a:path>
                      <a:path extrusionOk="0" h="21600" w="21960">
                        <a:moveTo>
                          <a:pt x="0" y="3"/>
                        </a:moveTo>
                        <a:cubicBezTo>
                          <a:pt x="119" y="1"/>
                          <a:pt x="239" y="-1"/>
                          <a:pt x="360" y="0"/>
                        </a:cubicBezTo>
                        <a:cubicBezTo>
                          <a:pt x="12289" y="0"/>
                          <a:pt x="21960" y="9670"/>
                          <a:pt x="21960" y="21600"/>
                        </a:cubicBezTo>
                        <a:lnTo>
                          <a:pt x="360" y="21600"/>
                        </a:lnTo>
                        <a:lnTo>
                          <a:pt x="0" y="3"/>
                        </a:lnTo>
                        <a:close/>
                      </a:path>
                    </a:pathLst>
                  </a:custGeom>
                  <a:noFill/>
                  <a:ln cap="rnd" cmpd="sng" w="25400">
                    <a:solidFill>
                      <a:srgbClr val="FF33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18" name="Google Shape;418;p36"/>
                  <p:cNvSpPr/>
                  <p:nvPr/>
                </p:nvSpPr>
                <p:spPr>
                  <a:xfrm>
                    <a:off x="2425" y="2257"/>
                    <a:ext cx="60" cy="96"/>
                  </a:xfrm>
                  <a:custGeom>
                    <a:rect b="b" l="l" r="r" t="t"/>
                    <a:pathLst>
                      <a:path extrusionOk="0" fill="none" h="21597" w="21600">
                        <a:moveTo>
                          <a:pt x="0" y="21597"/>
                        </a:moveTo>
                        <a:cubicBezTo>
                          <a:pt x="0" y="9808"/>
                          <a:pt x="9452" y="196"/>
                          <a:pt x="21240" y="0"/>
                        </a:cubicBezTo>
                      </a:path>
                      <a:path extrusionOk="0" h="21597" w="21600">
                        <a:moveTo>
                          <a:pt x="0" y="21597"/>
                        </a:moveTo>
                        <a:cubicBezTo>
                          <a:pt x="0" y="9808"/>
                          <a:pt x="9452" y="196"/>
                          <a:pt x="21240" y="0"/>
                        </a:cubicBezTo>
                        <a:lnTo>
                          <a:pt x="21600" y="21597"/>
                        </a:lnTo>
                        <a:lnTo>
                          <a:pt x="0" y="21597"/>
                        </a:lnTo>
                        <a:close/>
                      </a:path>
                    </a:pathLst>
                  </a:custGeom>
                  <a:noFill/>
                  <a:ln cap="rnd" cmpd="sng" w="25400">
                    <a:solidFill>
                      <a:srgbClr val="FF33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419" name="Google Shape;419;p36"/>
                  <p:cNvCxnSpPr/>
                  <p:nvPr/>
                </p:nvCxnSpPr>
                <p:spPr>
                  <a:xfrm rot="10800000">
                    <a:off x="2424" y="2352"/>
                    <a:ext cx="0" cy="336"/>
                  </a:xfrm>
                  <a:prstGeom prst="straightConnector1">
                    <a:avLst/>
                  </a:prstGeom>
                  <a:noFill/>
                  <a:ln cap="flat" cmpd="sng" w="25400">
                    <a:solidFill>
                      <a:srgbClr val="FF3300"/>
                    </a:solidFill>
                    <a:prstDash val="solid"/>
                    <a:miter lim="800000"/>
                    <a:headEnd len="med" w="med" type="none"/>
                    <a:tailEnd len="med" w="med" type="none"/>
                  </a:ln>
                </p:spPr>
              </p:cxnSp>
            </p:grpSp>
            <p:grpSp>
              <p:nvGrpSpPr>
                <p:cNvPr id="420" name="Google Shape;420;p36"/>
                <p:cNvGrpSpPr/>
                <p:nvPr/>
              </p:nvGrpSpPr>
              <p:grpSpPr>
                <a:xfrm>
                  <a:off x="2544" y="2257"/>
                  <a:ext cx="241" cy="528"/>
                  <a:chOff x="2544" y="2257"/>
                  <a:chExt cx="241" cy="528"/>
                </a:xfrm>
              </p:grpSpPr>
              <p:sp>
                <p:nvSpPr>
                  <p:cNvPr id="421" name="Google Shape;421;p36"/>
                  <p:cNvSpPr/>
                  <p:nvPr/>
                </p:nvSpPr>
                <p:spPr>
                  <a:xfrm rot="10800000">
                    <a:off x="2605" y="2689"/>
                    <a:ext cx="60" cy="96"/>
                  </a:xfrm>
                  <a:custGeom>
                    <a:rect b="b" l="l" r="r" t="t"/>
                    <a:pathLst>
                      <a:path extrusionOk="0" fill="none" h="21597" w="21600">
                        <a:moveTo>
                          <a:pt x="0" y="21597"/>
                        </a:moveTo>
                        <a:cubicBezTo>
                          <a:pt x="0" y="9808"/>
                          <a:pt x="9452" y="196"/>
                          <a:pt x="21240" y="0"/>
                        </a:cubicBezTo>
                      </a:path>
                      <a:path extrusionOk="0" h="21597" w="21600">
                        <a:moveTo>
                          <a:pt x="0" y="21597"/>
                        </a:moveTo>
                        <a:cubicBezTo>
                          <a:pt x="0" y="9808"/>
                          <a:pt x="9452" y="196"/>
                          <a:pt x="21240" y="0"/>
                        </a:cubicBezTo>
                        <a:lnTo>
                          <a:pt x="21600" y="21597"/>
                        </a:lnTo>
                        <a:lnTo>
                          <a:pt x="0" y="21597"/>
                        </a:lnTo>
                        <a:close/>
                      </a:path>
                    </a:pathLst>
                  </a:custGeom>
                  <a:noFill/>
                  <a:ln cap="rnd" cmpd="sng" w="25400">
                    <a:solidFill>
                      <a:srgbClr val="FF33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22" name="Google Shape;422;p36"/>
                  <p:cNvSpPr/>
                  <p:nvPr/>
                </p:nvSpPr>
                <p:spPr>
                  <a:xfrm rot="10800000">
                    <a:off x="2544" y="2689"/>
                    <a:ext cx="60" cy="96"/>
                  </a:xfrm>
                  <a:custGeom>
                    <a:rect b="b" l="l" r="r" t="t"/>
                    <a:pathLst>
                      <a:path extrusionOk="0" fill="none" h="21600" w="2160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extrusionOk="0" h="21600" w="2160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cap="rnd" cmpd="sng" w="25400">
                    <a:solidFill>
                      <a:srgbClr val="FF33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23" name="Google Shape;423;p36"/>
                  <p:cNvSpPr/>
                  <p:nvPr/>
                </p:nvSpPr>
                <p:spPr>
                  <a:xfrm>
                    <a:off x="2724" y="2257"/>
                    <a:ext cx="61" cy="96"/>
                  </a:xfrm>
                  <a:custGeom>
                    <a:rect b="b" l="l" r="r" t="t"/>
                    <a:pathLst>
                      <a:path extrusionOk="0" fill="none" h="21600" w="21960">
                        <a:moveTo>
                          <a:pt x="0" y="3"/>
                        </a:moveTo>
                        <a:cubicBezTo>
                          <a:pt x="119" y="1"/>
                          <a:pt x="239" y="-1"/>
                          <a:pt x="360" y="0"/>
                        </a:cubicBezTo>
                        <a:cubicBezTo>
                          <a:pt x="12289" y="0"/>
                          <a:pt x="21960" y="9670"/>
                          <a:pt x="21960" y="21600"/>
                        </a:cubicBezTo>
                      </a:path>
                      <a:path extrusionOk="0" h="21600" w="21960">
                        <a:moveTo>
                          <a:pt x="0" y="3"/>
                        </a:moveTo>
                        <a:cubicBezTo>
                          <a:pt x="119" y="1"/>
                          <a:pt x="239" y="-1"/>
                          <a:pt x="360" y="0"/>
                        </a:cubicBezTo>
                        <a:cubicBezTo>
                          <a:pt x="12289" y="0"/>
                          <a:pt x="21960" y="9670"/>
                          <a:pt x="21960" y="21600"/>
                        </a:cubicBezTo>
                        <a:lnTo>
                          <a:pt x="360" y="21600"/>
                        </a:lnTo>
                        <a:lnTo>
                          <a:pt x="0" y="3"/>
                        </a:lnTo>
                        <a:close/>
                      </a:path>
                    </a:pathLst>
                  </a:custGeom>
                  <a:noFill/>
                  <a:ln cap="rnd" cmpd="sng" w="25400">
                    <a:solidFill>
                      <a:srgbClr val="FF33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24" name="Google Shape;424;p36"/>
                  <p:cNvSpPr/>
                  <p:nvPr/>
                </p:nvSpPr>
                <p:spPr>
                  <a:xfrm>
                    <a:off x="2665" y="2257"/>
                    <a:ext cx="60" cy="96"/>
                  </a:xfrm>
                  <a:custGeom>
                    <a:rect b="b" l="l" r="r" t="t"/>
                    <a:pathLst>
                      <a:path extrusionOk="0" fill="none" h="21597" w="21600">
                        <a:moveTo>
                          <a:pt x="0" y="21597"/>
                        </a:moveTo>
                        <a:cubicBezTo>
                          <a:pt x="0" y="9808"/>
                          <a:pt x="9452" y="196"/>
                          <a:pt x="21240" y="0"/>
                        </a:cubicBezTo>
                      </a:path>
                      <a:path extrusionOk="0" h="21597" w="21600">
                        <a:moveTo>
                          <a:pt x="0" y="21597"/>
                        </a:moveTo>
                        <a:cubicBezTo>
                          <a:pt x="0" y="9808"/>
                          <a:pt x="9452" y="196"/>
                          <a:pt x="21240" y="0"/>
                        </a:cubicBezTo>
                        <a:lnTo>
                          <a:pt x="21600" y="21597"/>
                        </a:lnTo>
                        <a:lnTo>
                          <a:pt x="0" y="21597"/>
                        </a:lnTo>
                        <a:close/>
                      </a:path>
                    </a:pathLst>
                  </a:custGeom>
                  <a:noFill/>
                  <a:ln cap="rnd" cmpd="sng" w="25400">
                    <a:solidFill>
                      <a:srgbClr val="FF33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425" name="Google Shape;425;p36"/>
                  <p:cNvCxnSpPr/>
                  <p:nvPr/>
                </p:nvCxnSpPr>
                <p:spPr>
                  <a:xfrm rot="10800000">
                    <a:off x="2664" y="2352"/>
                    <a:ext cx="0" cy="336"/>
                  </a:xfrm>
                  <a:prstGeom prst="straightConnector1">
                    <a:avLst/>
                  </a:prstGeom>
                  <a:noFill/>
                  <a:ln cap="flat" cmpd="sng" w="25400">
                    <a:solidFill>
                      <a:srgbClr val="FF3300"/>
                    </a:solidFill>
                    <a:prstDash val="solid"/>
                    <a:miter lim="800000"/>
                    <a:headEnd len="med" w="med" type="none"/>
                    <a:tailEnd len="med" w="med" type="none"/>
                  </a:ln>
                </p:spPr>
              </p:cxnSp>
            </p:grpSp>
            <p:grpSp>
              <p:nvGrpSpPr>
                <p:cNvPr id="426" name="Google Shape;426;p36"/>
                <p:cNvGrpSpPr/>
                <p:nvPr/>
              </p:nvGrpSpPr>
              <p:grpSpPr>
                <a:xfrm>
                  <a:off x="2784" y="2257"/>
                  <a:ext cx="241" cy="528"/>
                  <a:chOff x="2784" y="2257"/>
                  <a:chExt cx="241" cy="528"/>
                </a:xfrm>
              </p:grpSpPr>
              <p:sp>
                <p:nvSpPr>
                  <p:cNvPr id="427" name="Google Shape;427;p36"/>
                  <p:cNvSpPr/>
                  <p:nvPr/>
                </p:nvSpPr>
                <p:spPr>
                  <a:xfrm rot="10800000">
                    <a:off x="2845" y="2689"/>
                    <a:ext cx="60" cy="96"/>
                  </a:xfrm>
                  <a:custGeom>
                    <a:rect b="b" l="l" r="r" t="t"/>
                    <a:pathLst>
                      <a:path extrusionOk="0" fill="none" h="21597" w="21600">
                        <a:moveTo>
                          <a:pt x="0" y="21597"/>
                        </a:moveTo>
                        <a:cubicBezTo>
                          <a:pt x="0" y="9808"/>
                          <a:pt x="9452" y="196"/>
                          <a:pt x="21240" y="0"/>
                        </a:cubicBezTo>
                      </a:path>
                      <a:path extrusionOk="0" h="21597" w="21600">
                        <a:moveTo>
                          <a:pt x="0" y="21597"/>
                        </a:moveTo>
                        <a:cubicBezTo>
                          <a:pt x="0" y="9808"/>
                          <a:pt x="9452" y="196"/>
                          <a:pt x="21240" y="0"/>
                        </a:cubicBezTo>
                        <a:lnTo>
                          <a:pt x="21600" y="21597"/>
                        </a:lnTo>
                        <a:lnTo>
                          <a:pt x="0" y="21597"/>
                        </a:lnTo>
                        <a:close/>
                      </a:path>
                    </a:pathLst>
                  </a:custGeom>
                  <a:noFill/>
                  <a:ln cap="rnd" cmpd="sng" w="25400">
                    <a:solidFill>
                      <a:srgbClr val="FF33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28" name="Google Shape;428;p36"/>
                  <p:cNvSpPr/>
                  <p:nvPr/>
                </p:nvSpPr>
                <p:spPr>
                  <a:xfrm rot="10800000">
                    <a:off x="2784" y="2689"/>
                    <a:ext cx="60" cy="96"/>
                  </a:xfrm>
                  <a:custGeom>
                    <a:rect b="b" l="l" r="r" t="t"/>
                    <a:pathLst>
                      <a:path extrusionOk="0" fill="none" h="21600" w="2160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extrusionOk="0" h="21600" w="2160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cap="rnd" cmpd="sng" w="25400">
                    <a:solidFill>
                      <a:srgbClr val="FF33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29" name="Google Shape;429;p36"/>
                  <p:cNvSpPr/>
                  <p:nvPr/>
                </p:nvSpPr>
                <p:spPr>
                  <a:xfrm>
                    <a:off x="2964" y="2257"/>
                    <a:ext cx="61" cy="96"/>
                  </a:xfrm>
                  <a:custGeom>
                    <a:rect b="b" l="l" r="r" t="t"/>
                    <a:pathLst>
                      <a:path extrusionOk="0" fill="none" h="21600" w="21960">
                        <a:moveTo>
                          <a:pt x="0" y="3"/>
                        </a:moveTo>
                        <a:cubicBezTo>
                          <a:pt x="119" y="1"/>
                          <a:pt x="239" y="-1"/>
                          <a:pt x="360" y="0"/>
                        </a:cubicBezTo>
                        <a:cubicBezTo>
                          <a:pt x="12289" y="0"/>
                          <a:pt x="21960" y="9670"/>
                          <a:pt x="21960" y="21600"/>
                        </a:cubicBezTo>
                      </a:path>
                      <a:path extrusionOk="0" h="21600" w="21960">
                        <a:moveTo>
                          <a:pt x="0" y="3"/>
                        </a:moveTo>
                        <a:cubicBezTo>
                          <a:pt x="119" y="1"/>
                          <a:pt x="239" y="-1"/>
                          <a:pt x="360" y="0"/>
                        </a:cubicBezTo>
                        <a:cubicBezTo>
                          <a:pt x="12289" y="0"/>
                          <a:pt x="21960" y="9670"/>
                          <a:pt x="21960" y="21600"/>
                        </a:cubicBezTo>
                        <a:lnTo>
                          <a:pt x="360" y="21600"/>
                        </a:lnTo>
                        <a:lnTo>
                          <a:pt x="0" y="3"/>
                        </a:lnTo>
                        <a:close/>
                      </a:path>
                    </a:pathLst>
                  </a:custGeom>
                  <a:noFill/>
                  <a:ln cap="rnd" cmpd="sng" w="25400">
                    <a:solidFill>
                      <a:srgbClr val="FF33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30" name="Google Shape;430;p36"/>
                  <p:cNvSpPr/>
                  <p:nvPr/>
                </p:nvSpPr>
                <p:spPr>
                  <a:xfrm>
                    <a:off x="2905" y="2257"/>
                    <a:ext cx="60" cy="96"/>
                  </a:xfrm>
                  <a:custGeom>
                    <a:rect b="b" l="l" r="r" t="t"/>
                    <a:pathLst>
                      <a:path extrusionOk="0" fill="none" h="21597" w="21600">
                        <a:moveTo>
                          <a:pt x="0" y="21597"/>
                        </a:moveTo>
                        <a:cubicBezTo>
                          <a:pt x="0" y="9808"/>
                          <a:pt x="9452" y="196"/>
                          <a:pt x="21240" y="0"/>
                        </a:cubicBezTo>
                      </a:path>
                      <a:path extrusionOk="0" h="21597" w="21600">
                        <a:moveTo>
                          <a:pt x="0" y="21597"/>
                        </a:moveTo>
                        <a:cubicBezTo>
                          <a:pt x="0" y="9808"/>
                          <a:pt x="9452" y="196"/>
                          <a:pt x="21240" y="0"/>
                        </a:cubicBezTo>
                        <a:lnTo>
                          <a:pt x="21600" y="21597"/>
                        </a:lnTo>
                        <a:lnTo>
                          <a:pt x="0" y="21597"/>
                        </a:lnTo>
                        <a:close/>
                      </a:path>
                    </a:pathLst>
                  </a:custGeom>
                  <a:noFill/>
                  <a:ln cap="rnd" cmpd="sng" w="25400">
                    <a:solidFill>
                      <a:srgbClr val="FF33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431" name="Google Shape;431;p36"/>
                  <p:cNvCxnSpPr/>
                  <p:nvPr/>
                </p:nvCxnSpPr>
                <p:spPr>
                  <a:xfrm rot="10800000">
                    <a:off x="2904" y="2352"/>
                    <a:ext cx="0" cy="336"/>
                  </a:xfrm>
                  <a:prstGeom prst="straightConnector1">
                    <a:avLst/>
                  </a:prstGeom>
                  <a:noFill/>
                  <a:ln cap="flat" cmpd="sng" w="25400">
                    <a:solidFill>
                      <a:srgbClr val="FF3300"/>
                    </a:solidFill>
                    <a:prstDash val="solid"/>
                    <a:miter lim="800000"/>
                    <a:headEnd len="med" w="med" type="none"/>
                    <a:tailEnd len="med" w="med" type="none"/>
                  </a:ln>
                </p:spPr>
              </p:cxnSp>
            </p:grpSp>
            <p:cxnSp>
              <p:nvCxnSpPr>
                <p:cNvPr id="432" name="Google Shape;432;p36"/>
                <p:cNvCxnSpPr/>
                <p:nvPr/>
              </p:nvCxnSpPr>
              <p:spPr>
                <a:xfrm rot="10800000">
                  <a:off x="2304" y="1872"/>
                  <a:ext cx="0" cy="480"/>
                </a:xfrm>
                <a:prstGeom prst="straightConnector1">
                  <a:avLst/>
                </a:prstGeom>
                <a:noFill/>
                <a:ln cap="flat" cmpd="sng" w="25400">
                  <a:solidFill>
                    <a:srgbClr val="FF3300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433" name="Google Shape;433;p36"/>
                <p:cNvCxnSpPr/>
                <p:nvPr/>
              </p:nvCxnSpPr>
              <p:spPr>
                <a:xfrm>
                  <a:off x="3024" y="2688"/>
                  <a:ext cx="0" cy="576"/>
                </a:xfrm>
                <a:prstGeom prst="straightConnector1">
                  <a:avLst/>
                </a:prstGeom>
                <a:noFill/>
                <a:ln cap="flat" cmpd="sng" w="25400">
                  <a:solidFill>
                    <a:srgbClr val="FF3300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434" name="Google Shape;434;p36"/>
              <p:cNvSpPr txBox="1"/>
              <p:nvPr/>
            </p:nvSpPr>
            <p:spPr>
              <a:xfrm>
                <a:off x="2294" y="1507"/>
                <a:ext cx="310" cy="1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6025" lIns="92075" spcFirstLastPara="1" rIns="92075" wrap="square" tIns="46025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35" name="Google Shape;435;p36"/>
            <p:cNvSpPr txBox="1"/>
            <p:nvPr/>
          </p:nvSpPr>
          <p:spPr>
            <a:xfrm>
              <a:off x="5008570" y="2862261"/>
              <a:ext cx="185738" cy="2984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36" name="Google Shape;436;p36"/>
            <p:cNvCxnSpPr/>
            <p:nvPr/>
          </p:nvCxnSpPr>
          <p:spPr>
            <a:xfrm>
              <a:off x="4343400" y="5447891"/>
              <a:ext cx="0" cy="114284"/>
            </a:xfrm>
            <a:prstGeom prst="straightConnector1">
              <a:avLst/>
            </a:prstGeom>
            <a:noFill/>
            <a:ln cap="flat" cmpd="sng" w="28575">
              <a:solidFill>
                <a:srgbClr val="292989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437" name="Google Shape;437;p36"/>
            <p:cNvCxnSpPr/>
            <p:nvPr/>
          </p:nvCxnSpPr>
          <p:spPr>
            <a:xfrm>
              <a:off x="4343400" y="5562175"/>
              <a:ext cx="0" cy="9524"/>
            </a:xfrm>
            <a:prstGeom prst="straightConnector1">
              <a:avLst/>
            </a:prstGeom>
            <a:noFill/>
            <a:ln cap="flat" cmpd="sng" w="9525">
              <a:solidFill>
                <a:srgbClr val="292989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438" name="Google Shape;438;p36"/>
            <p:cNvCxnSpPr/>
            <p:nvPr/>
          </p:nvCxnSpPr>
          <p:spPr>
            <a:xfrm>
              <a:off x="4876800" y="2859031"/>
              <a:ext cx="3025775" cy="7936"/>
            </a:xfrm>
            <a:prstGeom prst="straightConnector1">
              <a:avLst/>
            </a:prstGeom>
            <a:noFill/>
            <a:ln cap="flat" cmpd="sng" w="28575">
              <a:solidFill>
                <a:srgbClr val="292989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439" name="Google Shape;439;p36"/>
            <p:cNvCxnSpPr/>
            <p:nvPr/>
          </p:nvCxnSpPr>
          <p:spPr>
            <a:xfrm>
              <a:off x="4876800" y="5571699"/>
              <a:ext cx="1473200" cy="0"/>
            </a:xfrm>
            <a:prstGeom prst="straightConnector1">
              <a:avLst/>
            </a:prstGeom>
            <a:noFill/>
            <a:ln cap="flat" cmpd="sng" w="28575">
              <a:solidFill>
                <a:srgbClr val="292989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440" name="Google Shape;440;p36"/>
            <p:cNvCxnSpPr/>
            <p:nvPr/>
          </p:nvCxnSpPr>
          <p:spPr>
            <a:xfrm flipH="1" rot="10800000">
              <a:off x="6683375" y="5562175"/>
              <a:ext cx="1219200" cy="9524"/>
            </a:xfrm>
            <a:prstGeom prst="straightConnector1">
              <a:avLst/>
            </a:prstGeom>
            <a:noFill/>
            <a:ln cap="flat" cmpd="sng" w="28575">
              <a:solidFill>
                <a:srgbClr val="292989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441" name="Google Shape;441;p36"/>
            <p:cNvSpPr/>
            <p:nvPr/>
          </p:nvSpPr>
          <p:spPr>
            <a:xfrm>
              <a:off x="7680325" y="3666958"/>
              <a:ext cx="450850" cy="568248"/>
            </a:xfrm>
            <a:prstGeom prst="ellipse">
              <a:avLst/>
            </a:prstGeom>
            <a:solidFill>
              <a:schemeClr val="lt1"/>
            </a:solidFill>
            <a:ln cap="flat" cmpd="sng" w="28575">
              <a:solidFill>
                <a:srgbClr val="2D2D8A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" name="Google Shape;442;p36"/>
            <p:cNvSpPr/>
            <p:nvPr/>
          </p:nvSpPr>
          <p:spPr>
            <a:xfrm>
              <a:off x="7750175" y="3890766"/>
              <a:ext cx="304800" cy="119046"/>
            </a:xfrm>
            <a:custGeom>
              <a:rect b="b" l="l" r="r" t="t"/>
              <a:pathLst>
                <a:path extrusionOk="0" h="903320" w="678873">
                  <a:moveTo>
                    <a:pt x="0" y="482049"/>
                  </a:moveTo>
                  <a:cubicBezTo>
                    <a:pt x="83127" y="211885"/>
                    <a:pt x="166255" y="-58279"/>
                    <a:pt x="249382" y="10994"/>
                  </a:cubicBezTo>
                  <a:cubicBezTo>
                    <a:pt x="332509" y="80267"/>
                    <a:pt x="427182" y="830721"/>
                    <a:pt x="498764" y="897685"/>
                  </a:cubicBezTo>
                  <a:cubicBezTo>
                    <a:pt x="570346" y="964649"/>
                    <a:pt x="678873" y="412776"/>
                    <a:pt x="678873" y="412776"/>
                  </a:cubicBezTo>
                  <a:lnTo>
                    <a:pt x="678873" y="412776"/>
                  </a:lnTo>
                </a:path>
              </a:pathLst>
            </a:custGeom>
            <a:noFill/>
            <a:ln cap="flat" cmpd="sng" w="25400">
              <a:solidFill>
                <a:srgbClr val="89A4A7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43" name="Google Shape;443;p36"/>
            <p:cNvCxnSpPr/>
            <p:nvPr/>
          </p:nvCxnSpPr>
          <p:spPr>
            <a:xfrm>
              <a:off x="7902575" y="2866967"/>
              <a:ext cx="0" cy="838086"/>
            </a:xfrm>
            <a:prstGeom prst="straightConnector1">
              <a:avLst/>
            </a:prstGeom>
            <a:noFill/>
            <a:ln cap="flat" cmpd="sng" w="28575">
              <a:solidFill>
                <a:srgbClr val="292989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444" name="Google Shape;444;p36"/>
            <p:cNvCxnSpPr/>
            <p:nvPr/>
          </p:nvCxnSpPr>
          <p:spPr>
            <a:xfrm flipH="1" rot="10800000">
              <a:off x="7902575" y="4235206"/>
              <a:ext cx="3175" cy="1336493"/>
            </a:xfrm>
            <a:prstGeom prst="straightConnector1">
              <a:avLst/>
            </a:prstGeom>
            <a:noFill/>
            <a:ln cap="flat" cmpd="sng" w="28575">
              <a:solidFill>
                <a:srgbClr val="292989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445" name="Google Shape;445;p36"/>
            <p:cNvCxnSpPr/>
            <p:nvPr/>
          </p:nvCxnSpPr>
          <p:spPr>
            <a:xfrm rot="10800000">
              <a:off x="4876800" y="2871729"/>
              <a:ext cx="0" cy="376186"/>
            </a:xfrm>
            <a:prstGeom prst="straightConnector1">
              <a:avLst/>
            </a:prstGeom>
            <a:noFill/>
            <a:ln cap="flat" cmpd="sng" w="28575">
              <a:solidFill>
                <a:srgbClr val="292989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446" name="Google Shape;446;p36"/>
            <p:cNvCxnSpPr/>
            <p:nvPr/>
          </p:nvCxnSpPr>
          <p:spPr>
            <a:xfrm>
              <a:off x="1425575" y="4235206"/>
              <a:ext cx="304800" cy="0"/>
            </a:xfrm>
            <a:prstGeom prst="straightConnector1">
              <a:avLst/>
            </a:prstGeom>
            <a:noFill/>
            <a:ln cap="flat" cmpd="sng" w="28575">
              <a:solidFill>
                <a:srgbClr val="292989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grpSp>
          <p:nvGrpSpPr>
            <p:cNvPr id="447" name="Google Shape;447;p36"/>
            <p:cNvGrpSpPr/>
            <p:nvPr/>
          </p:nvGrpSpPr>
          <p:grpSpPr>
            <a:xfrm>
              <a:off x="1273175" y="2595542"/>
              <a:ext cx="3070225" cy="2976157"/>
              <a:chOff x="1425575" y="2214542"/>
              <a:chExt cx="3070225" cy="2976157"/>
            </a:xfrm>
          </p:grpSpPr>
          <p:cxnSp>
            <p:nvCxnSpPr>
              <p:cNvPr id="448" name="Google Shape;448;p36"/>
              <p:cNvCxnSpPr/>
              <p:nvPr/>
            </p:nvCxnSpPr>
            <p:spPr>
              <a:xfrm rot="10800000">
                <a:off x="1730375" y="2417714"/>
                <a:ext cx="53340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292989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449" name="Google Shape;449;p36"/>
              <p:cNvCxnSpPr/>
              <p:nvPr/>
            </p:nvCxnSpPr>
            <p:spPr>
              <a:xfrm>
                <a:off x="1730375" y="2417714"/>
                <a:ext cx="0" cy="130316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292989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450" name="Google Shape;450;p36"/>
              <p:cNvCxnSpPr/>
              <p:nvPr/>
            </p:nvCxnSpPr>
            <p:spPr>
              <a:xfrm>
                <a:off x="1425575" y="3720874"/>
                <a:ext cx="60960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292989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451" name="Google Shape;451;p36"/>
              <p:cNvCxnSpPr/>
              <p:nvPr/>
            </p:nvCxnSpPr>
            <p:spPr>
              <a:xfrm flipH="1">
                <a:off x="1727200" y="3854206"/>
                <a:ext cx="3175" cy="1336493"/>
              </a:xfrm>
              <a:prstGeom prst="straightConnector1">
                <a:avLst/>
              </a:prstGeom>
              <a:noFill/>
              <a:ln cap="flat" cmpd="sng" w="28575">
                <a:solidFill>
                  <a:srgbClr val="292989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452" name="Google Shape;452;p36"/>
              <p:cNvCxnSpPr/>
              <p:nvPr/>
            </p:nvCxnSpPr>
            <p:spPr>
              <a:xfrm>
                <a:off x="1727200" y="5190699"/>
                <a:ext cx="276860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292989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453" name="Google Shape;453;p36"/>
              <p:cNvCxnSpPr/>
              <p:nvPr/>
            </p:nvCxnSpPr>
            <p:spPr>
              <a:xfrm flipH="1" rot="10800000">
                <a:off x="2263775" y="2214542"/>
                <a:ext cx="228600" cy="203172"/>
              </a:xfrm>
              <a:prstGeom prst="straightConnector1">
                <a:avLst/>
              </a:prstGeom>
              <a:noFill/>
              <a:ln cap="flat" cmpd="sng" w="28575">
                <a:solidFill>
                  <a:srgbClr val="292989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454" name="Google Shape;454;p36"/>
              <p:cNvCxnSpPr/>
              <p:nvPr/>
            </p:nvCxnSpPr>
            <p:spPr>
              <a:xfrm rot="10800000">
                <a:off x="2492375" y="2417714"/>
                <a:ext cx="91440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292989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</p:grpSp>
        <p:cxnSp>
          <p:nvCxnSpPr>
            <p:cNvPr id="455" name="Google Shape;455;p36"/>
            <p:cNvCxnSpPr/>
            <p:nvPr/>
          </p:nvCxnSpPr>
          <p:spPr>
            <a:xfrm>
              <a:off x="4876800" y="5447891"/>
              <a:ext cx="0" cy="114284"/>
            </a:xfrm>
            <a:prstGeom prst="straightConnector1">
              <a:avLst/>
            </a:prstGeom>
            <a:noFill/>
            <a:ln cap="flat" cmpd="sng" w="28575">
              <a:solidFill>
                <a:srgbClr val="292989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456" name="Google Shape;456;p36"/>
            <p:cNvSpPr/>
            <p:nvPr/>
          </p:nvSpPr>
          <p:spPr>
            <a:xfrm>
              <a:off x="2316163" y="2590779"/>
              <a:ext cx="46037" cy="46032"/>
            </a:xfrm>
            <a:prstGeom prst="flowChartConnector">
              <a:avLst/>
            </a:prstGeom>
            <a:solidFill>
              <a:schemeClr val="dk1"/>
            </a:solidFill>
            <a:ln cap="flat" cmpd="sng" w="254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" name="Google Shape;457;p36"/>
            <p:cNvSpPr/>
            <p:nvPr/>
          </p:nvSpPr>
          <p:spPr>
            <a:xfrm>
              <a:off x="2286000" y="2773317"/>
              <a:ext cx="46038" cy="46031"/>
            </a:xfrm>
            <a:prstGeom prst="flowChartConnector">
              <a:avLst/>
            </a:prstGeom>
            <a:solidFill>
              <a:schemeClr val="dk1"/>
            </a:solidFill>
            <a:ln cap="flat" cmpd="sng" w="254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" name="Google Shape;458;p36"/>
            <p:cNvSpPr txBox="1"/>
            <p:nvPr/>
          </p:nvSpPr>
          <p:spPr>
            <a:xfrm>
              <a:off x="8147049" y="3729335"/>
              <a:ext cx="692151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Times New Roman"/>
                <a:buNone/>
              </a:pPr>
              <a:r>
                <a:rPr b="0" i="0" lang="en-US" sz="120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230 V 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Times New Roman"/>
                <a:buNone/>
              </a:pPr>
              <a:r>
                <a:rPr b="0" i="0" lang="en-US" sz="120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AC</a:t>
              </a:r>
              <a:endParaRPr/>
            </a:p>
          </p:txBody>
        </p:sp>
        <p:cxnSp>
          <p:nvCxnSpPr>
            <p:cNvPr id="459" name="Google Shape;459;p36"/>
            <p:cNvCxnSpPr/>
            <p:nvPr/>
          </p:nvCxnSpPr>
          <p:spPr>
            <a:xfrm flipH="1">
              <a:off x="3205163" y="2787603"/>
              <a:ext cx="22225" cy="858721"/>
            </a:xfrm>
            <a:prstGeom prst="straightConnector1">
              <a:avLst/>
            </a:prstGeom>
            <a:noFill/>
            <a:ln cap="flat" cmpd="sng" w="28575">
              <a:solidFill>
                <a:srgbClr val="292989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460" name="Google Shape;460;p36"/>
            <p:cNvSpPr txBox="1"/>
            <p:nvPr/>
          </p:nvSpPr>
          <p:spPr>
            <a:xfrm>
              <a:off x="838200" y="3990201"/>
              <a:ext cx="606579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Times New Roman"/>
                <a:buNone/>
              </a:pPr>
              <a:r>
                <a:rPr b="0" i="0" lang="en-US" sz="120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24 V</a:t>
              </a:r>
              <a:endParaRPr/>
            </a:p>
          </p:txBody>
        </p:sp>
        <p:sp>
          <p:nvSpPr>
            <p:cNvPr id="461" name="Google Shape;461;p36"/>
            <p:cNvSpPr txBox="1"/>
            <p:nvPr/>
          </p:nvSpPr>
          <p:spPr>
            <a:xfrm>
              <a:off x="1981200" y="2438400"/>
              <a:ext cx="38100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/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6" name="Google Shape;466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77000" y="5410200"/>
            <a:ext cx="795337" cy="881062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37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7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37"/>
          <p:cNvSpPr txBox="1"/>
          <p:nvPr/>
        </p:nvSpPr>
        <p:spPr>
          <a:xfrm>
            <a:off x="762000" y="1524000"/>
            <a:ext cx="8153400" cy="1201737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 Light"/>
              <a:buNone/>
            </a:pPr>
            <a:r>
              <a:rPr b="0" i="0" lang="en-US" sz="2400" u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When a current goes through the coil a magnetic field is produced in the coil and the iron core in the coil becomes magnetic.</a:t>
            </a:r>
            <a:endParaRPr/>
          </a:p>
        </p:txBody>
      </p:sp>
      <p:sp>
        <p:nvSpPr>
          <p:cNvPr id="469" name="Google Shape;469;p37"/>
          <p:cNvSpPr txBox="1"/>
          <p:nvPr/>
        </p:nvSpPr>
        <p:spPr>
          <a:xfrm>
            <a:off x="884237" y="990600"/>
            <a:ext cx="4427537" cy="5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does a Relay work ?</a:t>
            </a:r>
            <a:endParaRPr/>
          </a:p>
        </p:txBody>
      </p:sp>
      <p:grpSp>
        <p:nvGrpSpPr>
          <p:cNvPr id="470" name="Google Shape;470;p37"/>
          <p:cNvGrpSpPr/>
          <p:nvPr/>
        </p:nvGrpSpPr>
        <p:grpSpPr>
          <a:xfrm>
            <a:off x="887412" y="2590800"/>
            <a:ext cx="8012112" cy="3589337"/>
            <a:chOff x="886724" y="2590800"/>
            <a:chExt cx="8012970" cy="3589341"/>
          </a:xfrm>
        </p:grpSpPr>
        <p:grpSp>
          <p:nvGrpSpPr>
            <p:cNvPr id="471" name="Google Shape;471;p37"/>
            <p:cNvGrpSpPr/>
            <p:nvPr/>
          </p:nvGrpSpPr>
          <p:grpSpPr>
            <a:xfrm>
              <a:off x="2298700" y="2853639"/>
              <a:ext cx="3949700" cy="3166162"/>
              <a:chOff x="2298700" y="2354263"/>
              <a:chExt cx="3333750" cy="2789238"/>
            </a:xfrm>
          </p:grpSpPr>
          <p:sp>
            <p:nvSpPr>
              <p:cNvPr id="472" name="Google Shape;472;p37"/>
              <p:cNvSpPr txBox="1"/>
              <p:nvPr/>
            </p:nvSpPr>
            <p:spPr>
              <a:xfrm>
                <a:off x="3130550" y="3702050"/>
                <a:ext cx="1435100" cy="520700"/>
              </a:xfrm>
              <a:prstGeom prst="rect">
                <a:avLst/>
              </a:prstGeom>
              <a:solidFill>
                <a:schemeClr val="accent2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473" name="Google Shape;473;p37"/>
              <p:cNvCxnSpPr/>
              <p:nvPr/>
            </p:nvCxnSpPr>
            <p:spPr>
              <a:xfrm>
                <a:off x="4953000" y="2933700"/>
                <a:ext cx="0" cy="685800"/>
              </a:xfrm>
              <a:prstGeom prst="straightConnector1">
                <a:avLst/>
              </a:prstGeom>
              <a:noFill/>
              <a:ln cap="flat" cmpd="sng" w="50800">
                <a:solidFill>
                  <a:schemeClr val="dk1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474" name="Google Shape;474;p37"/>
              <p:cNvCxnSpPr/>
              <p:nvPr/>
            </p:nvCxnSpPr>
            <p:spPr>
              <a:xfrm>
                <a:off x="4953000" y="4457700"/>
                <a:ext cx="0" cy="685800"/>
              </a:xfrm>
              <a:prstGeom prst="straightConnector1">
                <a:avLst/>
              </a:prstGeom>
              <a:noFill/>
              <a:ln cap="flat" cmpd="sng" w="50800">
                <a:solidFill>
                  <a:schemeClr val="dk1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grpSp>
            <p:nvGrpSpPr>
              <p:cNvPr id="475" name="Google Shape;475;p37"/>
              <p:cNvGrpSpPr/>
              <p:nvPr/>
            </p:nvGrpSpPr>
            <p:grpSpPr>
              <a:xfrm>
                <a:off x="4946650" y="3422650"/>
                <a:ext cx="315913" cy="1096963"/>
                <a:chOff x="3356" y="2180"/>
                <a:chExt cx="199" cy="691"/>
              </a:xfrm>
            </p:grpSpPr>
            <p:grpSp>
              <p:nvGrpSpPr>
                <p:cNvPr id="476" name="Google Shape;476;p37"/>
                <p:cNvGrpSpPr/>
                <p:nvPr/>
              </p:nvGrpSpPr>
              <p:grpSpPr>
                <a:xfrm>
                  <a:off x="3356" y="2180"/>
                  <a:ext cx="199" cy="691"/>
                  <a:chOff x="3356" y="2180"/>
                  <a:chExt cx="199" cy="691"/>
                </a:xfrm>
              </p:grpSpPr>
              <p:cxnSp>
                <p:nvCxnSpPr>
                  <p:cNvPr id="477" name="Google Shape;477;p37"/>
                  <p:cNvCxnSpPr/>
                  <p:nvPr/>
                </p:nvCxnSpPr>
                <p:spPr>
                  <a:xfrm flipH="1">
                    <a:off x="3356" y="2180"/>
                    <a:ext cx="199" cy="691"/>
                  </a:xfrm>
                  <a:prstGeom prst="straightConnector1">
                    <a:avLst/>
                  </a:prstGeom>
                  <a:noFill/>
                  <a:ln cap="flat" cmpd="sng" w="50800">
                    <a:solidFill>
                      <a:schemeClr val="dk1"/>
                    </a:solidFill>
                    <a:prstDash val="solid"/>
                    <a:miter lim="800000"/>
                    <a:headEnd len="med" w="med" type="none"/>
                    <a:tailEnd len="med" w="med" type="none"/>
                  </a:ln>
                </p:spPr>
              </p:cxnSp>
              <p:sp>
                <p:nvSpPr>
                  <p:cNvPr id="478" name="Google Shape;478;p37"/>
                  <p:cNvSpPr txBox="1"/>
                  <p:nvPr/>
                </p:nvSpPr>
                <p:spPr>
                  <a:xfrm rot="960000">
                    <a:off x="3484" y="2221"/>
                    <a:ext cx="42" cy="88"/>
                  </a:xfrm>
                  <a:prstGeom prst="rect">
                    <a:avLst/>
                  </a:prstGeom>
                  <a:solidFill>
                    <a:schemeClr val="dk2"/>
                  </a:solidFill>
                  <a:ln cap="flat" cmpd="sng" w="12700">
                    <a:solidFill>
                      <a:schemeClr val="dk2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479" name="Google Shape;479;p37"/>
                <p:cNvSpPr txBox="1"/>
                <p:nvPr/>
              </p:nvSpPr>
              <p:spPr>
                <a:xfrm rot="960000">
                  <a:off x="3399" y="2497"/>
                  <a:ext cx="41" cy="137"/>
                </a:xfrm>
                <a:prstGeom prst="rect">
                  <a:avLst/>
                </a:prstGeom>
                <a:solidFill>
                  <a:schemeClr val="accent2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80" name="Google Shape;480;p37"/>
              <p:cNvSpPr/>
              <p:nvPr/>
            </p:nvSpPr>
            <p:spPr>
              <a:xfrm>
                <a:off x="4889500" y="4394200"/>
                <a:ext cx="127000" cy="127000"/>
              </a:xfrm>
              <a:prstGeom prst="ellipse">
                <a:avLst/>
              </a:prstGeom>
              <a:solidFill>
                <a:schemeClr val="lt1"/>
              </a:solidFill>
              <a:ln cap="flat" cmpd="sng" w="254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1" name="Google Shape;481;p37"/>
              <p:cNvSpPr txBox="1"/>
              <p:nvPr/>
            </p:nvSpPr>
            <p:spPr>
              <a:xfrm>
                <a:off x="2901950" y="2940050"/>
                <a:ext cx="2730500" cy="2197100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482" name="Google Shape;482;p37"/>
              <p:cNvGrpSpPr/>
              <p:nvPr/>
            </p:nvGrpSpPr>
            <p:grpSpPr>
              <a:xfrm>
                <a:off x="2298700" y="3175000"/>
                <a:ext cx="3098800" cy="1574800"/>
                <a:chOff x="1688" y="2024"/>
                <a:chExt cx="1952" cy="992"/>
              </a:xfrm>
            </p:grpSpPr>
            <p:sp>
              <p:nvSpPr>
                <p:cNvPr id="483" name="Google Shape;483;p37"/>
                <p:cNvSpPr/>
                <p:nvPr/>
              </p:nvSpPr>
              <p:spPr>
                <a:xfrm>
                  <a:off x="1688" y="2024"/>
                  <a:ext cx="1952" cy="464"/>
                </a:xfrm>
                <a:prstGeom prst="ellipse">
                  <a:avLst/>
                </a:prstGeom>
                <a:noFill/>
                <a:ln cap="flat" cmpd="sng" w="25400">
                  <a:solidFill>
                    <a:srgbClr val="0066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84" name="Google Shape;484;p37"/>
                <p:cNvSpPr/>
                <p:nvPr/>
              </p:nvSpPr>
              <p:spPr>
                <a:xfrm>
                  <a:off x="1688" y="2552"/>
                  <a:ext cx="1952" cy="464"/>
                </a:xfrm>
                <a:prstGeom prst="ellipse">
                  <a:avLst/>
                </a:prstGeom>
                <a:noFill/>
                <a:ln cap="flat" cmpd="sng" w="25400">
                  <a:solidFill>
                    <a:srgbClr val="0066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85" name="Google Shape;485;p37"/>
              <p:cNvGrpSpPr/>
              <p:nvPr/>
            </p:nvGrpSpPr>
            <p:grpSpPr>
              <a:xfrm>
                <a:off x="3260725" y="2354263"/>
                <a:ext cx="1160463" cy="2789238"/>
                <a:chOff x="2294" y="1507"/>
                <a:chExt cx="731" cy="1757"/>
              </a:xfrm>
            </p:grpSpPr>
            <p:grpSp>
              <p:nvGrpSpPr>
                <p:cNvPr id="486" name="Google Shape;486;p37"/>
                <p:cNvGrpSpPr/>
                <p:nvPr/>
              </p:nvGrpSpPr>
              <p:grpSpPr>
                <a:xfrm>
                  <a:off x="2304" y="1872"/>
                  <a:ext cx="721" cy="1392"/>
                  <a:chOff x="2304" y="1872"/>
                  <a:chExt cx="721" cy="1392"/>
                </a:xfrm>
              </p:grpSpPr>
              <p:grpSp>
                <p:nvGrpSpPr>
                  <p:cNvPr id="487" name="Google Shape;487;p37"/>
                  <p:cNvGrpSpPr/>
                  <p:nvPr/>
                </p:nvGrpSpPr>
                <p:grpSpPr>
                  <a:xfrm>
                    <a:off x="2304" y="2257"/>
                    <a:ext cx="241" cy="528"/>
                    <a:chOff x="2304" y="2257"/>
                    <a:chExt cx="241" cy="528"/>
                  </a:xfrm>
                </p:grpSpPr>
                <p:sp>
                  <p:nvSpPr>
                    <p:cNvPr id="488" name="Google Shape;488;p37"/>
                    <p:cNvSpPr/>
                    <p:nvPr/>
                  </p:nvSpPr>
                  <p:spPr>
                    <a:xfrm rot="10800000">
                      <a:off x="2365" y="2689"/>
                      <a:ext cx="60" cy="96"/>
                    </a:xfrm>
                    <a:custGeom>
                      <a:rect b="b" l="l" r="r" t="t"/>
                      <a:pathLst>
                        <a:path extrusionOk="0" fill="none" h="21597" w="21600">
                          <a:moveTo>
                            <a:pt x="0" y="21597"/>
                          </a:moveTo>
                          <a:cubicBezTo>
                            <a:pt x="0" y="9808"/>
                            <a:pt x="9452" y="196"/>
                            <a:pt x="21240" y="0"/>
                          </a:cubicBezTo>
                        </a:path>
                        <a:path extrusionOk="0" h="21597" w="21600">
                          <a:moveTo>
                            <a:pt x="0" y="21597"/>
                          </a:moveTo>
                          <a:cubicBezTo>
                            <a:pt x="0" y="9808"/>
                            <a:pt x="9452" y="196"/>
                            <a:pt x="21240" y="0"/>
                          </a:cubicBezTo>
                          <a:lnTo>
                            <a:pt x="21600" y="21597"/>
                          </a:lnTo>
                          <a:lnTo>
                            <a:pt x="0" y="21597"/>
                          </a:lnTo>
                          <a:close/>
                        </a:path>
                      </a:pathLst>
                    </a:custGeom>
                    <a:noFill/>
                    <a:ln cap="rnd" cmpd="sng" w="25400">
                      <a:solidFill>
                        <a:srgbClr val="FF33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489" name="Google Shape;489;p37"/>
                    <p:cNvSpPr/>
                    <p:nvPr/>
                  </p:nvSpPr>
                  <p:spPr>
                    <a:xfrm rot="10800000">
                      <a:off x="2304" y="2689"/>
                      <a:ext cx="60" cy="96"/>
                    </a:xfrm>
                    <a:custGeom>
                      <a:rect b="b" l="l" r="r" t="t"/>
                      <a:pathLst>
                        <a:path extrusionOk="0" fill="none" h="21600" w="2160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</a:path>
                        <a:path extrusionOk="0" h="21600" w="2160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  <a:lnTo>
                            <a:pt x="0" y="21600"/>
                          </a:lnTo>
                          <a:lnTo>
                            <a:pt x="-1" y="0"/>
                          </a:lnTo>
                          <a:close/>
                        </a:path>
                      </a:pathLst>
                    </a:custGeom>
                    <a:noFill/>
                    <a:ln cap="rnd" cmpd="sng" w="25400">
                      <a:solidFill>
                        <a:srgbClr val="FF33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490" name="Google Shape;490;p37"/>
                    <p:cNvSpPr/>
                    <p:nvPr/>
                  </p:nvSpPr>
                  <p:spPr>
                    <a:xfrm>
                      <a:off x="2484" y="2257"/>
                      <a:ext cx="61" cy="96"/>
                    </a:xfrm>
                    <a:custGeom>
                      <a:rect b="b" l="l" r="r" t="t"/>
                      <a:pathLst>
                        <a:path extrusionOk="0" fill="none" h="21600" w="21960">
                          <a:moveTo>
                            <a:pt x="0" y="3"/>
                          </a:moveTo>
                          <a:cubicBezTo>
                            <a:pt x="119" y="1"/>
                            <a:pt x="239" y="-1"/>
                            <a:pt x="360" y="0"/>
                          </a:cubicBezTo>
                          <a:cubicBezTo>
                            <a:pt x="12289" y="0"/>
                            <a:pt x="21960" y="9670"/>
                            <a:pt x="21960" y="21600"/>
                          </a:cubicBezTo>
                        </a:path>
                        <a:path extrusionOk="0" h="21600" w="21960">
                          <a:moveTo>
                            <a:pt x="0" y="3"/>
                          </a:moveTo>
                          <a:cubicBezTo>
                            <a:pt x="119" y="1"/>
                            <a:pt x="239" y="-1"/>
                            <a:pt x="360" y="0"/>
                          </a:cubicBezTo>
                          <a:cubicBezTo>
                            <a:pt x="12289" y="0"/>
                            <a:pt x="21960" y="9670"/>
                            <a:pt x="21960" y="21600"/>
                          </a:cubicBezTo>
                          <a:lnTo>
                            <a:pt x="360" y="21600"/>
                          </a:lnTo>
                          <a:lnTo>
                            <a:pt x="0" y="3"/>
                          </a:lnTo>
                          <a:close/>
                        </a:path>
                      </a:pathLst>
                    </a:custGeom>
                    <a:noFill/>
                    <a:ln cap="rnd" cmpd="sng" w="25400">
                      <a:solidFill>
                        <a:srgbClr val="FF33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491" name="Google Shape;491;p37"/>
                    <p:cNvSpPr/>
                    <p:nvPr/>
                  </p:nvSpPr>
                  <p:spPr>
                    <a:xfrm>
                      <a:off x="2425" y="2257"/>
                      <a:ext cx="60" cy="96"/>
                    </a:xfrm>
                    <a:custGeom>
                      <a:rect b="b" l="l" r="r" t="t"/>
                      <a:pathLst>
                        <a:path extrusionOk="0" fill="none" h="21597" w="21600">
                          <a:moveTo>
                            <a:pt x="0" y="21597"/>
                          </a:moveTo>
                          <a:cubicBezTo>
                            <a:pt x="0" y="9808"/>
                            <a:pt x="9452" y="196"/>
                            <a:pt x="21240" y="0"/>
                          </a:cubicBezTo>
                        </a:path>
                        <a:path extrusionOk="0" h="21597" w="21600">
                          <a:moveTo>
                            <a:pt x="0" y="21597"/>
                          </a:moveTo>
                          <a:cubicBezTo>
                            <a:pt x="0" y="9808"/>
                            <a:pt x="9452" y="196"/>
                            <a:pt x="21240" y="0"/>
                          </a:cubicBezTo>
                          <a:lnTo>
                            <a:pt x="21600" y="21597"/>
                          </a:lnTo>
                          <a:lnTo>
                            <a:pt x="0" y="21597"/>
                          </a:lnTo>
                          <a:close/>
                        </a:path>
                      </a:pathLst>
                    </a:custGeom>
                    <a:noFill/>
                    <a:ln cap="rnd" cmpd="sng" w="25400">
                      <a:solidFill>
                        <a:srgbClr val="FF33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cxnSp>
                  <p:nvCxnSpPr>
                    <p:cNvPr id="492" name="Google Shape;492;p37"/>
                    <p:cNvCxnSpPr/>
                    <p:nvPr/>
                  </p:nvCxnSpPr>
                  <p:spPr>
                    <a:xfrm rot="10800000">
                      <a:off x="2424" y="2352"/>
                      <a:ext cx="0" cy="336"/>
                    </a:xfrm>
                    <a:prstGeom prst="straightConnector1">
                      <a:avLst/>
                    </a:prstGeom>
                    <a:noFill/>
                    <a:ln cap="flat" cmpd="sng" w="25400">
                      <a:solidFill>
                        <a:srgbClr val="FF3300"/>
                      </a:solidFill>
                      <a:prstDash val="solid"/>
                      <a:miter lim="800000"/>
                      <a:headEnd len="med" w="med" type="none"/>
                      <a:tailEnd len="med" w="med" type="none"/>
                    </a:ln>
                  </p:spPr>
                </p:cxnSp>
              </p:grpSp>
              <p:grpSp>
                <p:nvGrpSpPr>
                  <p:cNvPr id="493" name="Google Shape;493;p37"/>
                  <p:cNvGrpSpPr/>
                  <p:nvPr/>
                </p:nvGrpSpPr>
                <p:grpSpPr>
                  <a:xfrm>
                    <a:off x="2544" y="2257"/>
                    <a:ext cx="241" cy="528"/>
                    <a:chOff x="2544" y="2257"/>
                    <a:chExt cx="241" cy="528"/>
                  </a:xfrm>
                </p:grpSpPr>
                <p:sp>
                  <p:nvSpPr>
                    <p:cNvPr id="494" name="Google Shape;494;p37"/>
                    <p:cNvSpPr/>
                    <p:nvPr/>
                  </p:nvSpPr>
                  <p:spPr>
                    <a:xfrm rot="10800000">
                      <a:off x="2605" y="2689"/>
                      <a:ext cx="60" cy="96"/>
                    </a:xfrm>
                    <a:custGeom>
                      <a:rect b="b" l="l" r="r" t="t"/>
                      <a:pathLst>
                        <a:path extrusionOk="0" fill="none" h="21597" w="21600">
                          <a:moveTo>
                            <a:pt x="0" y="21597"/>
                          </a:moveTo>
                          <a:cubicBezTo>
                            <a:pt x="0" y="9808"/>
                            <a:pt x="9452" y="196"/>
                            <a:pt x="21240" y="0"/>
                          </a:cubicBezTo>
                        </a:path>
                        <a:path extrusionOk="0" h="21597" w="21600">
                          <a:moveTo>
                            <a:pt x="0" y="21597"/>
                          </a:moveTo>
                          <a:cubicBezTo>
                            <a:pt x="0" y="9808"/>
                            <a:pt x="9452" y="196"/>
                            <a:pt x="21240" y="0"/>
                          </a:cubicBezTo>
                          <a:lnTo>
                            <a:pt x="21600" y="21597"/>
                          </a:lnTo>
                          <a:lnTo>
                            <a:pt x="0" y="21597"/>
                          </a:lnTo>
                          <a:close/>
                        </a:path>
                      </a:pathLst>
                    </a:custGeom>
                    <a:noFill/>
                    <a:ln cap="rnd" cmpd="sng" w="25400">
                      <a:solidFill>
                        <a:srgbClr val="FF33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495" name="Google Shape;495;p37"/>
                    <p:cNvSpPr/>
                    <p:nvPr/>
                  </p:nvSpPr>
                  <p:spPr>
                    <a:xfrm rot="10800000">
                      <a:off x="2544" y="2689"/>
                      <a:ext cx="60" cy="96"/>
                    </a:xfrm>
                    <a:custGeom>
                      <a:rect b="b" l="l" r="r" t="t"/>
                      <a:pathLst>
                        <a:path extrusionOk="0" fill="none" h="21600" w="2160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</a:path>
                        <a:path extrusionOk="0" h="21600" w="2160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  <a:lnTo>
                            <a:pt x="0" y="21600"/>
                          </a:lnTo>
                          <a:lnTo>
                            <a:pt x="-1" y="0"/>
                          </a:lnTo>
                          <a:close/>
                        </a:path>
                      </a:pathLst>
                    </a:custGeom>
                    <a:noFill/>
                    <a:ln cap="rnd" cmpd="sng" w="25400">
                      <a:solidFill>
                        <a:srgbClr val="FF33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496" name="Google Shape;496;p37"/>
                    <p:cNvSpPr/>
                    <p:nvPr/>
                  </p:nvSpPr>
                  <p:spPr>
                    <a:xfrm>
                      <a:off x="2724" y="2257"/>
                      <a:ext cx="61" cy="96"/>
                    </a:xfrm>
                    <a:custGeom>
                      <a:rect b="b" l="l" r="r" t="t"/>
                      <a:pathLst>
                        <a:path extrusionOk="0" fill="none" h="21600" w="21960">
                          <a:moveTo>
                            <a:pt x="0" y="3"/>
                          </a:moveTo>
                          <a:cubicBezTo>
                            <a:pt x="119" y="1"/>
                            <a:pt x="239" y="-1"/>
                            <a:pt x="360" y="0"/>
                          </a:cubicBezTo>
                          <a:cubicBezTo>
                            <a:pt x="12289" y="0"/>
                            <a:pt x="21960" y="9670"/>
                            <a:pt x="21960" y="21600"/>
                          </a:cubicBezTo>
                        </a:path>
                        <a:path extrusionOk="0" h="21600" w="21960">
                          <a:moveTo>
                            <a:pt x="0" y="3"/>
                          </a:moveTo>
                          <a:cubicBezTo>
                            <a:pt x="119" y="1"/>
                            <a:pt x="239" y="-1"/>
                            <a:pt x="360" y="0"/>
                          </a:cubicBezTo>
                          <a:cubicBezTo>
                            <a:pt x="12289" y="0"/>
                            <a:pt x="21960" y="9670"/>
                            <a:pt x="21960" y="21600"/>
                          </a:cubicBezTo>
                          <a:lnTo>
                            <a:pt x="360" y="21600"/>
                          </a:lnTo>
                          <a:lnTo>
                            <a:pt x="0" y="3"/>
                          </a:lnTo>
                          <a:close/>
                        </a:path>
                      </a:pathLst>
                    </a:custGeom>
                    <a:noFill/>
                    <a:ln cap="rnd" cmpd="sng" w="25400">
                      <a:solidFill>
                        <a:srgbClr val="FF33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497" name="Google Shape;497;p37"/>
                    <p:cNvSpPr/>
                    <p:nvPr/>
                  </p:nvSpPr>
                  <p:spPr>
                    <a:xfrm>
                      <a:off x="2665" y="2257"/>
                      <a:ext cx="60" cy="96"/>
                    </a:xfrm>
                    <a:custGeom>
                      <a:rect b="b" l="l" r="r" t="t"/>
                      <a:pathLst>
                        <a:path extrusionOk="0" fill="none" h="21597" w="21600">
                          <a:moveTo>
                            <a:pt x="0" y="21597"/>
                          </a:moveTo>
                          <a:cubicBezTo>
                            <a:pt x="0" y="9808"/>
                            <a:pt x="9452" y="196"/>
                            <a:pt x="21240" y="0"/>
                          </a:cubicBezTo>
                        </a:path>
                        <a:path extrusionOk="0" h="21597" w="21600">
                          <a:moveTo>
                            <a:pt x="0" y="21597"/>
                          </a:moveTo>
                          <a:cubicBezTo>
                            <a:pt x="0" y="9808"/>
                            <a:pt x="9452" y="196"/>
                            <a:pt x="21240" y="0"/>
                          </a:cubicBezTo>
                          <a:lnTo>
                            <a:pt x="21600" y="21597"/>
                          </a:lnTo>
                          <a:lnTo>
                            <a:pt x="0" y="21597"/>
                          </a:lnTo>
                          <a:close/>
                        </a:path>
                      </a:pathLst>
                    </a:custGeom>
                    <a:noFill/>
                    <a:ln cap="rnd" cmpd="sng" w="25400">
                      <a:solidFill>
                        <a:srgbClr val="FF33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cxnSp>
                  <p:nvCxnSpPr>
                    <p:cNvPr id="498" name="Google Shape;498;p37"/>
                    <p:cNvCxnSpPr/>
                    <p:nvPr/>
                  </p:nvCxnSpPr>
                  <p:spPr>
                    <a:xfrm rot="10800000">
                      <a:off x="2664" y="2352"/>
                      <a:ext cx="0" cy="336"/>
                    </a:xfrm>
                    <a:prstGeom prst="straightConnector1">
                      <a:avLst/>
                    </a:prstGeom>
                    <a:noFill/>
                    <a:ln cap="flat" cmpd="sng" w="25400">
                      <a:solidFill>
                        <a:srgbClr val="FF3300"/>
                      </a:solidFill>
                      <a:prstDash val="solid"/>
                      <a:miter lim="800000"/>
                      <a:headEnd len="med" w="med" type="none"/>
                      <a:tailEnd len="med" w="med" type="none"/>
                    </a:ln>
                  </p:spPr>
                </p:cxnSp>
              </p:grpSp>
              <p:grpSp>
                <p:nvGrpSpPr>
                  <p:cNvPr id="499" name="Google Shape;499;p37"/>
                  <p:cNvGrpSpPr/>
                  <p:nvPr/>
                </p:nvGrpSpPr>
                <p:grpSpPr>
                  <a:xfrm>
                    <a:off x="2784" y="2257"/>
                    <a:ext cx="241" cy="528"/>
                    <a:chOff x="2784" y="2257"/>
                    <a:chExt cx="241" cy="528"/>
                  </a:xfrm>
                </p:grpSpPr>
                <p:sp>
                  <p:nvSpPr>
                    <p:cNvPr id="500" name="Google Shape;500;p37"/>
                    <p:cNvSpPr/>
                    <p:nvPr/>
                  </p:nvSpPr>
                  <p:spPr>
                    <a:xfrm rot="10800000">
                      <a:off x="2845" y="2689"/>
                      <a:ext cx="60" cy="96"/>
                    </a:xfrm>
                    <a:custGeom>
                      <a:rect b="b" l="l" r="r" t="t"/>
                      <a:pathLst>
                        <a:path extrusionOk="0" fill="none" h="21597" w="21600">
                          <a:moveTo>
                            <a:pt x="0" y="21597"/>
                          </a:moveTo>
                          <a:cubicBezTo>
                            <a:pt x="0" y="9808"/>
                            <a:pt x="9452" y="196"/>
                            <a:pt x="21240" y="0"/>
                          </a:cubicBezTo>
                        </a:path>
                        <a:path extrusionOk="0" h="21597" w="21600">
                          <a:moveTo>
                            <a:pt x="0" y="21597"/>
                          </a:moveTo>
                          <a:cubicBezTo>
                            <a:pt x="0" y="9808"/>
                            <a:pt x="9452" y="196"/>
                            <a:pt x="21240" y="0"/>
                          </a:cubicBezTo>
                          <a:lnTo>
                            <a:pt x="21600" y="21597"/>
                          </a:lnTo>
                          <a:lnTo>
                            <a:pt x="0" y="21597"/>
                          </a:lnTo>
                          <a:close/>
                        </a:path>
                      </a:pathLst>
                    </a:custGeom>
                    <a:noFill/>
                    <a:ln cap="rnd" cmpd="sng" w="25400">
                      <a:solidFill>
                        <a:srgbClr val="FF33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501" name="Google Shape;501;p37"/>
                    <p:cNvSpPr/>
                    <p:nvPr/>
                  </p:nvSpPr>
                  <p:spPr>
                    <a:xfrm rot="10800000">
                      <a:off x="2784" y="2689"/>
                      <a:ext cx="60" cy="96"/>
                    </a:xfrm>
                    <a:custGeom>
                      <a:rect b="b" l="l" r="r" t="t"/>
                      <a:pathLst>
                        <a:path extrusionOk="0" fill="none" h="21600" w="2160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</a:path>
                        <a:path extrusionOk="0" h="21600" w="2160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  <a:lnTo>
                            <a:pt x="0" y="21600"/>
                          </a:lnTo>
                          <a:lnTo>
                            <a:pt x="-1" y="0"/>
                          </a:lnTo>
                          <a:close/>
                        </a:path>
                      </a:pathLst>
                    </a:custGeom>
                    <a:noFill/>
                    <a:ln cap="rnd" cmpd="sng" w="25400">
                      <a:solidFill>
                        <a:srgbClr val="FF33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502" name="Google Shape;502;p37"/>
                    <p:cNvSpPr/>
                    <p:nvPr/>
                  </p:nvSpPr>
                  <p:spPr>
                    <a:xfrm>
                      <a:off x="2964" y="2257"/>
                      <a:ext cx="61" cy="96"/>
                    </a:xfrm>
                    <a:custGeom>
                      <a:rect b="b" l="l" r="r" t="t"/>
                      <a:pathLst>
                        <a:path extrusionOk="0" fill="none" h="21600" w="21960">
                          <a:moveTo>
                            <a:pt x="0" y="3"/>
                          </a:moveTo>
                          <a:cubicBezTo>
                            <a:pt x="119" y="1"/>
                            <a:pt x="239" y="-1"/>
                            <a:pt x="360" y="0"/>
                          </a:cubicBezTo>
                          <a:cubicBezTo>
                            <a:pt x="12289" y="0"/>
                            <a:pt x="21960" y="9670"/>
                            <a:pt x="21960" y="21600"/>
                          </a:cubicBezTo>
                        </a:path>
                        <a:path extrusionOk="0" h="21600" w="21960">
                          <a:moveTo>
                            <a:pt x="0" y="3"/>
                          </a:moveTo>
                          <a:cubicBezTo>
                            <a:pt x="119" y="1"/>
                            <a:pt x="239" y="-1"/>
                            <a:pt x="360" y="0"/>
                          </a:cubicBezTo>
                          <a:cubicBezTo>
                            <a:pt x="12289" y="0"/>
                            <a:pt x="21960" y="9670"/>
                            <a:pt x="21960" y="21600"/>
                          </a:cubicBezTo>
                          <a:lnTo>
                            <a:pt x="360" y="21600"/>
                          </a:lnTo>
                          <a:lnTo>
                            <a:pt x="0" y="3"/>
                          </a:lnTo>
                          <a:close/>
                        </a:path>
                      </a:pathLst>
                    </a:custGeom>
                    <a:noFill/>
                    <a:ln cap="rnd" cmpd="sng" w="25400">
                      <a:solidFill>
                        <a:srgbClr val="FF33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503" name="Google Shape;503;p37"/>
                    <p:cNvSpPr/>
                    <p:nvPr/>
                  </p:nvSpPr>
                  <p:spPr>
                    <a:xfrm>
                      <a:off x="2905" y="2257"/>
                      <a:ext cx="60" cy="96"/>
                    </a:xfrm>
                    <a:custGeom>
                      <a:rect b="b" l="l" r="r" t="t"/>
                      <a:pathLst>
                        <a:path extrusionOk="0" fill="none" h="21597" w="21600">
                          <a:moveTo>
                            <a:pt x="0" y="21597"/>
                          </a:moveTo>
                          <a:cubicBezTo>
                            <a:pt x="0" y="9808"/>
                            <a:pt x="9452" y="196"/>
                            <a:pt x="21240" y="0"/>
                          </a:cubicBezTo>
                        </a:path>
                        <a:path extrusionOk="0" h="21597" w="21600">
                          <a:moveTo>
                            <a:pt x="0" y="21597"/>
                          </a:moveTo>
                          <a:cubicBezTo>
                            <a:pt x="0" y="9808"/>
                            <a:pt x="9452" y="196"/>
                            <a:pt x="21240" y="0"/>
                          </a:cubicBezTo>
                          <a:lnTo>
                            <a:pt x="21600" y="21597"/>
                          </a:lnTo>
                          <a:lnTo>
                            <a:pt x="0" y="21597"/>
                          </a:lnTo>
                          <a:close/>
                        </a:path>
                      </a:pathLst>
                    </a:custGeom>
                    <a:noFill/>
                    <a:ln cap="rnd" cmpd="sng" w="25400">
                      <a:solidFill>
                        <a:srgbClr val="FF33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cxnSp>
                  <p:nvCxnSpPr>
                    <p:cNvPr id="504" name="Google Shape;504;p37"/>
                    <p:cNvCxnSpPr/>
                    <p:nvPr/>
                  </p:nvCxnSpPr>
                  <p:spPr>
                    <a:xfrm rot="10800000">
                      <a:off x="2904" y="2352"/>
                      <a:ext cx="0" cy="336"/>
                    </a:xfrm>
                    <a:prstGeom prst="straightConnector1">
                      <a:avLst/>
                    </a:prstGeom>
                    <a:noFill/>
                    <a:ln cap="flat" cmpd="sng" w="25400">
                      <a:solidFill>
                        <a:srgbClr val="FF3300"/>
                      </a:solidFill>
                      <a:prstDash val="solid"/>
                      <a:miter lim="800000"/>
                      <a:headEnd len="med" w="med" type="none"/>
                      <a:tailEnd len="med" w="med" type="none"/>
                    </a:ln>
                  </p:spPr>
                </p:cxnSp>
              </p:grpSp>
              <p:cxnSp>
                <p:nvCxnSpPr>
                  <p:cNvPr id="505" name="Google Shape;505;p37"/>
                  <p:cNvCxnSpPr/>
                  <p:nvPr/>
                </p:nvCxnSpPr>
                <p:spPr>
                  <a:xfrm rot="10800000">
                    <a:off x="2304" y="1872"/>
                    <a:ext cx="0" cy="480"/>
                  </a:xfrm>
                  <a:prstGeom prst="straightConnector1">
                    <a:avLst/>
                  </a:prstGeom>
                  <a:noFill/>
                  <a:ln cap="flat" cmpd="sng" w="25400">
                    <a:solidFill>
                      <a:srgbClr val="FF3300"/>
                    </a:solidFill>
                    <a:prstDash val="solid"/>
                    <a:miter lim="800000"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506" name="Google Shape;506;p37"/>
                  <p:cNvCxnSpPr/>
                  <p:nvPr/>
                </p:nvCxnSpPr>
                <p:spPr>
                  <a:xfrm>
                    <a:off x="3024" y="2688"/>
                    <a:ext cx="0" cy="576"/>
                  </a:xfrm>
                  <a:prstGeom prst="straightConnector1">
                    <a:avLst/>
                  </a:prstGeom>
                  <a:noFill/>
                  <a:ln cap="flat" cmpd="sng" w="25400">
                    <a:solidFill>
                      <a:srgbClr val="FF3300"/>
                    </a:solidFill>
                    <a:prstDash val="solid"/>
                    <a:miter lim="800000"/>
                    <a:headEnd len="med" w="med" type="none"/>
                    <a:tailEnd len="med" w="med" type="none"/>
                  </a:ln>
                </p:spPr>
              </p:cxnSp>
            </p:grpSp>
            <p:cxnSp>
              <p:nvCxnSpPr>
                <p:cNvPr id="507" name="Google Shape;507;p37"/>
                <p:cNvCxnSpPr/>
                <p:nvPr/>
              </p:nvCxnSpPr>
              <p:spPr>
                <a:xfrm>
                  <a:off x="2304" y="1533"/>
                  <a:ext cx="0" cy="336"/>
                </a:xfrm>
                <a:prstGeom prst="straightConnector1">
                  <a:avLst/>
                </a:prstGeom>
                <a:noFill/>
                <a:ln cap="flat" cmpd="sng" w="25400">
                  <a:solidFill>
                    <a:srgbClr val="FF3300"/>
                  </a:solidFill>
                  <a:prstDash val="solid"/>
                  <a:miter lim="800000"/>
                  <a:headEnd len="med" w="med" type="none"/>
                  <a:tailEnd len="med" w="med" type="stealth"/>
                </a:ln>
              </p:spPr>
            </p:cxnSp>
            <p:sp>
              <p:nvSpPr>
                <p:cNvPr id="508" name="Google Shape;508;p37"/>
                <p:cNvSpPr txBox="1"/>
                <p:nvPr/>
              </p:nvSpPr>
              <p:spPr>
                <a:xfrm>
                  <a:off x="2294" y="1507"/>
                  <a:ext cx="250" cy="22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6025" lIns="92075" spcFirstLastPara="1" rIns="92075" wrap="square" tIns="46025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3300"/>
                    </a:buClr>
                    <a:buSzPts val="2000"/>
                    <a:buFont typeface="Verdana"/>
                    <a:buNone/>
                  </a:pPr>
                  <a:r>
                    <a:rPr b="0" i="0" lang="en-US" sz="2000" u="none">
                      <a:solidFill>
                        <a:srgbClr val="FF3300"/>
                      </a:solidFill>
                      <a:latin typeface="Verdana"/>
                      <a:ea typeface="Verdana"/>
                      <a:cs typeface="Verdana"/>
                      <a:sym typeface="Verdana"/>
                    </a:rPr>
                    <a:t>I</a:t>
                  </a:r>
                  <a:r>
                    <a:rPr b="0" baseline="-25000" i="0" lang="en-US" sz="2000" u="none">
                      <a:solidFill>
                        <a:srgbClr val="FF3300"/>
                      </a:solidFill>
                      <a:latin typeface="Verdana"/>
                      <a:ea typeface="Verdana"/>
                      <a:cs typeface="Verdana"/>
                      <a:sym typeface="Verdana"/>
                    </a:rPr>
                    <a:t>1</a:t>
                  </a:r>
                  <a:endParaRPr/>
                </a:p>
              </p:txBody>
            </p:sp>
          </p:grpSp>
        </p:grpSp>
        <p:sp>
          <p:nvSpPr>
            <p:cNvPr id="509" name="Google Shape;509;p37"/>
            <p:cNvSpPr/>
            <p:nvPr/>
          </p:nvSpPr>
          <p:spPr>
            <a:xfrm>
              <a:off x="2209253" y="2849563"/>
              <a:ext cx="46043" cy="46037"/>
            </a:xfrm>
            <a:prstGeom prst="flowChartConnector">
              <a:avLst/>
            </a:prstGeom>
            <a:solidFill>
              <a:schemeClr val="dk1"/>
            </a:solidFill>
            <a:ln cap="flat" cmpd="sng" w="254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" name="Google Shape;510;p37"/>
            <p:cNvSpPr/>
            <p:nvPr/>
          </p:nvSpPr>
          <p:spPr>
            <a:xfrm>
              <a:off x="2469630" y="2849563"/>
              <a:ext cx="44455" cy="46037"/>
            </a:xfrm>
            <a:prstGeom prst="flowChartConnector">
              <a:avLst/>
            </a:prstGeom>
            <a:solidFill>
              <a:schemeClr val="dk1"/>
            </a:solidFill>
            <a:ln cap="flat" cmpd="sng" w="254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11" name="Google Shape;511;p37"/>
            <p:cNvGrpSpPr/>
            <p:nvPr/>
          </p:nvGrpSpPr>
          <p:grpSpPr>
            <a:xfrm>
              <a:off x="1370963" y="2849563"/>
              <a:ext cx="3448419" cy="3330578"/>
              <a:chOff x="1370963" y="2849563"/>
              <a:chExt cx="3448419" cy="3330578"/>
            </a:xfrm>
          </p:grpSpPr>
          <p:cxnSp>
            <p:nvCxnSpPr>
              <p:cNvPr id="512" name="Google Shape;512;p37"/>
              <p:cNvCxnSpPr/>
              <p:nvPr/>
            </p:nvCxnSpPr>
            <p:spPr>
              <a:xfrm rot="10800000">
                <a:off x="1675796" y="2895600"/>
                <a:ext cx="533457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292989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513" name="Google Shape;513;p37"/>
              <p:cNvCxnSpPr/>
              <p:nvPr/>
            </p:nvCxnSpPr>
            <p:spPr>
              <a:xfrm>
                <a:off x="1666270" y="2895600"/>
                <a:ext cx="9526" cy="180499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292989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514" name="Google Shape;514;p37"/>
              <p:cNvCxnSpPr/>
              <p:nvPr/>
            </p:nvCxnSpPr>
            <p:spPr>
              <a:xfrm>
                <a:off x="1370963" y="4700590"/>
                <a:ext cx="609665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292989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515" name="Google Shape;515;p37"/>
              <p:cNvCxnSpPr/>
              <p:nvPr/>
            </p:nvCxnSpPr>
            <p:spPr>
              <a:xfrm>
                <a:off x="1523379" y="4835527"/>
                <a:ext cx="304833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292989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516" name="Google Shape;516;p37"/>
              <p:cNvCxnSpPr/>
              <p:nvPr/>
            </p:nvCxnSpPr>
            <p:spPr>
              <a:xfrm flipH="1">
                <a:off x="1672620" y="4835527"/>
                <a:ext cx="3175" cy="1336676"/>
              </a:xfrm>
              <a:prstGeom prst="straightConnector1">
                <a:avLst/>
              </a:prstGeom>
              <a:noFill/>
              <a:ln cap="flat" cmpd="sng" w="28575">
                <a:solidFill>
                  <a:srgbClr val="292989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517" name="Google Shape;517;p37"/>
              <p:cNvCxnSpPr/>
              <p:nvPr/>
            </p:nvCxnSpPr>
            <p:spPr>
              <a:xfrm>
                <a:off x="1672620" y="6172203"/>
                <a:ext cx="3138824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292989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518" name="Google Shape;518;p37"/>
              <p:cNvCxnSpPr/>
              <p:nvPr/>
            </p:nvCxnSpPr>
            <p:spPr>
              <a:xfrm flipH="1" rot="10800000">
                <a:off x="2236244" y="2849563"/>
                <a:ext cx="255614" cy="7937"/>
              </a:xfrm>
              <a:prstGeom prst="straightConnector1">
                <a:avLst/>
              </a:prstGeom>
              <a:noFill/>
              <a:ln cap="flat" cmpd="sng" w="28575">
                <a:solidFill>
                  <a:srgbClr val="292989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519" name="Google Shape;519;p37"/>
              <p:cNvCxnSpPr/>
              <p:nvPr/>
            </p:nvCxnSpPr>
            <p:spPr>
              <a:xfrm rot="10800000">
                <a:off x="2514085" y="2895600"/>
                <a:ext cx="914498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292989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520" name="Google Shape;520;p37"/>
              <p:cNvCxnSpPr/>
              <p:nvPr/>
            </p:nvCxnSpPr>
            <p:spPr>
              <a:xfrm rot="10800000">
                <a:off x="4811444" y="6019803"/>
                <a:ext cx="7938" cy="160338"/>
              </a:xfrm>
              <a:prstGeom prst="straightConnector1">
                <a:avLst/>
              </a:prstGeom>
              <a:noFill/>
              <a:ln cap="flat" cmpd="sng" w="28575">
                <a:solidFill>
                  <a:srgbClr val="292989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</p:grpSp>
        <p:grpSp>
          <p:nvGrpSpPr>
            <p:cNvPr id="521" name="Google Shape;521;p37"/>
            <p:cNvGrpSpPr/>
            <p:nvPr/>
          </p:nvGrpSpPr>
          <p:grpSpPr>
            <a:xfrm>
              <a:off x="5409995" y="2895600"/>
              <a:ext cx="2819702" cy="3276603"/>
              <a:chOff x="5409995" y="2895600"/>
              <a:chExt cx="2819702" cy="3276603"/>
            </a:xfrm>
          </p:grpSpPr>
          <p:cxnSp>
            <p:nvCxnSpPr>
              <p:cNvPr id="522" name="Google Shape;522;p37"/>
              <p:cNvCxnSpPr/>
              <p:nvPr/>
            </p:nvCxnSpPr>
            <p:spPr>
              <a:xfrm>
                <a:off x="5409995" y="2895600"/>
                <a:ext cx="2591078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292989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523" name="Google Shape;523;p37"/>
              <p:cNvCxnSpPr/>
              <p:nvPr/>
            </p:nvCxnSpPr>
            <p:spPr>
              <a:xfrm>
                <a:off x="5435398" y="6143628"/>
                <a:ext cx="1266961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292989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524" name="Google Shape;524;p37"/>
              <p:cNvCxnSpPr/>
              <p:nvPr/>
            </p:nvCxnSpPr>
            <p:spPr>
              <a:xfrm>
                <a:off x="6934158" y="6143628"/>
                <a:ext cx="1066914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292989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525" name="Google Shape;525;p37"/>
              <p:cNvSpPr/>
              <p:nvPr/>
            </p:nvSpPr>
            <p:spPr>
              <a:xfrm>
                <a:off x="7778799" y="4267201"/>
                <a:ext cx="450898" cy="568326"/>
              </a:xfrm>
              <a:prstGeom prst="ellipse">
                <a:avLst/>
              </a:prstGeom>
              <a:solidFill>
                <a:schemeClr val="lt1"/>
              </a:solidFill>
              <a:ln cap="flat" cmpd="sng" w="28575">
                <a:solidFill>
                  <a:srgbClr val="2D2D8A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6" name="Google Shape;526;p37"/>
              <p:cNvSpPr/>
              <p:nvPr/>
            </p:nvSpPr>
            <p:spPr>
              <a:xfrm>
                <a:off x="7848656" y="4491039"/>
                <a:ext cx="304833" cy="119062"/>
              </a:xfrm>
              <a:custGeom>
                <a:rect b="b" l="l" r="r" t="t"/>
                <a:pathLst>
                  <a:path extrusionOk="0" h="903320" w="678873">
                    <a:moveTo>
                      <a:pt x="0" y="482049"/>
                    </a:moveTo>
                    <a:cubicBezTo>
                      <a:pt x="83127" y="211885"/>
                      <a:pt x="166255" y="-58279"/>
                      <a:pt x="249382" y="10994"/>
                    </a:cubicBezTo>
                    <a:cubicBezTo>
                      <a:pt x="332509" y="80267"/>
                      <a:pt x="427182" y="830721"/>
                      <a:pt x="498764" y="897685"/>
                    </a:cubicBezTo>
                    <a:cubicBezTo>
                      <a:pt x="570346" y="964649"/>
                      <a:pt x="678873" y="412776"/>
                      <a:pt x="678873" y="412776"/>
                    </a:cubicBezTo>
                    <a:lnTo>
                      <a:pt x="678873" y="412776"/>
                    </a:lnTo>
                  </a:path>
                </a:pathLst>
              </a:custGeom>
              <a:noFill/>
              <a:ln cap="flat" cmpd="sng" w="25400">
                <a:solidFill>
                  <a:srgbClr val="89A4A7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527" name="Google Shape;527;p37"/>
              <p:cNvCxnSpPr/>
              <p:nvPr/>
            </p:nvCxnSpPr>
            <p:spPr>
              <a:xfrm>
                <a:off x="8001073" y="2895600"/>
                <a:ext cx="0" cy="1409701"/>
              </a:xfrm>
              <a:prstGeom prst="straightConnector1">
                <a:avLst/>
              </a:prstGeom>
              <a:noFill/>
              <a:ln cap="flat" cmpd="sng" w="28575">
                <a:solidFill>
                  <a:srgbClr val="292989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528" name="Google Shape;528;p37"/>
              <p:cNvCxnSpPr/>
              <p:nvPr/>
            </p:nvCxnSpPr>
            <p:spPr>
              <a:xfrm flipH="1" rot="10800000">
                <a:off x="7999485" y="4835527"/>
                <a:ext cx="4763" cy="1320801"/>
              </a:xfrm>
              <a:prstGeom prst="straightConnector1">
                <a:avLst/>
              </a:prstGeom>
              <a:noFill/>
              <a:ln cap="flat" cmpd="sng" w="28575">
                <a:solidFill>
                  <a:srgbClr val="292989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529" name="Google Shape;529;p37"/>
              <p:cNvCxnSpPr/>
              <p:nvPr/>
            </p:nvCxnSpPr>
            <p:spPr>
              <a:xfrm rot="10800000">
                <a:off x="5409995" y="2895600"/>
                <a:ext cx="0" cy="609601"/>
              </a:xfrm>
              <a:prstGeom prst="straightConnector1">
                <a:avLst/>
              </a:prstGeom>
              <a:noFill/>
              <a:ln cap="flat" cmpd="sng" w="28575">
                <a:solidFill>
                  <a:srgbClr val="292989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530" name="Google Shape;530;p37"/>
              <p:cNvCxnSpPr/>
              <p:nvPr/>
            </p:nvCxnSpPr>
            <p:spPr>
              <a:xfrm rot="10800000">
                <a:off x="5443337" y="5997578"/>
                <a:ext cx="7938" cy="174625"/>
              </a:xfrm>
              <a:prstGeom prst="straightConnector1">
                <a:avLst/>
              </a:prstGeom>
              <a:noFill/>
              <a:ln cap="flat" cmpd="sng" w="28575">
                <a:solidFill>
                  <a:srgbClr val="292989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</p:grpSp>
        <p:sp>
          <p:nvSpPr>
            <p:cNvPr id="531" name="Google Shape;531;p37"/>
            <p:cNvSpPr txBox="1"/>
            <p:nvPr/>
          </p:nvSpPr>
          <p:spPr>
            <a:xfrm>
              <a:off x="8229600" y="4262736"/>
              <a:ext cx="670094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Times New Roman"/>
                <a:buNone/>
              </a:pPr>
              <a:r>
                <a:rPr b="0" i="0" lang="en-US" sz="120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230 V 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Times New Roman"/>
                <a:buNone/>
              </a:pPr>
              <a:r>
                <a:rPr b="0" i="0" lang="en-US" sz="120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AC</a:t>
              </a:r>
              <a:endParaRPr/>
            </a:p>
          </p:txBody>
        </p:sp>
        <p:sp>
          <p:nvSpPr>
            <p:cNvPr id="532" name="Google Shape;532;p37"/>
            <p:cNvSpPr txBox="1"/>
            <p:nvPr/>
          </p:nvSpPr>
          <p:spPr>
            <a:xfrm>
              <a:off x="886724" y="4583668"/>
              <a:ext cx="484876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Times New Roman"/>
                <a:buNone/>
              </a:pPr>
              <a:r>
                <a:rPr b="0" i="0" lang="en-US" sz="120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24 V</a:t>
              </a:r>
              <a:endParaRPr/>
            </a:p>
          </p:txBody>
        </p:sp>
        <p:sp>
          <p:nvSpPr>
            <p:cNvPr id="533" name="Google Shape;533;p37"/>
            <p:cNvSpPr txBox="1"/>
            <p:nvPr/>
          </p:nvSpPr>
          <p:spPr>
            <a:xfrm>
              <a:off x="1981200" y="2590800"/>
              <a:ext cx="38100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/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8" name="Google Shape;538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72200" y="4876800"/>
            <a:ext cx="795337" cy="881062"/>
          </a:xfrm>
          <a:prstGeom prst="rect">
            <a:avLst/>
          </a:prstGeom>
          <a:noFill/>
          <a:ln>
            <a:noFill/>
          </a:ln>
        </p:spPr>
      </p:pic>
      <p:sp>
        <p:nvSpPr>
          <p:cNvPr id="539" name="Google Shape;539;p38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7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38"/>
          <p:cNvSpPr txBox="1"/>
          <p:nvPr/>
        </p:nvSpPr>
        <p:spPr>
          <a:xfrm>
            <a:off x="762000" y="1676400"/>
            <a:ext cx="8153400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 Light"/>
              <a:buNone/>
            </a:pPr>
            <a:r>
              <a:rPr b="0" i="0" lang="en-US" sz="2400" u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The electromagnetic force pulls in the switch and...</a:t>
            </a:r>
            <a:endParaRPr/>
          </a:p>
        </p:txBody>
      </p:sp>
      <p:sp>
        <p:nvSpPr>
          <p:cNvPr id="541" name="Google Shape;541;p38"/>
          <p:cNvSpPr txBox="1"/>
          <p:nvPr/>
        </p:nvSpPr>
        <p:spPr>
          <a:xfrm>
            <a:off x="762000" y="1143000"/>
            <a:ext cx="4427537" cy="5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does a Relay work ?</a:t>
            </a:r>
            <a:endParaRPr/>
          </a:p>
        </p:txBody>
      </p:sp>
      <p:grpSp>
        <p:nvGrpSpPr>
          <p:cNvPr id="542" name="Google Shape;542;p38"/>
          <p:cNvGrpSpPr/>
          <p:nvPr/>
        </p:nvGrpSpPr>
        <p:grpSpPr>
          <a:xfrm>
            <a:off x="660400" y="1981200"/>
            <a:ext cx="8178800" cy="3663950"/>
            <a:chOff x="659649" y="1981200"/>
            <a:chExt cx="8179551" cy="3664550"/>
          </a:xfrm>
        </p:grpSpPr>
        <p:grpSp>
          <p:nvGrpSpPr>
            <p:cNvPr id="543" name="Google Shape;543;p38"/>
            <p:cNvGrpSpPr/>
            <p:nvPr/>
          </p:nvGrpSpPr>
          <p:grpSpPr>
            <a:xfrm>
              <a:off x="2451100" y="2324100"/>
              <a:ext cx="3333750" cy="2819400"/>
              <a:chOff x="2374900" y="2324100"/>
              <a:chExt cx="3333750" cy="2819400"/>
            </a:xfrm>
          </p:grpSpPr>
          <p:sp>
            <p:nvSpPr>
              <p:cNvPr id="544" name="Google Shape;544;p38"/>
              <p:cNvSpPr txBox="1"/>
              <p:nvPr/>
            </p:nvSpPr>
            <p:spPr>
              <a:xfrm>
                <a:off x="3206750" y="3702050"/>
                <a:ext cx="1435100" cy="520700"/>
              </a:xfrm>
              <a:prstGeom prst="rect">
                <a:avLst/>
              </a:prstGeom>
              <a:solidFill>
                <a:schemeClr val="accent2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545" name="Google Shape;545;p38"/>
              <p:cNvGrpSpPr/>
              <p:nvPr/>
            </p:nvGrpSpPr>
            <p:grpSpPr>
              <a:xfrm>
                <a:off x="4876800" y="2933700"/>
                <a:ext cx="461963" cy="2209800"/>
                <a:chOff x="3264" y="1872"/>
                <a:chExt cx="291" cy="1392"/>
              </a:xfrm>
            </p:grpSpPr>
            <p:cxnSp>
              <p:nvCxnSpPr>
                <p:cNvPr id="546" name="Google Shape;546;p38"/>
                <p:cNvCxnSpPr/>
                <p:nvPr/>
              </p:nvCxnSpPr>
              <p:spPr>
                <a:xfrm>
                  <a:off x="3264" y="2544"/>
                  <a:ext cx="288" cy="0"/>
                </a:xfrm>
                <a:prstGeom prst="straightConnector1">
                  <a:avLst/>
                </a:prstGeom>
                <a:noFill/>
                <a:ln cap="flat" cmpd="sng" w="25400">
                  <a:solidFill>
                    <a:srgbClr val="006600"/>
                  </a:solidFill>
                  <a:prstDash val="solid"/>
                  <a:miter lim="800000"/>
                  <a:headEnd len="med" w="med" type="stealth"/>
                  <a:tailEnd len="med" w="med" type="none"/>
                </a:ln>
              </p:spPr>
            </p:cxnSp>
            <p:grpSp>
              <p:nvGrpSpPr>
                <p:cNvPr id="547" name="Google Shape;547;p38"/>
                <p:cNvGrpSpPr/>
                <p:nvPr/>
              </p:nvGrpSpPr>
              <p:grpSpPr>
                <a:xfrm>
                  <a:off x="3320" y="1872"/>
                  <a:ext cx="235" cy="1392"/>
                  <a:chOff x="3320" y="1872"/>
                  <a:chExt cx="235" cy="1392"/>
                </a:xfrm>
              </p:grpSpPr>
              <p:cxnSp>
                <p:nvCxnSpPr>
                  <p:cNvPr id="548" name="Google Shape;548;p38"/>
                  <p:cNvCxnSpPr/>
                  <p:nvPr/>
                </p:nvCxnSpPr>
                <p:spPr>
                  <a:xfrm>
                    <a:off x="3360" y="1872"/>
                    <a:ext cx="0" cy="432"/>
                  </a:xfrm>
                  <a:prstGeom prst="straightConnector1">
                    <a:avLst/>
                  </a:prstGeom>
                  <a:noFill/>
                  <a:ln cap="flat" cmpd="sng" w="50800">
                    <a:solidFill>
                      <a:schemeClr val="dk1"/>
                    </a:solidFill>
                    <a:prstDash val="solid"/>
                    <a:miter lim="800000"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549" name="Google Shape;549;p38"/>
                  <p:cNvCxnSpPr/>
                  <p:nvPr/>
                </p:nvCxnSpPr>
                <p:spPr>
                  <a:xfrm>
                    <a:off x="3360" y="2832"/>
                    <a:ext cx="0" cy="432"/>
                  </a:xfrm>
                  <a:prstGeom prst="straightConnector1">
                    <a:avLst/>
                  </a:prstGeom>
                  <a:noFill/>
                  <a:ln cap="flat" cmpd="sng" w="50800">
                    <a:solidFill>
                      <a:schemeClr val="dk1"/>
                    </a:solidFill>
                    <a:prstDash val="solid"/>
                    <a:miter lim="800000"/>
                    <a:headEnd len="med" w="med" type="none"/>
                    <a:tailEnd len="med" w="med" type="none"/>
                  </a:ln>
                </p:spPr>
              </p:cxnSp>
              <p:grpSp>
                <p:nvGrpSpPr>
                  <p:cNvPr id="550" name="Google Shape;550;p38"/>
                  <p:cNvGrpSpPr/>
                  <p:nvPr/>
                </p:nvGrpSpPr>
                <p:grpSpPr>
                  <a:xfrm>
                    <a:off x="3356" y="2180"/>
                    <a:ext cx="199" cy="691"/>
                    <a:chOff x="3356" y="2180"/>
                    <a:chExt cx="199" cy="691"/>
                  </a:xfrm>
                </p:grpSpPr>
                <p:grpSp>
                  <p:nvGrpSpPr>
                    <p:cNvPr id="551" name="Google Shape;551;p38"/>
                    <p:cNvGrpSpPr/>
                    <p:nvPr/>
                  </p:nvGrpSpPr>
                  <p:grpSpPr>
                    <a:xfrm>
                      <a:off x="3356" y="2180"/>
                      <a:ext cx="199" cy="691"/>
                      <a:chOff x="3356" y="2180"/>
                      <a:chExt cx="199" cy="691"/>
                    </a:xfrm>
                  </p:grpSpPr>
                  <p:cxnSp>
                    <p:nvCxnSpPr>
                      <p:cNvPr id="552" name="Google Shape;552;p38"/>
                      <p:cNvCxnSpPr/>
                      <p:nvPr/>
                    </p:nvCxnSpPr>
                    <p:spPr>
                      <a:xfrm flipH="1">
                        <a:off x="3356" y="2180"/>
                        <a:ext cx="199" cy="691"/>
                      </a:xfrm>
                      <a:prstGeom prst="straightConnector1">
                        <a:avLst/>
                      </a:prstGeom>
                      <a:noFill/>
                      <a:ln cap="flat" cmpd="sng" w="50800">
                        <a:solidFill>
                          <a:schemeClr val="dk1"/>
                        </a:solidFill>
                        <a:prstDash val="solid"/>
                        <a:miter lim="800000"/>
                        <a:headEnd len="med" w="med" type="none"/>
                        <a:tailEnd len="med" w="med" type="none"/>
                      </a:ln>
                    </p:spPr>
                  </p:cxnSp>
                  <p:sp>
                    <p:nvSpPr>
                      <p:cNvPr id="553" name="Google Shape;553;p38"/>
                      <p:cNvSpPr txBox="1"/>
                      <p:nvPr/>
                    </p:nvSpPr>
                    <p:spPr>
                      <a:xfrm rot="960000">
                        <a:off x="3484" y="2221"/>
                        <a:ext cx="42" cy="88"/>
                      </a:xfrm>
                      <a:prstGeom prst="rect">
                        <a:avLst/>
                      </a:prstGeom>
                      <a:solidFill>
                        <a:schemeClr val="dk2"/>
                      </a:solidFill>
                      <a:ln cap="flat" cmpd="sng" w="12700">
                        <a:solidFill>
                          <a:schemeClr val="dk2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b="0" i="0" sz="1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</p:grpSp>
                <p:sp>
                  <p:nvSpPr>
                    <p:cNvPr id="554" name="Google Shape;554;p38"/>
                    <p:cNvSpPr txBox="1"/>
                    <p:nvPr/>
                  </p:nvSpPr>
                  <p:spPr>
                    <a:xfrm rot="960000">
                      <a:off x="3399" y="2497"/>
                      <a:ext cx="41" cy="137"/>
                    </a:xfrm>
                    <a:prstGeom prst="rect">
                      <a:avLst/>
                    </a:prstGeom>
                    <a:solidFill>
                      <a:schemeClr val="accent2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555" name="Google Shape;555;p38"/>
                  <p:cNvSpPr/>
                  <p:nvPr/>
                </p:nvSpPr>
                <p:spPr>
                  <a:xfrm>
                    <a:off x="3320" y="2792"/>
                    <a:ext cx="80" cy="80"/>
                  </a:xfrm>
                  <a:prstGeom prst="ellipse">
                    <a:avLst/>
                  </a:prstGeom>
                  <a:solidFill>
                    <a:schemeClr val="lt1"/>
                  </a:solidFill>
                  <a:ln cap="flat" cmpd="sng" w="254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556" name="Google Shape;556;p38"/>
              <p:cNvSpPr txBox="1"/>
              <p:nvPr/>
            </p:nvSpPr>
            <p:spPr>
              <a:xfrm>
                <a:off x="2978150" y="2940050"/>
                <a:ext cx="2730500" cy="2197100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7" name="Google Shape;557;p38"/>
              <p:cNvSpPr/>
              <p:nvPr/>
            </p:nvSpPr>
            <p:spPr>
              <a:xfrm>
                <a:off x="2374900" y="3175000"/>
                <a:ext cx="3098800" cy="736600"/>
              </a:xfrm>
              <a:prstGeom prst="ellipse">
                <a:avLst/>
              </a:prstGeom>
              <a:noFill/>
              <a:ln cap="flat" cmpd="sng" w="25400">
                <a:solidFill>
                  <a:srgbClr val="0066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8" name="Google Shape;558;p38"/>
              <p:cNvSpPr/>
              <p:nvPr/>
            </p:nvSpPr>
            <p:spPr>
              <a:xfrm>
                <a:off x="2374900" y="4013200"/>
                <a:ext cx="3098800" cy="736600"/>
              </a:xfrm>
              <a:prstGeom prst="ellipse">
                <a:avLst/>
              </a:prstGeom>
              <a:noFill/>
              <a:ln cap="flat" cmpd="sng" w="25400">
                <a:solidFill>
                  <a:srgbClr val="0066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559" name="Google Shape;559;p38"/>
              <p:cNvGrpSpPr/>
              <p:nvPr/>
            </p:nvGrpSpPr>
            <p:grpSpPr>
              <a:xfrm>
                <a:off x="3336925" y="2324100"/>
                <a:ext cx="1160463" cy="2819400"/>
                <a:chOff x="2294" y="1488"/>
                <a:chExt cx="731" cy="1776"/>
              </a:xfrm>
            </p:grpSpPr>
            <p:grpSp>
              <p:nvGrpSpPr>
                <p:cNvPr id="560" name="Google Shape;560;p38"/>
                <p:cNvGrpSpPr/>
                <p:nvPr/>
              </p:nvGrpSpPr>
              <p:grpSpPr>
                <a:xfrm>
                  <a:off x="2304" y="1872"/>
                  <a:ext cx="721" cy="1392"/>
                  <a:chOff x="2304" y="1872"/>
                  <a:chExt cx="721" cy="1392"/>
                </a:xfrm>
              </p:grpSpPr>
              <p:grpSp>
                <p:nvGrpSpPr>
                  <p:cNvPr id="561" name="Google Shape;561;p38"/>
                  <p:cNvGrpSpPr/>
                  <p:nvPr/>
                </p:nvGrpSpPr>
                <p:grpSpPr>
                  <a:xfrm>
                    <a:off x="2304" y="2257"/>
                    <a:ext cx="241" cy="528"/>
                    <a:chOff x="2304" y="2257"/>
                    <a:chExt cx="241" cy="528"/>
                  </a:xfrm>
                </p:grpSpPr>
                <p:sp>
                  <p:nvSpPr>
                    <p:cNvPr id="562" name="Google Shape;562;p38"/>
                    <p:cNvSpPr/>
                    <p:nvPr/>
                  </p:nvSpPr>
                  <p:spPr>
                    <a:xfrm rot="10800000">
                      <a:off x="2365" y="2689"/>
                      <a:ext cx="60" cy="96"/>
                    </a:xfrm>
                    <a:custGeom>
                      <a:rect b="b" l="l" r="r" t="t"/>
                      <a:pathLst>
                        <a:path extrusionOk="0" fill="none" h="21597" w="21600">
                          <a:moveTo>
                            <a:pt x="0" y="21597"/>
                          </a:moveTo>
                          <a:cubicBezTo>
                            <a:pt x="0" y="9808"/>
                            <a:pt x="9452" y="196"/>
                            <a:pt x="21240" y="0"/>
                          </a:cubicBezTo>
                        </a:path>
                        <a:path extrusionOk="0" h="21597" w="21600">
                          <a:moveTo>
                            <a:pt x="0" y="21597"/>
                          </a:moveTo>
                          <a:cubicBezTo>
                            <a:pt x="0" y="9808"/>
                            <a:pt x="9452" y="196"/>
                            <a:pt x="21240" y="0"/>
                          </a:cubicBezTo>
                          <a:lnTo>
                            <a:pt x="21600" y="21597"/>
                          </a:lnTo>
                          <a:lnTo>
                            <a:pt x="0" y="21597"/>
                          </a:lnTo>
                          <a:close/>
                        </a:path>
                      </a:pathLst>
                    </a:custGeom>
                    <a:noFill/>
                    <a:ln cap="rnd" cmpd="sng" w="25400">
                      <a:solidFill>
                        <a:srgbClr val="FF33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563" name="Google Shape;563;p38"/>
                    <p:cNvSpPr/>
                    <p:nvPr/>
                  </p:nvSpPr>
                  <p:spPr>
                    <a:xfrm rot="10800000">
                      <a:off x="2304" y="2689"/>
                      <a:ext cx="60" cy="96"/>
                    </a:xfrm>
                    <a:custGeom>
                      <a:rect b="b" l="l" r="r" t="t"/>
                      <a:pathLst>
                        <a:path extrusionOk="0" fill="none" h="21600" w="2160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</a:path>
                        <a:path extrusionOk="0" h="21600" w="2160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  <a:lnTo>
                            <a:pt x="0" y="21600"/>
                          </a:lnTo>
                          <a:lnTo>
                            <a:pt x="-1" y="0"/>
                          </a:lnTo>
                          <a:close/>
                        </a:path>
                      </a:pathLst>
                    </a:custGeom>
                    <a:noFill/>
                    <a:ln cap="rnd" cmpd="sng" w="25400">
                      <a:solidFill>
                        <a:srgbClr val="FF33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564" name="Google Shape;564;p38"/>
                    <p:cNvSpPr/>
                    <p:nvPr/>
                  </p:nvSpPr>
                  <p:spPr>
                    <a:xfrm>
                      <a:off x="2484" y="2257"/>
                      <a:ext cx="61" cy="96"/>
                    </a:xfrm>
                    <a:custGeom>
                      <a:rect b="b" l="l" r="r" t="t"/>
                      <a:pathLst>
                        <a:path extrusionOk="0" fill="none" h="21600" w="21960">
                          <a:moveTo>
                            <a:pt x="0" y="3"/>
                          </a:moveTo>
                          <a:cubicBezTo>
                            <a:pt x="119" y="1"/>
                            <a:pt x="239" y="-1"/>
                            <a:pt x="360" y="0"/>
                          </a:cubicBezTo>
                          <a:cubicBezTo>
                            <a:pt x="12289" y="0"/>
                            <a:pt x="21960" y="9670"/>
                            <a:pt x="21960" y="21600"/>
                          </a:cubicBezTo>
                        </a:path>
                        <a:path extrusionOk="0" h="21600" w="21960">
                          <a:moveTo>
                            <a:pt x="0" y="3"/>
                          </a:moveTo>
                          <a:cubicBezTo>
                            <a:pt x="119" y="1"/>
                            <a:pt x="239" y="-1"/>
                            <a:pt x="360" y="0"/>
                          </a:cubicBezTo>
                          <a:cubicBezTo>
                            <a:pt x="12289" y="0"/>
                            <a:pt x="21960" y="9670"/>
                            <a:pt x="21960" y="21600"/>
                          </a:cubicBezTo>
                          <a:lnTo>
                            <a:pt x="360" y="21600"/>
                          </a:lnTo>
                          <a:lnTo>
                            <a:pt x="0" y="3"/>
                          </a:lnTo>
                          <a:close/>
                        </a:path>
                      </a:pathLst>
                    </a:custGeom>
                    <a:noFill/>
                    <a:ln cap="rnd" cmpd="sng" w="25400">
                      <a:solidFill>
                        <a:srgbClr val="FF33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565" name="Google Shape;565;p38"/>
                    <p:cNvSpPr/>
                    <p:nvPr/>
                  </p:nvSpPr>
                  <p:spPr>
                    <a:xfrm>
                      <a:off x="2425" y="2257"/>
                      <a:ext cx="60" cy="96"/>
                    </a:xfrm>
                    <a:custGeom>
                      <a:rect b="b" l="l" r="r" t="t"/>
                      <a:pathLst>
                        <a:path extrusionOk="0" fill="none" h="21597" w="21600">
                          <a:moveTo>
                            <a:pt x="0" y="21597"/>
                          </a:moveTo>
                          <a:cubicBezTo>
                            <a:pt x="0" y="9808"/>
                            <a:pt x="9452" y="196"/>
                            <a:pt x="21240" y="0"/>
                          </a:cubicBezTo>
                        </a:path>
                        <a:path extrusionOk="0" h="21597" w="21600">
                          <a:moveTo>
                            <a:pt x="0" y="21597"/>
                          </a:moveTo>
                          <a:cubicBezTo>
                            <a:pt x="0" y="9808"/>
                            <a:pt x="9452" y="196"/>
                            <a:pt x="21240" y="0"/>
                          </a:cubicBezTo>
                          <a:lnTo>
                            <a:pt x="21600" y="21597"/>
                          </a:lnTo>
                          <a:lnTo>
                            <a:pt x="0" y="21597"/>
                          </a:lnTo>
                          <a:close/>
                        </a:path>
                      </a:pathLst>
                    </a:custGeom>
                    <a:noFill/>
                    <a:ln cap="rnd" cmpd="sng" w="25400">
                      <a:solidFill>
                        <a:srgbClr val="FF33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cxnSp>
                  <p:nvCxnSpPr>
                    <p:cNvPr id="566" name="Google Shape;566;p38"/>
                    <p:cNvCxnSpPr/>
                    <p:nvPr/>
                  </p:nvCxnSpPr>
                  <p:spPr>
                    <a:xfrm rot="10800000">
                      <a:off x="2424" y="2352"/>
                      <a:ext cx="0" cy="336"/>
                    </a:xfrm>
                    <a:prstGeom prst="straightConnector1">
                      <a:avLst/>
                    </a:prstGeom>
                    <a:noFill/>
                    <a:ln cap="flat" cmpd="sng" w="25400">
                      <a:solidFill>
                        <a:srgbClr val="FF3300"/>
                      </a:solidFill>
                      <a:prstDash val="solid"/>
                      <a:miter lim="800000"/>
                      <a:headEnd len="med" w="med" type="none"/>
                      <a:tailEnd len="med" w="med" type="none"/>
                    </a:ln>
                  </p:spPr>
                </p:cxnSp>
              </p:grpSp>
              <p:grpSp>
                <p:nvGrpSpPr>
                  <p:cNvPr id="567" name="Google Shape;567;p38"/>
                  <p:cNvGrpSpPr/>
                  <p:nvPr/>
                </p:nvGrpSpPr>
                <p:grpSpPr>
                  <a:xfrm>
                    <a:off x="2544" y="2257"/>
                    <a:ext cx="241" cy="528"/>
                    <a:chOff x="2544" y="2257"/>
                    <a:chExt cx="241" cy="528"/>
                  </a:xfrm>
                </p:grpSpPr>
                <p:sp>
                  <p:nvSpPr>
                    <p:cNvPr id="568" name="Google Shape;568;p38"/>
                    <p:cNvSpPr/>
                    <p:nvPr/>
                  </p:nvSpPr>
                  <p:spPr>
                    <a:xfrm rot="10800000">
                      <a:off x="2605" y="2689"/>
                      <a:ext cx="60" cy="96"/>
                    </a:xfrm>
                    <a:custGeom>
                      <a:rect b="b" l="l" r="r" t="t"/>
                      <a:pathLst>
                        <a:path extrusionOk="0" fill="none" h="21597" w="21600">
                          <a:moveTo>
                            <a:pt x="0" y="21597"/>
                          </a:moveTo>
                          <a:cubicBezTo>
                            <a:pt x="0" y="9808"/>
                            <a:pt x="9452" y="196"/>
                            <a:pt x="21240" y="0"/>
                          </a:cubicBezTo>
                        </a:path>
                        <a:path extrusionOk="0" h="21597" w="21600">
                          <a:moveTo>
                            <a:pt x="0" y="21597"/>
                          </a:moveTo>
                          <a:cubicBezTo>
                            <a:pt x="0" y="9808"/>
                            <a:pt x="9452" y="196"/>
                            <a:pt x="21240" y="0"/>
                          </a:cubicBezTo>
                          <a:lnTo>
                            <a:pt x="21600" y="21597"/>
                          </a:lnTo>
                          <a:lnTo>
                            <a:pt x="0" y="21597"/>
                          </a:lnTo>
                          <a:close/>
                        </a:path>
                      </a:pathLst>
                    </a:custGeom>
                    <a:noFill/>
                    <a:ln cap="rnd" cmpd="sng" w="25400">
                      <a:solidFill>
                        <a:srgbClr val="FF33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569" name="Google Shape;569;p38"/>
                    <p:cNvSpPr/>
                    <p:nvPr/>
                  </p:nvSpPr>
                  <p:spPr>
                    <a:xfrm rot="10800000">
                      <a:off x="2544" y="2689"/>
                      <a:ext cx="60" cy="96"/>
                    </a:xfrm>
                    <a:custGeom>
                      <a:rect b="b" l="l" r="r" t="t"/>
                      <a:pathLst>
                        <a:path extrusionOk="0" fill="none" h="21600" w="2160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</a:path>
                        <a:path extrusionOk="0" h="21600" w="2160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  <a:lnTo>
                            <a:pt x="0" y="21600"/>
                          </a:lnTo>
                          <a:lnTo>
                            <a:pt x="-1" y="0"/>
                          </a:lnTo>
                          <a:close/>
                        </a:path>
                      </a:pathLst>
                    </a:custGeom>
                    <a:noFill/>
                    <a:ln cap="rnd" cmpd="sng" w="25400">
                      <a:solidFill>
                        <a:srgbClr val="FF33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570" name="Google Shape;570;p38"/>
                    <p:cNvSpPr/>
                    <p:nvPr/>
                  </p:nvSpPr>
                  <p:spPr>
                    <a:xfrm>
                      <a:off x="2724" y="2257"/>
                      <a:ext cx="61" cy="96"/>
                    </a:xfrm>
                    <a:custGeom>
                      <a:rect b="b" l="l" r="r" t="t"/>
                      <a:pathLst>
                        <a:path extrusionOk="0" fill="none" h="21600" w="21960">
                          <a:moveTo>
                            <a:pt x="0" y="3"/>
                          </a:moveTo>
                          <a:cubicBezTo>
                            <a:pt x="119" y="1"/>
                            <a:pt x="239" y="-1"/>
                            <a:pt x="360" y="0"/>
                          </a:cubicBezTo>
                          <a:cubicBezTo>
                            <a:pt x="12289" y="0"/>
                            <a:pt x="21960" y="9670"/>
                            <a:pt x="21960" y="21600"/>
                          </a:cubicBezTo>
                        </a:path>
                        <a:path extrusionOk="0" h="21600" w="21960">
                          <a:moveTo>
                            <a:pt x="0" y="3"/>
                          </a:moveTo>
                          <a:cubicBezTo>
                            <a:pt x="119" y="1"/>
                            <a:pt x="239" y="-1"/>
                            <a:pt x="360" y="0"/>
                          </a:cubicBezTo>
                          <a:cubicBezTo>
                            <a:pt x="12289" y="0"/>
                            <a:pt x="21960" y="9670"/>
                            <a:pt x="21960" y="21600"/>
                          </a:cubicBezTo>
                          <a:lnTo>
                            <a:pt x="360" y="21600"/>
                          </a:lnTo>
                          <a:lnTo>
                            <a:pt x="0" y="3"/>
                          </a:lnTo>
                          <a:close/>
                        </a:path>
                      </a:pathLst>
                    </a:custGeom>
                    <a:noFill/>
                    <a:ln cap="rnd" cmpd="sng" w="25400">
                      <a:solidFill>
                        <a:srgbClr val="FF33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571" name="Google Shape;571;p38"/>
                    <p:cNvSpPr/>
                    <p:nvPr/>
                  </p:nvSpPr>
                  <p:spPr>
                    <a:xfrm>
                      <a:off x="2665" y="2257"/>
                      <a:ext cx="60" cy="96"/>
                    </a:xfrm>
                    <a:custGeom>
                      <a:rect b="b" l="l" r="r" t="t"/>
                      <a:pathLst>
                        <a:path extrusionOk="0" fill="none" h="21597" w="21600">
                          <a:moveTo>
                            <a:pt x="0" y="21597"/>
                          </a:moveTo>
                          <a:cubicBezTo>
                            <a:pt x="0" y="9808"/>
                            <a:pt x="9452" y="196"/>
                            <a:pt x="21240" y="0"/>
                          </a:cubicBezTo>
                        </a:path>
                        <a:path extrusionOk="0" h="21597" w="21600">
                          <a:moveTo>
                            <a:pt x="0" y="21597"/>
                          </a:moveTo>
                          <a:cubicBezTo>
                            <a:pt x="0" y="9808"/>
                            <a:pt x="9452" y="196"/>
                            <a:pt x="21240" y="0"/>
                          </a:cubicBezTo>
                          <a:lnTo>
                            <a:pt x="21600" y="21597"/>
                          </a:lnTo>
                          <a:lnTo>
                            <a:pt x="0" y="21597"/>
                          </a:lnTo>
                          <a:close/>
                        </a:path>
                      </a:pathLst>
                    </a:custGeom>
                    <a:noFill/>
                    <a:ln cap="rnd" cmpd="sng" w="25400">
                      <a:solidFill>
                        <a:srgbClr val="FF33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cxnSp>
                  <p:nvCxnSpPr>
                    <p:cNvPr id="572" name="Google Shape;572;p38"/>
                    <p:cNvCxnSpPr/>
                    <p:nvPr/>
                  </p:nvCxnSpPr>
                  <p:spPr>
                    <a:xfrm rot="10800000">
                      <a:off x="2664" y="2352"/>
                      <a:ext cx="0" cy="336"/>
                    </a:xfrm>
                    <a:prstGeom prst="straightConnector1">
                      <a:avLst/>
                    </a:prstGeom>
                    <a:noFill/>
                    <a:ln cap="flat" cmpd="sng" w="25400">
                      <a:solidFill>
                        <a:srgbClr val="FF3300"/>
                      </a:solidFill>
                      <a:prstDash val="solid"/>
                      <a:miter lim="800000"/>
                      <a:headEnd len="med" w="med" type="none"/>
                      <a:tailEnd len="med" w="med" type="none"/>
                    </a:ln>
                  </p:spPr>
                </p:cxnSp>
              </p:grpSp>
              <p:grpSp>
                <p:nvGrpSpPr>
                  <p:cNvPr id="573" name="Google Shape;573;p38"/>
                  <p:cNvGrpSpPr/>
                  <p:nvPr/>
                </p:nvGrpSpPr>
                <p:grpSpPr>
                  <a:xfrm>
                    <a:off x="2784" y="2257"/>
                    <a:ext cx="241" cy="528"/>
                    <a:chOff x="2784" y="2257"/>
                    <a:chExt cx="241" cy="528"/>
                  </a:xfrm>
                </p:grpSpPr>
                <p:sp>
                  <p:nvSpPr>
                    <p:cNvPr id="574" name="Google Shape;574;p38"/>
                    <p:cNvSpPr/>
                    <p:nvPr/>
                  </p:nvSpPr>
                  <p:spPr>
                    <a:xfrm rot="10800000">
                      <a:off x="2845" y="2689"/>
                      <a:ext cx="60" cy="96"/>
                    </a:xfrm>
                    <a:custGeom>
                      <a:rect b="b" l="l" r="r" t="t"/>
                      <a:pathLst>
                        <a:path extrusionOk="0" fill="none" h="21597" w="21600">
                          <a:moveTo>
                            <a:pt x="0" y="21597"/>
                          </a:moveTo>
                          <a:cubicBezTo>
                            <a:pt x="0" y="9808"/>
                            <a:pt x="9452" y="196"/>
                            <a:pt x="21240" y="0"/>
                          </a:cubicBezTo>
                        </a:path>
                        <a:path extrusionOk="0" h="21597" w="21600">
                          <a:moveTo>
                            <a:pt x="0" y="21597"/>
                          </a:moveTo>
                          <a:cubicBezTo>
                            <a:pt x="0" y="9808"/>
                            <a:pt x="9452" y="196"/>
                            <a:pt x="21240" y="0"/>
                          </a:cubicBezTo>
                          <a:lnTo>
                            <a:pt x="21600" y="21597"/>
                          </a:lnTo>
                          <a:lnTo>
                            <a:pt x="0" y="21597"/>
                          </a:lnTo>
                          <a:close/>
                        </a:path>
                      </a:pathLst>
                    </a:custGeom>
                    <a:noFill/>
                    <a:ln cap="rnd" cmpd="sng" w="25400">
                      <a:solidFill>
                        <a:srgbClr val="FF33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575" name="Google Shape;575;p38"/>
                    <p:cNvSpPr/>
                    <p:nvPr/>
                  </p:nvSpPr>
                  <p:spPr>
                    <a:xfrm rot="10800000">
                      <a:off x="2784" y="2689"/>
                      <a:ext cx="60" cy="96"/>
                    </a:xfrm>
                    <a:custGeom>
                      <a:rect b="b" l="l" r="r" t="t"/>
                      <a:pathLst>
                        <a:path extrusionOk="0" fill="none" h="21600" w="2160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</a:path>
                        <a:path extrusionOk="0" h="21600" w="2160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  <a:lnTo>
                            <a:pt x="0" y="21600"/>
                          </a:lnTo>
                          <a:lnTo>
                            <a:pt x="-1" y="0"/>
                          </a:lnTo>
                          <a:close/>
                        </a:path>
                      </a:pathLst>
                    </a:custGeom>
                    <a:noFill/>
                    <a:ln cap="rnd" cmpd="sng" w="25400">
                      <a:solidFill>
                        <a:srgbClr val="FF33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576" name="Google Shape;576;p38"/>
                    <p:cNvSpPr/>
                    <p:nvPr/>
                  </p:nvSpPr>
                  <p:spPr>
                    <a:xfrm>
                      <a:off x="2964" y="2257"/>
                      <a:ext cx="61" cy="96"/>
                    </a:xfrm>
                    <a:custGeom>
                      <a:rect b="b" l="l" r="r" t="t"/>
                      <a:pathLst>
                        <a:path extrusionOk="0" fill="none" h="21600" w="21960">
                          <a:moveTo>
                            <a:pt x="0" y="3"/>
                          </a:moveTo>
                          <a:cubicBezTo>
                            <a:pt x="119" y="1"/>
                            <a:pt x="239" y="-1"/>
                            <a:pt x="360" y="0"/>
                          </a:cubicBezTo>
                          <a:cubicBezTo>
                            <a:pt x="12289" y="0"/>
                            <a:pt x="21960" y="9670"/>
                            <a:pt x="21960" y="21600"/>
                          </a:cubicBezTo>
                        </a:path>
                        <a:path extrusionOk="0" h="21600" w="21960">
                          <a:moveTo>
                            <a:pt x="0" y="3"/>
                          </a:moveTo>
                          <a:cubicBezTo>
                            <a:pt x="119" y="1"/>
                            <a:pt x="239" y="-1"/>
                            <a:pt x="360" y="0"/>
                          </a:cubicBezTo>
                          <a:cubicBezTo>
                            <a:pt x="12289" y="0"/>
                            <a:pt x="21960" y="9670"/>
                            <a:pt x="21960" y="21600"/>
                          </a:cubicBezTo>
                          <a:lnTo>
                            <a:pt x="360" y="21600"/>
                          </a:lnTo>
                          <a:lnTo>
                            <a:pt x="0" y="3"/>
                          </a:lnTo>
                          <a:close/>
                        </a:path>
                      </a:pathLst>
                    </a:custGeom>
                    <a:noFill/>
                    <a:ln cap="rnd" cmpd="sng" w="25400">
                      <a:solidFill>
                        <a:srgbClr val="FF33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577" name="Google Shape;577;p38"/>
                    <p:cNvSpPr/>
                    <p:nvPr/>
                  </p:nvSpPr>
                  <p:spPr>
                    <a:xfrm>
                      <a:off x="2905" y="2257"/>
                      <a:ext cx="60" cy="96"/>
                    </a:xfrm>
                    <a:custGeom>
                      <a:rect b="b" l="l" r="r" t="t"/>
                      <a:pathLst>
                        <a:path extrusionOk="0" fill="none" h="21597" w="21600">
                          <a:moveTo>
                            <a:pt x="0" y="21597"/>
                          </a:moveTo>
                          <a:cubicBezTo>
                            <a:pt x="0" y="9808"/>
                            <a:pt x="9452" y="196"/>
                            <a:pt x="21240" y="0"/>
                          </a:cubicBezTo>
                        </a:path>
                        <a:path extrusionOk="0" h="21597" w="21600">
                          <a:moveTo>
                            <a:pt x="0" y="21597"/>
                          </a:moveTo>
                          <a:cubicBezTo>
                            <a:pt x="0" y="9808"/>
                            <a:pt x="9452" y="196"/>
                            <a:pt x="21240" y="0"/>
                          </a:cubicBezTo>
                          <a:lnTo>
                            <a:pt x="21600" y="21597"/>
                          </a:lnTo>
                          <a:lnTo>
                            <a:pt x="0" y="21597"/>
                          </a:lnTo>
                          <a:close/>
                        </a:path>
                      </a:pathLst>
                    </a:custGeom>
                    <a:noFill/>
                    <a:ln cap="rnd" cmpd="sng" w="25400">
                      <a:solidFill>
                        <a:srgbClr val="FF33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cxnSp>
                  <p:nvCxnSpPr>
                    <p:cNvPr id="578" name="Google Shape;578;p38"/>
                    <p:cNvCxnSpPr/>
                    <p:nvPr/>
                  </p:nvCxnSpPr>
                  <p:spPr>
                    <a:xfrm rot="10800000">
                      <a:off x="2904" y="2352"/>
                      <a:ext cx="0" cy="336"/>
                    </a:xfrm>
                    <a:prstGeom prst="straightConnector1">
                      <a:avLst/>
                    </a:prstGeom>
                    <a:noFill/>
                    <a:ln cap="flat" cmpd="sng" w="25400">
                      <a:solidFill>
                        <a:srgbClr val="FF3300"/>
                      </a:solidFill>
                      <a:prstDash val="solid"/>
                      <a:miter lim="800000"/>
                      <a:headEnd len="med" w="med" type="none"/>
                      <a:tailEnd len="med" w="med" type="none"/>
                    </a:ln>
                  </p:spPr>
                </p:cxnSp>
              </p:grpSp>
              <p:cxnSp>
                <p:nvCxnSpPr>
                  <p:cNvPr id="579" name="Google Shape;579;p38"/>
                  <p:cNvCxnSpPr/>
                  <p:nvPr/>
                </p:nvCxnSpPr>
                <p:spPr>
                  <a:xfrm rot="10800000">
                    <a:off x="2304" y="1872"/>
                    <a:ext cx="0" cy="480"/>
                  </a:xfrm>
                  <a:prstGeom prst="straightConnector1">
                    <a:avLst/>
                  </a:prstGeom>
                  <a:noFill/>
                  <a:ln cap="flat" cmpd="sng" w="25400">
                    <a:solidFill>
                      <a:srgbClr val="FF3300"/>
                    </a:solidFill>
                    <a:prstDash val="solid"/>
                    <a:miter lim="800000"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580" name="Google Shape;580;p38"/>
                  <p:cNvCxnSpPr/>
                  <p:nvPr/>
                </p:nvCxnSpPr>
                <p:spPr>
                  <a:xfrm>
                    <a:off x="3024" y="2688"/>
                    <a:ext cx="0" cy="576"/>
                  </a:xfrm>
                  <a:prstGeom prst="straightConnector1">
                    <a:avLst/>
                  </a:prstGeom>
                  <a:noFill/>
                  <a:ln cap="flat" cmpd="sng" w="25400">
                    <a:solidFill>
                      <a:srgbClr val="FF3300"/>
                    </a:solidFill>
                    <a:prstDash val="solid"/>
                    <a:miter lim="800000"/>
                    <a:headEnd len="med" w="med" type="none"/>
                    <a:tailEnd len="med" w="med" type="none"/>
                  </a:ln>
                </p:spPr>
              </p:cxnSp>
            </p:grpSp>
            <p:cxnSp>
              <p:nvCxnSpPr>
                <p:cNvPr id="581" name="Google Shape;581;p38"/>
                <p:cNvCxnSpPr/>
                <p:nvPr/>
              </p:nvCxnSpPr>
              <p:spPr>
                <a:xfrm>
                  <a:off x="2304" y="1488"/>
                  <a:ext cx="0" cy="336"/>
                </a:xfrm>
                <a:prstGeom prst="straightConnector1">
                  <a:avLst/>
                </a:prstGeom>
                <a:noFill/>
                <a:ln cap="flat" cmpd="sng" w="25400">
                  <a:solidFill>
                    <a:srgbClr val="FF3300"/>
                  </a:solidFill>
                  <a:prstDash val="solid"/>
                  <a:miter lim="800000"/>
                  <a:headEnd len="med" w="med" type="none"/>
                  <a:tailEnd len="med" w="med" type="stealth"/>
                </a:ln>
              </p:spPr>
            </p:cxnSp>
            <p:sp>
              <p:nvSpPr>
                <p:cNvPr id="582" name="Google Shape;582;p38"/>
                <p:cNvSpPr txBox="1"/>
                <p:nvPr/>
              </p:nvSpPr>
              <p:spPr>
                <a:xfrm>
                  <a:off x="2294" y="1507"/>
                  <a:ext cx="253" cy="25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6025" lIns="92075" spcFirstLastPara="1" rIns="92075" wrap="square" tIns="46025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3300"/>
                    </a:buClr>
                    <a:buSzPts val="2000"/>
                    <a:buFont typeface="Verdana"/>
                    <a:buNone/>
                  </a:pPr>
                  <a:r>
                    <a:rPr b="0" i="0" lang="en-US" sz="2000" u="none">
                      <a:solidFill>
                        <a:srgbClr val="FF3300"/>
                      </a:solidFill>
                      <a:latin typeface="Verdana"/>
                      <a:ea typeface="Verdana"/>
                      <a:cs typeface="Verdana"/>
                      <a:sym typeface="Verdana"/>
                    </a:rPr>
                    <a:t>I</a:t>
                  </a:r>
                  <a:r>
                    <a:rPr b="0" baseline="-25000" i="0" lang="en-US" sz="2000" u="none">
                      <a:solidFill>
                        <a:srgbClr val="FF3300"/>
                      </a:solidFill>
                      <a:latin typeface="Verdana"/>
                      <a:ea typeface="Verdana"/>
                      <a:cs typeface="Verdana"/>
                      <a:sym typeface="Verdana"/>
                    </a:rPr>
                    <a:t>1</a:t>
                  </a:r>
                  <a:endParaRPr/>
                </a:p>
              </p:txBody>
            </p:sp>
          </p:grpSp>
          <p:grpSp>
            <p:nvGrpSpPr>
              <p:cNvPr id="583" name="Google Shape;583;p38"/>
              <p:cNvGrpSpPr/>
              <p:nvPr/>
            </p:nvGrpSpPr>
            <p:grpSpPr>
              <a:xfrm>
                <a:off x="4965700" y="2933700"/>
                <a:ext cx="169863" cy="2209800"/>
                <a:chOff x="3320" y="1872"/>
                <a:chExt cx="107" cy="1392"/>
              </a:xfrm>
            </p:grpSpPr>
            <p:cxnSp>
              <p:nvCxnSpPr>
                <p:cNvPr id="584" name="Google Shape;584;p38"/>
                <p:cNvCxnSpPr/>
                <p:nvPr/>
              </p:nvCxnSpPr>
              <p:spPr>
                <a:xfrm>
                  <a:off x="3360" y="1872"/>
                  <a:ext cx="0" cy="432"/>
                </a:xfrm>
                <a:prstGeom prst="straightConnector1">
                  <a:avLst/>
                </a:prstGeom>
                <a:noFill/>
                <a:ln cap="flat" cmpd="sng" w="50800">
                  <a:solidFill>
                    <a:schemeClr val="dk1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585" name="Google Shape;585;p38"/>
                <p:cNvCxnSpPr/>
                <p:nvPr/>
              </p:nvCxnSpPr>
              <p:spPr>
                <a:xfrm>
                  <a:off x="3360" y="2832"/>
                  <a:ext cx="0" cy="432"/>
                </a:xfrm>
                <a:prstGeom prst="straightConnector1">
                  <a:avLst/>
                </a:prstGeom>
                <a:noFill/>
                <a:ln cap="flat" cmpd="sng" w="50800">
                  <a:solidFill>
                    <a:schemeClr val="dk1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grpSp>
              <p:nvGrpSpPr>
                <p:cNvPr id="586" name="Google Shape;586;p38"/>
                <p:cNvGrpSpPr/>
                <p:nvPr/>
              </p:nvGrpSpPr>
              <p:grpSpPr>
                <a:xfrm>
                  <a:off x="3337" y="2152"/>
                  <a:ext cx="90" cy="714"/>
                  <a:chOff x="3337" y="2152"/>
                  <a:chExt cx="90" cy="714"/>
                </a:xfrm>
              </p:grpSpPr>
              <p:grpSp>
                <p:nvGrpSpPr>
                  <p:cNvPr id="587" name="Google Shape;587;p38"/>
                  <p:cNvGrpSpPr/>
                  <p:nvPr/>
                </p:nvGrpSpPr>
                <p:grpSpPr>
                  <a:xfrm>
                    <a:off x="3364" y="2152"/>
                    <a:ext cx="63" cy="714"/>
                    <a:chOff x="3364" y="2152"/>
                    <a:chExt cx="63" cy="714"/>
                  </a:xfrm>
                </p:grpSpPr>
                <p:cxnSp>
                  <p:nvCxnSpPr>
                    <p:cNvPr id="588" name="Google Shape;588;p38"/>
                    <p:cNvCxnSpPr/>
                    <p:nvPr/>
                  </p:nvCxnSpPr>
                  <p:spPr>
                    <a:xfrm flipH="1">
                      <a:off x="3364" y="2152"/>
                      <a:ext cx="63" cy="714"/>
                    </a:xfrm>
                    <a:prstGeom prst="straightConnector1">
                      <a:avLst/>
                    </a:prstGeom>
                    <a:noFill/>
                    <a:ln cap="flat" cmpd="sng" w="50800">
                      <a:solidFill>
                        <a:schemeClr val="dk1"/>
                      </a:solidFill>
                      <a:prstDash val="solid"/>
                      <a:miter lim="800000"/>
                      <a:headEnd len="med" w="med" type="none"/>
                      <a:tailEnd len="med" w="med" type="none"/>
                    </a:ln>
                  </p:spPr>
                </p:cxnSp>
                <p:sp>
                  <p:nvSpPr>
                    <p:cNvPr id="589" name="Google Shape;589;p38"/>
                    <p:cNvSpPr txBox="1"/>
                    <p:nvPr/>
                  </p:nvSpPr>
                  <p:spPr>
                    <a:xfrm rot="300000">
                      <a:off x="3373" y="2197"/>
                      <a:ext cx="44" cy="94"/>
                    </a:xfrm>
                    <a:prstGeom prst="rect">
                      <a:avLst/>
                    </a:prstGeom>
                    <a:solidFill>
                      <a:schemeClr val="dk2"/>
                    </a:solidFill>
                    <a:ln cap="flat" cmpd="sng" w="12700">
                      <a:solidFill>
                        <a:schemeClr val="dk2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590" name="Google Shape;590;p38"/>
                  <p:cNvSpPr txBox="1"/>
                  <p:nvPr/>
                </p:nvSpPr>
                <p:spPr>
                  <a:xfrm rot="300000">
                    <a:off x="3343" y="2484"/>
                    <a:ext cx="48" cy="142"/>
                  </a:xfrm>
                  <a:prstGeom prst="rect">
                    <a:avLst/>
                  </a:prstGeom>
                  <a:solidFill>
                    <a:schemeClr val="accent2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591" name="Google Shape;591;p38"/>
                <p:cNvSpPr/>
                <p:nvPr/>
              </p:nvSpPr>
              <p:spPr>
                <a:xfrm>
                  <a:off x="3320" y="2792"/>
                  <a:ext cx="80" cy="80"/>
                </a:xfrm>
                <a:prstGeom prst="ellipse">
                  <a:avLst/>
                </a:prstGeom>
                <a:solidFill>
                  <a:schemeClr val="lt1"/>
                </a:solidFill>
                <a:ln cap="flat" cmpd="sng" w="254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cxnSp>
          <p:nvCxnSpPr>
            <p:cNvPr id="592" name="Google Shape;592;p38"/>
            <p:cNvCxnSpPr/>
            <p:nvPr/>
          </p:nvCxnSpPr>
          <p:spPr>
            <a:xfrm>
              <a:off x="5105057" y="2368613"/>
              <a:ext cx="2591038" cy="0"/>
            </a:xfrm>
            <a:prstGeom prst="straightConnector1">
              <a:avLst/>
            </a:prstGeom>
            <a:noFill/>
            <a:ln cap="flat" cmpd="sng" w="28575">
              <a:solidFill>
                <a:srgbClr val="292989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593" name="Google Shape;593;p38"/>
            <p:cNvCxnSpPr/>
            <p:nvPr/>
          </p:nvCxnSpPr>
          <p:spPr>
            <a:xfrm>
              <a:off x="5130459" y="5617170"/>
              <a:ext cx="1266941" cy="0"/>
            </a:xfrm>
            <a:prstGeom prst="straightConnector1">
              <a:avLst/>
            </a:prstGeom>
            <a:noFill/>
            <a:ln cap="flat" cmpd="sng" w="28575">
              <a:solidFill>
                <a:srgbClr val="292989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594" name="Google Shape;594;p38"/>
            <p:cNvCxnSpPr/>
            <p:nvPr/>
          </p:nvCxnSpPr>
          <p:spPr>
            <a:xfrm>
              <a:off x="6629197" y="5617170"/>
              <a:ext cx="1066898" cy="0"/>
            </a:xfrm>
            <a:prstGeom prst="straightConnector1">
              <a:avLst/>
            </a:prstGeom>
            <a:noFill/>
            <a:ln cap="flat" cmpd="sng" w="28575">
              <a:solidFill>
                <a:srgbClr val="292989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595" name="Google Shape;595;p38"/>
            <p:cNvSpPr/>
            <p:nvPr/>
          </p:nvSpPr>
          <p:spPr>
            <a:xfrm>
              <a:off x="7473825" y="3740438"/>
              <a:ext cx="450891" cy="568418"/>
            </a:xfrm>
            <a:prstGeom prst="ellipse">
              <a:avLst/>
            </a:prstGeom>
            <a:solidFill>
              <a:schemeClr val="lt1"/>
            </a:solidFill>
            <a:ln cap="flat" cmpd="sng" w="28575">
              <a:solidFill>
                <a:srgbClr val="2D2D8A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6" name="Google Shape;596;p38"/>
            <p:cNvSpPr/>
            <p:nvPr/>
          </p:nvSpPr>
          <p:spPr>
            <a:xfrm>
              <a:off x="7543681" y="3964313"/>
              <a:ext cx="304828" cy="119081"/>
            </a:xfrm>
            <a:custGeom>
              <a:rect b="b" l="l" r="r" t="t"/>
              <a:pathLst>
                <a:path extrusionOk="0" h="903320" w="678873">
                  <a:moveTo>
                    <a:pt x="0" y="482049"/>
                  </a:moveTo>
                  <a:cubicBezTo>
                    <a:pt x="83127" y="211885"/>
                    <a:pt x="166255" y="-58279"/>
                    <a:pt x="249382" y="10994"/>
                  </a:cubicBezTo>
                  <a:cubicBezTo>
                    <a:pt x="332509" y="80267"/>
                    <a:pt x="427182" y="830721"/>
                    <a:pt x="498764" y="897685"/>
                  </a:cubicBezTo>
                  <a:cubicBezTo>
                    <a:pt x="570346" y="964649"/>
                    <a:pt x="678873" y="412776"/>
                    <a:pt x="678873" y="412776"/>
                  </a:cubicBezTo>
                  <a:lnTo>
                    <a:pt x="678873" y="412776"/>
                  </a:lnTo>
                </a:path>
              </a:pathLst>
            </a:custGeom>
            <a:noFill/>
            <a:ln cap="flat" cmpd="sng" w="25400">
              <a:solidFill>
                <a:srgbClr val="89A4A7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97" name="Google Shape;597;p38"/>
            <p:cNvCxnSpPr/>
            <p:nvPr/>
          </p:nvCxnSpPr>
          <p:spPr>
            <a:xfrm>
              <a:off x="7696095" y="2368613"/>
              <a:ext cx="0" cy="1409931"/>
            </a:xfrm>
            <a:prstGeom prst="straightConnector1">
              <a:avLst/>
            </a:prstGeom>
            <a:noFill/>
            <a:ln cap="flat" cmpd="sng" w="28575">
              <a:solidFill>
                <a:srgbClr val="292989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598" name="Google Shape;598;p38"/>
            <p:cNvCxnSpPr/>
            <p:nvPr/>
          </p:nvCxnSpPr>
          <p:spPr>
            <a:xfrm flipH="1" rot="10800000">
              <a:off x="7694508" y="4308856"/>
              <a:ext cx="4762" cy="1321016"/>
            </a:xfrm>
            <a:prstGeom prst="straightConnector1">
              <a:avLst/>
            </a:prstGeom>
            <a:noFill/>
            <a:ln cap="flat" cmpd="sng" w="28575">
              <a:solidFill>
                <a:srgbClr val="292989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599" name="Google Shape;599;p38"/>
            <p:cNvCxnSpPr/>
            <p:nvPr/>
          </p:nvCxnSpPr>
          <p:spPr>
            <a:xfrm rot="10800000">
              <a:off x="5105057" y="2368613"/>
              <a:ext cx="0" cy="609700"/>
            </a:xfrm>
            <a:prstGeom prst="straightConnector1">
              <a:avLst/>
            </a:prstGeom>
            <a:noFill/>
            <a:ln cap="flat" cmpd="sng" w="28575">
              <a:solidFill>
                <a:srgbClr val="292989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600" name="Google Shape;600;p38"/>
            <p:cNvCxnSpPr/>
            <p:nvPr/>
          </p:nvCxnSpPr>
          <p:spPr>
            <a:xfrm rot="10800000">
              <a:off x="5130459" y="5144018"/>
              <a:ext cx="15876" cy="501732"/>
            </a:xfrm>
            <a:prstGeom prst="straightConnector1">
              <a:avLst/>
            </a:prstGeom>
            <a:noFill/>
            <a:ln cap="flat" cmpd="sng" w="28575">
              <a:solidFill>
                <a:srgbClr val="292989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601" name="Google Shape;601;p38"/>
            <p:cNvSpPr txBox="1"/>
            <p:nvPr/>
          </p:nvSpPr>
          <p:spPr>
            <a:xfrm>
              <a:off x="7941764" y="3805535"/>
              <a:ext cx="897436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Times New Roman"/>
                <a:buNone/>
              </a:pPr>
              <a:r>
                <a:rPr b="0" i="0" lang="en-US" sz="120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230 V 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Times New Roman"/>
                <a:buNone/>
              </a:pPr>
              <a:r>
                <a:rPr b="0" i="0" lang="en-US" sz="120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AC</a:t>
              </a:r>
              <a:endParaRPr/>
            </a:p>
          </p:txBody>
        </p:sp>
        <p:grpSp>
          <p:nvGrpSpPr>
            <p:cNvPr id="602" name="Google Shape;602;p38"/>
            <p:cNvGrpSpPr/>
            <p:nvPr/>
          </p:nvGrpSpPr>
          <p:grpSpPr>
            <a:xfrm>
              <a:off x="1058149" y="2300340"/>
              <a:ext cx="3521398" cy="3331120"/>
              <a:chOff x="1371420" y="2849781"/>
              <a:chExt cx="3521398" cy="3331120"/>
            </a:xfrm>
          </p:grpSpPr>
          <p:cxnSp>
            <p:nvCxnSpPr>
              <p:cNvPr id="603" name="Google Shape;603;p38"/>
              <p:cNvCxnSpPr/>
              <p:nvPr/>
            </p:nvCxnSpPr>
            <p:spPr>
              <a:xfrm rot="10800000">
                <a:off x="1676248" y="2849781"/>
                <a:ext cx="533449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292989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604" name="Google Shape;604;p38"/>
              <p:cNvCxnSpPr/>
              <p:nvPr/>
            </p:nvCxnSpPr>
            <p:spPr>
              <a:xfrm>
                <a:off x="1673073" y="2856132"/>
                <a:ext cx="3175" cy="1844977"/>
              </a:xfrm>
              <a:prstGeom prst="straightConnector1">
                <a:avLst/>
              </a:prstGeom>
              <a:noFill/>
              <a:ln cap="flat" cmpd="sng" w="28575">
                <a:solidFill>
                  <a:srgbClr val="292989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605" name="Google Shape;605;p38"/>
              <p:cNvCxnSpPr/>
              <p:nvPr/>
            </p:nvCxnSpPr>
            <p:spPr>
              <a:xfrm>
                <a:off x="1371420" y="4701109"/>
                <a:ext cx="609656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292989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606" name="Google Shape;606;p38"/>
              <p:cNvCxnSpPr/>
              <p:nvPr/>
            </p:nvCxnSpPr>
            <p:spPr>
              <a:xfrm>
                <a:off x="1523834" y="4836068"/>
                <a:ext cx="304828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292989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607" name="Google Shape;607;p38"/>
              <p:cNvCxnSpPr/>
              <p:nvPr/>
            </p:nvCxnSpPr>
            <p:spPr>
              <a:xfrm flipH="1">
                <a:off x="1673073" y="4836068"/>
                <a:ext cx="3175" cy="1336894"/>
              </a:xfrm>
              <a:prstGeom prst="straightConnector1">
                <a:avLst/>
              </a:prstGeom>
              <a:noFill/>
              <a:ln cap="flat" cmpd="sng" w="28575">
                <a:solidFill>
                  <a:srgbClr val="292989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608" name="Google Shape;608;p38"/>
              <p:cNvCxnSpPr/>
              <p:nvPr/>
            </p:nvCxnSpPr>
            <p:spPr>
              <a:xfrm flipH="1" rot="10800000">
                <a:off x="1673073" y="6166611"/>
                <a:ext cx="3211807" cy="6351"/>
              </a:xfrm>
              <a:prstGeom prst="straightConnector1">
                <a:avLst/>
              </a:prstGeom>
              <a:noFill/>
              <a:ln cap="flat" cmpd="sng" w="28575">
                <a:solidFill>
                  <a:srgbClr val="292989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609" name="Google Shape;609;p38"/>
              <p:cNvCxnSpPr/>
              <p:nvPr/>
            </p:nvCxnSpPr>
            <p:spPr>
              <a:xfrm>
                <a:off x="2160479" y="2857719"/>
                <a:ext cx="400087" cy="17466"/>
              </a:xfrm>
              <a:prstGeom prst="straightConnector1">
                <a:avLst/>
              </a:prstGeom>
              <a:noFill/>
              <a:ln cap="flat" cmpd="sng" w="28575">
                <a:solidFill>
                  <a:srgbClr val="292989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610" name="Google Shape;610;p38"/>
              <p:cNvCxnSpPr/>
              <p:nvPr/>
            </p:nvCxnSpPr>
            <p:spPr>
              <a:xfrm flipH="1">
                <a:off x="2590732" y="2849781"/>
                <a:ext cx="1162157" cy="7938"/>
              </a:xfrm>
              <a:prstGeom prst="straightConnector1">
                <a:avLst/>
              </a:prstGeom>
              <a:noFill/>
              <a:ln cap="flat" cmpd="sng" w="28575">
                <a:solidFill>
                  <a:srgbClr val="292989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611" name="Google Shape;611;p38"/>
              <p:cNvCxnSpPr/>
              <p:nvPr/>
            </p:nvCxnSpPr>
            <p:spPr>
              <a:xfrm rot="10800000">
                <a:off x="4883292" y="5949088"/>
                <a:ext cx="9526" cy="231813"/>
              </a:xfrm>
              <a:prstGeom prst="straightConnector1">
                <a:avLst/>
              </a:prstGeom>
              <a:noFill/>
              <a:ln cap="flat" cmpd="sng" w="9525">
                <a:solidFill>
                  <a:srgbClr val="292989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</p:grpSp>
        <p:cxnSp>
          <p:nvCxnSpPr>
            <p:cNvPr id="612" name="Google Shape;612;p38"/>
            <p:cNvCxnSpPr/>
            <p:nvPr/>
          </p:nvCxnSpPr>
          <p:spPr>
            <a:xfrm rot="10800000">
              <a:off x="4571608" y="5105912"/>
              <a:ext cx="0" cy="350895"/>
            </a:xfrm>
            <a:prstGeom prst="straightConnector1">
              <a:avLst/>
            </a:prstGeom>
            <a:noFill/>
            <a:ln cap="flat" cmpd="sng" w="28575">
              <a:solidFill>
                <a:srgbClr val="292989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613" name="Google Shape;613;p38"/>
            <p:cNvSpPr/>
            <p:nvPr/>
          </p:nvSpPr>
          <p:spPr>
            <a:xfrm>
              <a:off x="2240944" y="2286050"/>
              <a:ext cx="44454" cy="46046"/>
            </a:xfrm>
            <a:prstGeom prst="flowChartConnector">
              <a:avLst/>
            </a:prstGeom>
            <a:solidFill>
              <a:schemeClr val="dk1"/>
            </a:solidFill>
            <a:ln cap="flat" cmpd="sng" w="254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4" name="Google Shape;614;p38"/>
            <p:cNvSpPr/>
            <p:nvPr/>
          </p:nvSpPr>
          <p:spPr>
            <a:xfrm>
              <a:off x="1904363" y="2286050"/>
              <a:ext cx="46042" cy="46046"/>
            </a:xfrm>
            <a:prstGeom prst="flowChartConnector">
              <a:avLst/>
            </a:prstGeom>
            <a:solidFill>
              <a:schemeClr val="dk1"/>
            </a:solidFill>
            <a:ln cap="flat" cmpd="sng" w="254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15" name="Google Shape;615;p38"/>
            <p:cNvCxnSpPr/>
            <p:nvPr/>
          </p:nvCxnSpPr>
          <p:spPr>
            <a:xfrm rot="10800000">
              <a:off x="3428503" y="2286050"/>
              <a:ext cx="0" cy="647806"/>
            </a:xfrm>
            <a:prstGeom prst="straightConnector1">
              <a:avLst/>
            </a:prstGeom>
            <a:noFill/>
            <a:ln cap="flat" cmpd="sng" w="9525">
              <a:solidFill>
                <a:srgbClr val="292989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616" name="Google Shape;616;p38"/>
            <p:cNvSpPr txBox="1"/>
            <p:nvPr/>
          </p:nvSpPr>
          <p:spPr>
            <a:xfrm>
              <a:off x="659649" y="4202668"/>
              <a:ext cx="484876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Times New Roman"/>
                <a:buNone/>
              </a:pPr>
              <a:r>
                <a:rPr b="0" i="0" lang="en-US" sz="120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24 V</a:t>
              </a:r>
              <a:endParaRPr/>
            </a:p>
          </p:txBody>
        </p:sp>
        <p:sp>
          <p:nvSpPr>
            <p:cNvPr id="617" name="Google Shape;617;p38"/>
            <p:cNvSpPr txBox="1"/>
            <p:nvPr/>
          </p:nvSpPr>
          <p:spPr>
            <a:xfrm>
              <a:off x="1600200" y="1981200"/>
              <a:ext cx="31771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/>
            </a:p>
          </p:txBody>
        </p: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2" name="Google Shape;622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32487" y="4484687"/>
            <a:ext cx="1425575" cy="1168400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p39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7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p39"/>
          <p:cNvSpPr txBox="1"/>
          <p:nvPr/>
        </p:nvSpPr>
        <p:spPr>
          <a:xfrm>
            <a:off x="304800" y="1700212"/>
            <a:ext cx="8153400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 Light"/>
              <a:buNone/>
            </a:pPr>
            <a:r>
              <a:rPr b="0" i="0" lang="en-US" sz="2400" u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…a current can flow through the switch.</a:t>
            </a:r>
            <a:endParaRPr/>
          </a:p>
        </p:txBody>
      </p:sp>
      <p:sp>
        <p:nvSpPr>
          <p:cNvPr id="625" name="Google Shape;625;p39"/>
          <p:cNvSpPr txBox="1"/>
          <p:nvPr/>
        </p:nvSpPr>
        <p:spPr>
          <a:xfrm>
            <a:off x="808037" y="1050925"/>
            <a:ext cx="4427537" cy="5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does a Relay work ?</a:t>
            </a:r>
            <a:endParaRPr/>
          </a:p>
        </p:txBody>
      </p:sp>
      <p:grpSp>
        <p:nvGrpSpPr>
          <p:cNvPr id="626" name="Google Shape;626;p39"/>
          <p:cNvGrpSpPr/>
          <p:nvPr/>
        </p:nvGrpSpPr>
        <p:grpSpPr>
          <a:xfrm>
            <a:off x="582612" y="1981200"/>
            <a:ext cx="8221662" cy="3649662"/>
            <a:chOff x="581924" y="1981200"/>
            <a:chExt cx="8223027" cy="3649500"/>
          </a:xfrm>
        </p:grpSpPr>
        <p:sp>
          <p:nvSpPr>
            <p:cNvPr id="627" name="Google Shape;627;p39"/>
            <p:cNvSpPr txBox="1"/>
            <p:nvPr/>
          </p:nvSpPr>
          <p:spPr>
            <a:xfrm>
              <a:off x="3206750" y="3778250"/>
              <a:ext cx="1435100" cy="520700"/>
            </a:xfrm>
            <a:prstGeom prst="rect">
              <a:avLst/>
            </a:prstGeom>
            <a:solidFill>
              <a:schemeClr val="accent2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8" name="Google Shape;628;p39"/>
            <p:cNvSpPr txBox="1"/>
            <p:nvPr/>
          </p:nvSpPr>
          <p:spPr>
            <a:xfrm>
              <a:off x="2978150" y="3016250"/>
              <a:ext cx="2730500" cy="219710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9" name="Google Shape;629;p39"/>
            <p:cNvSpPr/>
            <p:nvPr/>
          </p:nvSpPr>
          <p:spPr>
            <a:xfrm>
              <a:off x="2374900" y="3251200"/>
              <a:ext cx="3098800" cy="736600"/>
            </a:xfrm>
            <a:prstGeom prst="ellipse">
              <a:avLst/>
            </a:prstGeom>
            <a:noFill/>
            <a:ln cap="flat" cmpd="sng" w="25400">
              <a:solidFill>
                <a:srgbClr val="0066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0" name="Google Shape;630;p39"/>
            <p:cNvSpPr/>
            <p:nvPr/>
          </p:nvSpPr>
          <p:spPr>
            <a:xfrm>
              <a:off x="2374900" y="4089400"/>
              <a:ext cx="3098800" cy="736600"/>
            </a:xfrm>
            <a:prstGeom prst="ellipse">
              <a:avLst/>
            </a:prstGeom>
            <a:noFill/>
            <a:ln cap="flat" cmpd="sng" w="25400">
              <a:solidFill>
                <a:srgbClr val="0066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31" name="Google Shape;631;p39"/>
            <p:cNvGrpSpPr/>
            <p:nvPr/>
          </p:nvGrpSpPr>
          <p:grpSpPr>
            <a:xfrm>
              <a:off x="3336925" y="2400300"/>
              <a:ext cx="1160463" cy="2819400"/>
              <a:chOff x="2294" y="1488"/>
              <a:chExt cx="731" cy="1776"/>
            </a:xfrm>
          </p:grpSpPr>
          <p:grpSp>
            <p:nvGrpSpPr>
              <p:cNvPr id="632" name="Google Shape;632;p39"/>
              <p:cNvGrpSpPr/>
              <p:nvPr/>
            </p:nvGrpSpPr>
            <p:grpSpPr>
              <a:xfrm>
                <a:off x="2304" y="1872"/>
                <a:ext cx="721" cy="1392"/>
                <a:chOff x="2304" y="1872"/>
                <a:chExt cx="721" cy="1392"/>
              </a:xfrm>
            </p:grpSpPr>
            <p:grpSp>
              <p:nvGrpSpPr>
                <p:cNvPr id="633" name="Google Shape;633;p39"/>
                <p:cNvGrpSpPr/>
                <p:nvPr/>
              </p:nvGrpSpPr>
              <p:grpSpPr>
                <a:xfrm>
                  <a:off x="2304" y="2257"/>
                  <a:ext cx="241" cy="528"/>
                  <a:chOff x="2304" y="2257"/>
                  <a:chExt cx="241" cy="528"/>
                </a:xfrm>
              </p:grpSpPr>
              <p:sp>
                <p:nvSpPr>
                  <p:cNvPr id="634" name="Google Shape;634;p39"/>
                  <p:cNvSpPr/>
                  <p:nvPr/>
                </p:nvSpPr>
                <p:spPr>
                  <a:xfrm rot="10800000">
                    <a:off x="2365" y="2689"/>
                    <a:ext cx="60" cy="96"/>
                  </a:xfrm>
                  <a:custGeom>
                    <a:rect b="b" l="l" r="r" t="t"/>
                    <a:pathLst>
                      <a:path extrusionOk="0" fill="none" h="21597" w="21600">
                        <a:moveTo>
                          <a:pt x="0" y="21597"/>
                        </a:moveTo>
                        <a:cubicBezTo>
                          <a:pt x="0" y="9808"/>
                          <a:pt x="9452" y="196"/>
                          <a:pt x="21240" y="0"/>
                        </a:cubicBezTo>
                      </a:path>
                      <a:path extrusionOk="0" h="21597" w="21600">
                        <a:moveTo>
                          <a:pt x="0" y="21597"/>
                        </a:moveTo>
                        <a:cubicBezTo>
                          <a:pt x="0" y="9808"/>
                          <a:pt x="9452" y="196"/>
                          <a:pt x="21240" y="0"/>
                        </a:cubicBezTo>
                        <a:lnTo>
                          <a:pt x="21600" y="21597"/>
                        </a:lnTo>
                        <a:lnTo>
                          <a:pt x="0" y="21597"/>
                        </a:lnTo>
                        <a:close/>
                      </a:path>
                    </a:pathLst>
                  </a:custGeom>
                  <a:noFill/>
                  <a:ln cap="rnd" cmpd="sng" w="25400">
                    <a:solidFill>
                      <a:srgbClr val="FF33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35" name="Google Shape;635;p39"/>
                  <p:cNvSpPr/>
                  <p:nvPr/>
                </p:nvSpPr>
                <p:spPr>
                  <a:xfrm rot="10800000">
                    <a:off x="2304" y="2689"/>
                    <a:ext cx="60" cy="96"/>
                  </a:xfrm>
                  <a:custGeom>
                    <a:rect b="b" l="l" r="r" t="t"/>
                    <a:pathLst>
                      <a:path extrusionOk="0" fill="none" h="21600" w="2160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extrusionOk="0" h="21600" w="2160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cap="rnd" cmpd="sng" w="25400">
                    <a:solidFill>
                      <a:srgbClr val="FF33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36" name="Google Shape;636;p39"/>
                  <p:cNvSpPr/>
                  <p:nvPr/>
                </p:nvSpPr>
                <p:spPr>
                  <a:xfrm>
                    <a:off x="2484" y="2257"/>
                    <a:ext cx="61" cy="96"/>
                  </a:xfrm>
                  <a:custGeom>
                    <a:rect b="b" l="l" r="r" t="t"/>
                    <a:pathLst>
                      <a:path extrusionOk="0" fill="none" h="21600" w="21960">
                        <a:moveTo>
                          <a:pt x="0" y="3"/>
                        </a:moveTo>
                        <a:cubicBezTo>
                          <a:pt x="119" y="1"/>
                          <a:pt x="239" y="-1"/>
                          <a:pt x="360" y="0"/>
                        </a:cubicBezTo>
                        <a:cubicBezTo>
                          <a:pt x="12289" y="0"/>
                          <a:pt x="21960" y="9670"/>
                          <a:pt x="21960" y="21600"/>
                        </a:cubicBezTo>
                      </a:path>
                      <a:path extrusionOk="0" h="21600" w="21960">
                        <a:moveTo>
                          <a:pt x="0" y="3"/>
                        </a:moveTo>
                        <a:cubicBezTo>
                          <a:pt x="119" y="1"/>
                          <a:pt x="239" y="-1"/>
                          <a:pt x="360" y="0"/>
                        </a:cubicBezTo>
                        <a:cubicBezTo>
                          <a:pt x="12289" y="0"/>
                          <a:pt x="21960" y="9670"/>
                          <a:pt x="21960" y="21600"/>
                        </a:cubicBezTo>
                        <a:lnTo>
                          <a:pt x="360" y="21600"/>
                        </a:lnTo>
                        <a:lnTo>
                          <a:pt x="0" y="3"/>
                        </a:lnTo>
                        <a:close/>
                      </a:path>
                    </a:pathLst>
                  </a:custGeom>
                  <a:noFill/>
                  <a:ln cap="rnd" cmpd="sng" w="25400">
                    <a:solidFill>
                      <a:srgbClr val="FF33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37" name="Google Shape;637;p39"/>
                  <p:cNvSpPr/>
                  <p:nvPr/>
                </p:nvSpPr>
                <p:spPr>
                  <a:xfrm>
                    <a:off x="2425" y="2257"/>
                    <a:ext cx="60" cy="96"/>
                  </a:xfrm>
                  <a:custGeom>
                    <a:rect b="b" l="l" r="r" t="t"/>
                    <a:pathLst>
                      <a:path extrusionOk="0" fill="none" h="21597" w="21600">
                        <a:moveTo>
                          <a:pt x="0" y="21597"/>
                        </a:moveTo>
                        <a:cubicBezTo>
                          <a:pt x="0" y="9808"/>
                          <a:pt x="9452" y="196"/>
                          <a:pt x="21240" y="0"/>
                        </a:cubicBezTo>
                      </a:path>
                      <a:path extrusionOk="0" h="21597" w="21600">
                        <a:moveTo>
                          <a:pt x="0" y="21597"/>
                        </a:moveTo>
                        <a:cubicBezTo>
                          <a:pt x="0" y="9808"/>
                          <a:pt x="9452" y="196"/>
                          <a:pt x="21240" y="0"/>
                        </a:cubicBezTo>
                        <a:lnTo>
                          <a:pt x="21600" y="21597"/>
                        </a:lnTo>
                        <a:lnTo>
                          <a:pt x="0" y="21597"/>
                        </a:lnTo>
                        <a:close/>
                      </a:path>
                    </a:pathLst>
                  </a:custGeom>
                  <a:noFill/>
                  <a:ln cap="rnd" cmpd="sng" w="25400">
                    <a:solidFill>
                      <a:srgbClr val="FF33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638" name="Google Shape;638;p39"/>
                  <p:cNvCxnSpPr/>
                  <p:nvPr/>
                </p:nvCxnSpPr>
                <p:spPr>
                  <a:xfrm rot="10800000">
                    <a:off x="2424" y="2352"/>
                    <a:ext cx="0" cy="336"/>
                  </a:xfrm>
                  <a:prstGeom prst="straightConnector1">
                    <a:avLst/>
                  </a:prstGeom>
                  <a:noFill/>
                  <a:ln cap="flat" cmpd="sng" w="25400">
                    <a:solidFill>
                      <a:srgbClr val="FF3300"/>
                    </a:solidFill>
                    <a:prstDash val="solid"/>
                    <a:miter lim="800000"/>
                    <a:headEnd len="med" w="med" type="none"/>
                    <a:tailEnd len="med" w="med" type="none"/>
                  </a:ln>
                </p:spPr>
              </p:cxnSp>
            </p:grpSp>
            <p:grpSp>
              <p:nvGrpSpPr>
                <p:cNvPr id="639" name="Google Shape;639;p39"/>
                <p:cNvGrpSpPr/>
                <p:nvPr/>
              </p:nvGrpSpPr>
              <p:grpSpPr>
                <a:xfrm>
                  <a:off x="2544" y="2257"/>
                  <a:ext cx="241" cy="528"/>
                  <a:chOff x="2544" y="2257"/>
                  <a:chExt cx="241" cy="528"/>
                </a:xfrm>
              </p:grpSpPr>
              <p:sp>
                <p:nvSpPr>
                  <p:cNvPr id="640" name="Google Shape;640;p39"/>
                  <p:cNvSpPr/>
                  <p:nvPr/>
                </p:nvSpPr>
                <p:spPr>
                  <a:xfrm rot="10800000">
                    <a:off x="2605" y="2689"/>
                    <a:ext cx="60" cy="96"/>
                  </a:xfrm>
                  <a:custGeom>
                    <a:rect b="b" l="l" r="r" t="t"/>
                    <a:pathLst>
                      <a:path extrusionOk="0" fill="none" h="21597" w="21600">
                        <a:moveTo>
                          <a:pt x="0" y="21597"/>
                        </a:moveTo>
                        <a:cubicBezTo>
                          <a:pt x="0" y="9808"/>
                          <a:pt x="9452" y="196"/>
                          <a:pt x="21240" y="0"/>
                        </a:cubicBezTo>
                      </a:path>
                      <a:path extrusionOk="0" h="21597" w="21600">
                        <a:moveTo>
                          <a:pt x="0" y="21597"/>
                        </a:moveTo>
                        <a:cubicBezTo>
                          <a:pt x="0" y="9808"/>
                          <a:pt x="9452" y="196"/>
                          <a:pt x="21240" y="0"/>
                        </a:cubicBezTo>
                        <a:lnTo>
                          <a:pt x="21600" y="21597"/>
                        </a:lnTo>
                        <a:lnTo>
                          <a:pt x="0" y="21597"/>
                        </a:lnTo>
                        <a:close/>
                      </a:path>
                    </a:pathLst>
                  </a:custGeom>
                  <a:noFill/>
                  <a:ln cap="rnd" cmpd="sng" w="25400">
                    <a:solidFill>
                      <a:srgbClr val="FF33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41" name="Google Shape;641;p39"/>
                  <p:cNvSpPr/>
                  <p:nvPr/>
                </p:nvSpPr>
                <p:spPr>
                  <a:xfrm rot="10800000">
                    <a:off x="2544" y="2689"/>
                    <a:ext cx="60" cy="96"/>
                  </a:xfrm>
                  <a:custGeom>
                    <a:rect b="b" l="l" r="r" t="t"/>
                    <a:pathLst>
                      <a:path extrusionOk="0" fill="none" h="21600" w="2160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extrusionOk="0" h="21600" w="2160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cap="rnd" cmpd="sng" w="25400">
                    <a:solidFill>
                      <a:srgbClr val="FF33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42" name="Google Shape;642;p39"/>
                  <p:cNvSpPr/>
                  <p:nvPr/>
                </p:nvSpPr>
                <p:spPr>
                  <a:xfrm>
                    <a:off x="2724" y="2257"/>
                    <a:ext cx="61" cy="96"/>
                  </a:xfrm>
                  <a:custGeom>
                    <a:rect b="b" l="l" r="r" t="t"/>
                    <a:pathLst>
                      <a:path extrusionOk="0" fill="none" h="21600" w="21960">
                        <a:moveTo>
                          <a:pt x="0" y="3"/>
                        </a:moveTo>
                        <a:cubicBezTo>
                          <a:pt x="119" y="1"/>
                          <a:pt x="239" y="-1"/>
                          <a:pt x="360" y="0"/>
                        </a:cubicBezTo>
                        <a:cubicBezTo>
                          <a:pt x="12289" y="0"/>
                          <a:pt x="21960" y="9670"/>
                          <a:pt x="21960" y="21600"/>
                        </a:cubicBezTo>
                      </a:path>
                      <a:path extrusionOk="0" h="21600" w="21960">
                        <a:moveTo>
                          <a:pt x="0" y="3"/>
                        </a:moveTo>
                        <a:cubicBezTo>
                          <a:pt x="119" y="1"/>
                          <a:pt x="239" y="-1"/>
                          <a:pt x="360" y="0"/>
                        </a:cubicBezTo>
                        <a:cubicBezTo>
                          <a:pt x="12289" y="0"/>
                          <a:pt x="21960" y="9670"/>
                          <a:pt x="21960" y="21600"/>
                        </a:cubicBezTo>
                        <a:lnTo>
                          <a:pt x="360" y="21600"/>
                        </a:lnTo>
                        <a:lnTo>
                          <a:pt x="0" y="3"/>
                        </a:lnTo>
                        <a:close/>
                      </a:path>
                    </a:pathLst>
                  </a:custGeom>
                  <a:noFill/>
                  <a:ln cap="rnd" cmpd="sng" w="25400">
                    <a:solidFill>
                      <a:srgbClr val="FF33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43" name="Google Shape;643;p39"/>
                  <p:cNvSpPr/>
                  <p:nvPr/>
                </p:nvSpPr>
                <p:spPr>
                  <a:xfrm>
                    <a:off x="2665" y="2257"/>
                    <a:ext cx="60" cy="96"/>
                  </a:xfrm>
                  <a:custGeom>
                    <a:rect b="b" l="l" r="r" t="t"/>
                    <a:pathLst>
                      <a:path extrusionOk="0" fill="none" h="21597" w="21600">
                        <a:moveTo>
                          <a:pt x="0" y="21597"/>
                        </a:moveTo>
                        <a:cubicBezTo>
                          <a:pt x="0" y="9808"/>
                          <a:pt x="9452" y="196"/>
                          <a:pt x="21240" y="0"/>
                        </a:cubicBezTo>
                      </a:path>
                      <a:path extrusionOk="0" h="21597" w="21600">
                        <a:moveTo>
                          <a:pt x="0" y="21597"/>
                        </a:moveTo>
                        <a:cubicBezTo>
                          <a:pt x="0" y="9808"/>
                          <a:pt x="9452" y="196"/>
                          <a:pt x="21240" y="0"/>
                        </a:cubicBezTo>
                        <a:lnTo>
                          <a:pt x="21600" y="21597"/>
                        </a:lnTo>
                        <a:lnTo>
                          <a:pt x="0" y="21597"/>
                        </a:lnTo>
                        <a:close/>
                      </a:path>
                    </a:pathLst>
                  </a:custGeom>
                  <a:noFill/>
                  <a:ln cap="rnd" cmpd="sng" w="25400">
                    <a:solidFill>
                      <a:srgbClr val="FF33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644" name="Google Shape;644;p39"/>
                  <p:cNvCxnSpPr/>
                  <p:nvPr/>
                </p:nvCxnSpPr>
                <p:spPr>
                  <a:xfrm rot="10800000">
                    <a:off x="2664" y="2352"/>
                    <a:ext cx="0" cy="336"/>
                  </a:xfrm>
                  <a:prstGeom prst="straightConnector1">
                    <a:avLst/>
                  </a:prstGeom>
                  <a:noFill/>
                  <a:ln cap="flat" cmpd="sng" w="25400">
                    <a:solidFill>
                      <a:srgbClr val="FF3300"/>
                    </a:solidFill>
                    <a:prstDash val="solid"/>
                    <a:miter lim="800000"/>
                    <a:headEnd len="med" w="med" type="none"/>
                    <a:tailEnd len="med" w="med" type="none"/>
                  </a:ln>
                </p:spPr>
              </p:cxnSp>
            </p:grpSp>
            <p:grpSp>
              <p:nvGrpSpPr>
                <p:cNvPr id="645" name="Google Shape;645;p39"/>
                <p:cNvGrpSpPr/>
                <p:nvPr/>
              </p:nvGrpSpPr>
              <p:grpSpPr>
                <a:xfrm>
                  <a:off x="2784" y="2257"/>
                  <a:ext cx="241" cy="528"/>
                  <a:chOff x="2784" y="2257"/>
                  <a:chExt cx="241" cy="528"/>
                </a:xfrm>
              </p:grpSpPr>
              <p:sp>
                <p:nvSpPr>
                  <p:cNvPr id="646" name="Google Shape;646;p39"/>
                  <p:cNvSpPr/>
                  <p:nvPr/>
                </p:nvSpPr>
                <p:spPr>
                  <a:xfrm rot="10800000">
                    <a:off x="2845" y="2689"/>
                    <a:ext cx="60" cy="96"/>
                  </a:xfrm>
                  <a:custGeom>
                    <a:rect b="b" l="l" r="r" t="t"/>
                    <a:pathLst>
                      <a:path extrusionOk="0" fill="none" h="21597" w="21600">
                        <a:moveTo>
                          <a:pt x="0" y="21597"/>
                        </a:moveTo>
                        <a:cubicBezTo>
                          <a:pt x="0" y="9808"/>
                          <a:pt x="9452" y="196"/>
                          <a:pt x="21240" y="0"/>
                        </a:cubicBezTo>
                      </a:path>
                      <a:path extrusionOk="0" h="21597" w="21600">
                        <a:moveTo>
                          <a:pt x="0" y="21597"/>
                        </a:moveTo>
                        <a:cubicBezTo>
                          <a:pt x="0" y="9808"/>
                          <a:pt x="9452" y="196"/>
                          <a:pt x="21240" y="0"/>
                        </a:cubicBezTo>
                        <a:lnTo>
                          <a:pt x="21600" y="21597"/>
                        </a:lnTo>
                        <a:lnTo>
                          <a:pt x="0" y="21597"/>
                        </a:lnTo>
                        <a:close/>
                      </a:path>
                    </a:pathLst>
                  </a:custGeom>
                  <a:noFill/>
                  <a:ln cap="rnd" cmpd="sng" w="25400">
                    <a:solidFill>
                      <a:srgbClr val="FF33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47" name="Google Shape;647;p39"/>
                  <p:cNvSpPr/>
                  <p:nvPr/>
                </p:nvSpPr>
                <p:spPr>
                  <a:xfrm rot="10800000">
                    <a:off x="2784" y="2689"/>
                    <a:ext cx="60" cy="96"/>
                  </a:xfrm>
                  <a:custGeom>
                    <a:rect b="b" l="l" r="r" t="t"/>
                    <a:pathLst>
                      <a:path extrusionOk="0" fill="none" h="21600" w="2160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extrusionOk="0" h="21600" w="2160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cap="rnd" cmpd="sng" w="25400">
                    <a:solidFill>
                      <a:srgbClr val="FF33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48" name="Google Shape;648;p39"/>
                  <p:cNvSpPr/>
                  <p:nvPr/>
                </p:nvSpPr>
                <p:spPr>
                  <a:xfrm>
                    <a:off x="2964" y="2257"/>
                    <a:ext cx="61" cy="96"/>
                  </a:xfrm>
                  <a:custGeom>
                    <a:rect b="b" l="l" r="r" t="t"/>
                    <a:pathLst>
                      <a:path extrusionOk="0" fill="none" h="21600" w="21960">
                        <a:moveTo>
                          <a:pt x="0" y="3"/>
                        </a:moveTo>
                        <a:cubicBezTo>
                          <a:pt x="119" y="1"/>
                          <a:pt x="239" y="-1"/>
                          <a:pt x="360" y="0"/>
                        </a:cubicBezTo>
                        <a:cubicBezTo>
                          <a:pt x="12289" y="0"/>
                          <a:pt x="21960" y="9670"/>
                          <a:pt x="21960" y="21600"/>
                        </a:cubicBezTo>
                      </a:path>
                      <a:path extrusionOk="0" h="21600" w="21960">
                        <a:moveTo>
                          <a:pt x="0" y="3"/>
                        </a:moveTo>
                        <a:cubicBezTo>
                          <a:pt x="119" y="1"/>
                          <a:pt x="239" y="-1"/>
                          <a:pt x="360" y="0"/>
                        </a:cubicBezTo>
                        <a:cubicBezTo>
                          <a:pt x="12289" y="0"/>
                          <a:pt x="21960" y="9670"/>
                          <a:pt x="21960" y="21600"/>
                        </a:cubicBezTo>
                        <a:lnTo>
                          <a:pt x="360" y="21600"/>
                        </a:lnTo>
                        <a:lnTo>
                          <a:pt x="0" y="3"/>
                        </a:lnTo>
                        <a:close/>
                      </a:path>
                    </a:pathLst>
                  </a:custGeom>
                  <a:noFill/>
                  <a:ln cap="rnd" cmpd="sng" w="25400">
                    <a:solidFill>
                      <a:srgbClr val="FF33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49" name="Google Shape;649;p39"/>
                  <p:cNvSpPr/>
                  <p:nvPr/>
                </p:nvSpPr>
                <p:spPr>
                  <a:xfrm>
                    <a:off x="2905" y="2257"/>
                    <a:ext cx="60" cy="96"/>
                  </a:xfrm>
                  <a:custGeom>
                    <a:rect b="b" l="l" r="r" t="t"/>
                    <a:pathLst>
                      <a:path extrusionOk="0" fill="none" h="21597" w="21600">
                        <a:moveTo>
                          <a:pt x="0" y="21597"/>
                        </a:moveTo>
                        <a:cubicBezTo>
                          <a:pt x="0" y="9808"/>
                          <a:pt x="9452" y="196"/>
                          <a:pt x="21240" y="0"/>
                        </a:cubicBezTo>
                      </a:path>
                      <a:path extrusionOk="0" h="21597" w="21600">
                        <a:moveTo>
                          <a:pt x="0" y="21597"/>
                        </a:moveTo>
                        <a:cubicBezTo>
                          <a:pt x="0" y="9808"/>
                          <a:pt x="9452" y="196"/>
                          <a:pt x="21240" y="0"/>
                        </a:cubicBezTo>
                        <a:lnTo>
                          <a:pt x="21600" y="21597"/>
                        </a:lnTo>
                        <a:lnTo>
                          <a:pt x="0" y="21597"/>
                        </a:lnTo>
                        <a:close/>
                      </a:path>
                    </a:pathLst>
                  </a:custGeom>
                  <a:noFill/>
                  <a:ln cap="rnd" cmpd="sng" w="25400">
                    <a:solidFill>
                      <a:srgbClr val="FF33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650" name="Google Shape;650;p39"/>
                  <p:cNvCxnSpPr/>
                  <p:nvPr/>
                </p:nvCxnSpPr>
                <p:spPr>
                  <a:xfrm rot="10800000">
                    <a:off x="2904" y="2352"/>
                    <a:ext cx="0" cy="336"/>
                  </a:xfrm>
                  <a:prstGeom prst="straightConnector1">
                    <a:avLst/>
                  </a:prstGeom>
                  <a:noFill/>
                  <a:ln cap="flat" cmpd="sng" w="25400">
                    <a:solidFill>
                      <a:srgbClr val="FF3300"/>
                    </a:solidFill>
                    <a:prstDash val="solid"/>
                    <a:miter lim="800000"/>
                    <a:headEnd len="med" w="med" type="none"/>
                    <a:tailEnd len="med" w="med" type="none"/>
                  </a:ln>
                </p:spPr>
              </p:cxnSp>
            </p:grpSp>
            <p:cxnSp>
              <p:nvCxnSpPr>
                <p:cNvPr id="651" name="Google Shape;651;p39"/>
                <p:cNvCxnSpPr/>
                <p:nvPr/>
              </p:nvCxnSpPr>
              <p:spPr>
                <a:xfrm rot="10800000">
                  <a:off x="2304" y="1872"/>
                  <a:ext cx="0" cy="480"/>
                </a:xfrm>
                <a:prstGeom prst="straightConnector1">
                  <a:avLst/>
                </a:prstGeom>
                <a:noFill/>
                <a:ln cap="flat" cmpd="sng" w="25400">
                  <a:solidFill>
                    <a:srgbClr val="FF3300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52" name="Google Shape;652;p39"/>
                <p:cNvCxnSpPr/>
                <p:nvPr/>
              </p:nvCxnSpPr>
              <p:spPr>
                <a:xfrm>
                  <a:off x="3024" y="2688"/>
                  <a:ext cx="0" cy="576"/>
                </a:xfrm>
                <a:prstGeom prst="straightConnector1">
                  <a:avLst/>
                </a:prstGeom>
                <a:noFill/>
                <a:ln cap="flat" cmpd="sng" w="25400">
                  <a:solidFill>
                    <a:srgbClr val="FF3300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653" name="Google Shape;653;p39"/>
              <p:cNvGrpSpPr/>
              <p:nvPr/>
            </p:nvGrpSpPr>
            <p:grpSpPr>
              <a:xfrm>
                <a:off x="2294" y="1488"/>
                <a:ext cx="253" cy="336"/>
                <a:chOff x="2294" y="1488"/>
                <a:chExt cx="253" cy="336"/>
              </a:xfrm>
            </p:grpSpPr>
            <p:cxnSp>
              <p:nvCxnSpPr>
                <p:cNvPr id="654" name="Google Shape;654;p39"/>
                <p:cNvCxnSpPr/>
                <p:nvPr/>
              </p:nvCxnSpPr>
              <p:spPr>
                <a:xfrm>
                  <a:off x="2304" y="1488"/>
                  <a:ext cx="0" cy="336"/>
                </a:xfrm>
                <a:prstGeom prst="straightConnector1">
                  <a:avLst/>
                </a:prstGeom>
                <a:noFill/>
                <a:ln cap="flat" cmpd="sng" w="25400">
                  <a:solidFill>
                    <a:srgbClr val="FF3300"/>
                  </a:solidFill>
                  <a:prstDash val="solid"/>
                  <a:miter lim="800000"/>
                  <a:headEnd len="med" w="med" type="none"/>
                  <a:tailEnd len="med" w="med" type="stealth"/>
                </a:ln>
              </p:spPr>
            </p:cxnSp>
            <p:sp>
              <p:nvSpPr>
                <p:cNvPr id="655" name="Google Shape;655;p39"/>
                <p:cNvSpPr txBox="1"/>
                <p:nvPr/>
              </p:nvSpPr>
              <p:spPr>
                <a:xfrm>
                  <a:off x="2294" y="1507"/>
                  <a:ext cx="253" cy="25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6025" lIns="92075" spcFirstLastPara="1" rIns="92075" wrap="square" tIns="46025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3300"/>
                    </a:buClr>
                    <a:buSzPts val="2000"/>
                    <a:buFont typeface="Verdana"/>
                    <a:buNone/>
                  </a:pPr>
                  <a:r>
                    <a:rPr b="0" i="0" lang="en-US" sz="2000" u="none">
                      <a:solidFill>
                        <a:srgbClr val="FF3300"/>
                      </a:solidFill>
                      <a:latin typeface="Verdana"/>
                      <a:ea typeface="Verdana"/>
                      <a:cs typeface="Verdana"/>
                      <a:sym typeface="Verdana"/>
                    </a:rPr>
                    <a:t>I</a:t>
                  </a:r>
                  <a:r>
                    <a:rPr b="0" baseline="-25000" i="0" lang="en-US" sz="2000" u="none">
                      <a:solidFill>
                        <a:srgbClr val="FF3300"/>
                      </a:solidFill>
                      <a:latin typeface="Verdana"/>
                      <a:ea typeface="Verdana"/>
                      <a:cs typeface="Verdana"/>
                      <a:sym typeface="Verdana"/>
                    </a:rPr>
                    <a:t>1</a:t>
                  </a:r>
                  <a:endParaRPr/>
                </a:p>
              </p:txBody>
            </p:sp>
          </p:grpSp>
        </p:grpSp>
        <p:grpSp>
          <p:nvGrpSpPr>
            <p:cNvPr id="656" name="Google Shape;656;p39"/>
            <p:cNvGrpSpPr/>
            <p:nvPr/>
          </p:nvGrpSpPr>
          <p:grpSpPr>
            <a:xfrm>
              <a:off x="4965700" y="3009900"/>
              <a:ext cx="169863" cy="2209800"/>
              <a:chOff x="3320" y="1872"/>
              <a:chExt cx="107" cy="1392"/>
            </a:xfrm>
          </p:grpSpPr>
          <p:cxnSp>
            <p:nvCxnSpPr>
              <p:cNvPr id="657" name="Google Shape;657;p39"/>
              <p:cNvCxnSpPr/>
              <p:nvPr/>
            </p:nvCxnSpPr>
            <p:spPr>
              <a:xfrm>
                <a:off x="3360" y="1872"/>
                <a:ext cx="0" cy="432"/>
              </a:xfrm>
              <a:prstGeom prst="straightConnector1">
                <a:avLst/>
              </a:prstGeom>
              <a:noFill/>
              <a:ln cap="flat" cmpd="sng" w="50800">
                <a:solidFill>
                  <a:schemeClr val="dk1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658" name="Google Shape;658;p39"/>
              <p:cNvCxnSpPr/>
              <p:nvPr/>
            </p:nvCxnSpPr>
            <p:spPr>
              <a:xfrm>
                <a:off x="3360" y="2832"/>
                <a:ext cx="0" cy="432"/>
              </a:xfrm>
              <a:prstGeom prst="straightConnector1">
                <a:avLst/>
              </a:prstGeom>
              <a:noFill/>
              <a:ln cap="flat" cmpd="sng" w="50800">
                <a:solidFill>
                  <a:schemeClr val="dk1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grpSp>
            <p:nvGrpSpPr>
              <p:cNvPr id="659" name="Google Shape;659;p39"/>
              <p:cNvGrpSpPr/>
              <p:nvPr/>
            </p:nvGrpSpPr>
            <p:grpSpPr>
              <a:xfrm>
                <a:off x="3337" y="2152"/>
                <a:ext cx="90" cy="714"/>
                <a:chOff x="3337" y="2152"/>
                <a:chExt cx="90" cy="714"/>
              </a:xfrm>
            </p:grpSpPr>
            <p:grpSp>
              <p:nvGrpSpPr>
                <p:cNvPr id="660" name="Google Shape;660;p39"/>
                <p:cNvGrpSpPr/>
                <p:nvPr/>
              </p:nvGrpSpPr>
              <p:grpSpPr>
                <a:xfrm>
                  <a:off x="3364" y="2152"/>
                  <a:ext cx="63" cy="714"/>
                  <a:chOff x="3364" y="2152"/>
                  <a:chExt cx="63" cy="714"/>
                </a:xfrm>
              </p:grpSpPr>
              <p:cxnSp>
                <p:nvCxnSpPr>
                  <p:cNvPr id="661" name="Google Shape;661;p39"/>
                  <p:cNvCxnSpPr/>
                  <p:nvPr/>
                </p:nvCxnSpPr>
                <p:spPr>
                  <a:xfrm flipH="1">
                    <a:off x="3364" y="2152"/>
                    <a:ext cx="63" cy="714"/>
                  </a:xfrm>
                  <a:prstGeom prst="straightConnector1">
                    <a:avLst/>
                  </a:prstGeom>
                  <a:noFill/>
                  <a:ln cap="flat" cmpd="sng" w="50800">
                    <a:solidFill>
                      <a:schemeClr val="dk1"/>
                    </a:solidFill>
                    <a:prstDash val="solid"/>
                    <a:miter lim="800000"/>
                    <a:headEnd len="med" w="med" type="none"/>
                    <a:tailEnd len="med" w="med" type="none"/>
                  </a:ln>
                </p:spPr>
              </p:cxnSp>
              <p:sp>
                <p:nvSpPr>
                  <p:cNvPr id="662" name="Google Shape;662;p39"/>
                  <p:cNvSpPr txBox="1"/>
                  <p:nvPr/>
                </p:nvSpPr>
                <p:spPr>
                  <a:xfrm rot="300000">
                    <a:off x="3373" y="2197"/>
                    <a:ext cx="44" cy="94"/>
                  </a:xfrm>
                  <a:prstGeom prst="rect">
                    <a:avLst/>
                  </a:prstGeom>
                  <a:solidFill>
                    <a:schemeClr val="dk2"/>
                  </a:solidFill>
                  <a:ln cap="flat" cmpd="sng" w="12700">
                    <a:solidFill>
                      <a:schemeClr val="dk2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663" name="Google Shape;663;p39"/>
                <p:cNvSpPr txBox="1"/>
                <p:nvPr/>
              </p:nvSpPr>
              <p:spPr>
                <a:xfrm rot="300000">
                  <a:off x="3343" y="2484"/>
                  <a:ext cx="48" cy="142"/>
                </a:xfrm>
                <a:prstGeom prst="rect">
                  <a:avLst/>
                </a:prstGeom>
                <a:solidFill>
                  <a:schemeClr val="accent2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664" name="Google Shape;664;p39"/>
              <p:cNvSpPr/>
              <p:nvPr/>
            </p:nvSpPr>
            <p:spPr>
              <a:xfrm>
                <a:off x="3320" y="2792"/>
                <a:ext cx="80" cy="80"/>
              </a:xfrm>
              <a:prstGeom prst="ellipse">
                <a:avLst/>
              </a:prstGeom>
              <a:solidFill>
                <a:schemeClr val="lt1"/>
              </a:solidFill>
              <a:ln cap="flat" cmpd="sng" w="254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65" name="Google Shape;665;p39"/>
            <p:cNvGrpSpPr/>
            <p:nvPr/>
          </p:nvGrpSpPr>
          <p:grpSpPr>
            <a:xfrm>
              <a:off x="4965698" y="2430463"/>
              <a:ext cx="449263" cy="2789238"/>
              <a:chOff x="3320" y="1507"/>
              <a:chExt cx="283" cy="1757"/>
            </a:xfrm>
          </p:grpSpPr>
          <p:grpSp>
            <p:nvGrpSpPr>
              <p:cNvPr id="666" name="Google Shape;666;p39"/>
              <p:cNvGrpSpPr/>
              <p:nvPr/>
            </p:nvGrpSpPr>
            <p:grpSpPr>
              <a:xfrm>
                <a:off x="3320" y="1872"/>
                <a:ext cx="107" cy="1392"/>
                <a:chOff x="3320" y="1872"/>
                <a:chExt cx="107" cy="1392"/>
              </a:xfrm>
            </p:grpSpPr>
            <p:cxnSp>
              <p:nvCxnSpPr>
                <p:cNvPr id="667" name="Google Shape;667;p39"/>
                <p:cNvCxnSpPr/>
                <p:nvPr/>
              </p:nvCxnSpPr>
              <p:spPr>
                <a:xfrm>
                  <a:off x="3360" y="1872"/>
                  <a:ext cx="0" cy="432"/>
                </a:xfrm>
                <a:prstGeom prst="straightConnector1">
                  <a:avLst/>
                </a:prstGeom>
                <a:noFill/>
                <a:ln cap="flat" cmpd="sng" w="50800">
                  <a:solidFill>
                    <a:srgbClr val="FF3300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68" name="Google Shape;668;p39"/>
                <p:cNvCxnSpPr/>
                <p:nvPr/>
              </p:nvCxnSpPr>
              <p:spPr>
                <a:xfrm>
                  <a:off x="3360" y="2832"/>
                  <a:ext cx="0" cy="432"/>
                </a:xfrm>
                <a:prstGeom prst="straightConnector1">
                  <a:avLst/>
                </a:prstGeom>
                <a:noFill/>
                <a:ln cap="flat" cmpd="sng" w="50800">
                  <a:solidFill>
                    <a:srgbClr val="FF3300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grpSp>
              <p:nvGrpSpPr>
                <p:cNvPr id="669" name="Google Shape;669;p39"/>
                <p:cNvGrpSpPr/>
                <p:nvPr/>
              </p:nvGrpSpPr>
              <p:grpSpPr>
                <a:xfrm>
                  <a:off x="3364" y="2152"/>
                  <a:ext cx="63" cy="714"/>
                  <a:chOff x="3364" y="2152"/>
                  <a:chExt cx="63" cy="714"/>
                </a:xfrm>
              </p:grpSpPr>
              <p:cxnSp>
                <p:nvCxnSpPr>
                  <p:cNvPr id="670" name="Google Shape;670;p39"/>
                  <p:cNvCxnSpPr/>
                  <p:nvPr/>
                </p:nvCxnSpPr>
                <p:spPr>
                  <a:xfrm flipH="1">
                    <a:off x="3364" y="2152"/>
                    <a:ext cx="63" cy="714"/>
                  </a:xfrm>
                  <a:prstGeom prst="straightConnector1">
                    <a:avLst/>
                  </a:prstGeom>
                  <a:noFill/>
                  <a:ln cap="flat" cmpd="sng" w="50800">
                    <a:solidFill>
                      <a:srgbClr val="FF3300"/>
                    </a:solidFill>
                    <a:prstDash val="solid"/>
                    <a:miter lim="800000"/>
                    <a:headEnd len="med" w="med" type="none"/>
                    <a:tailEnd len="med" w="med" type="none"/>
                  </a:ln>
                </p:spPr>
              </p:cxnSp>
              <p:sp>
                <p:nvSpPr>
                  <p:cNvPr id="671" name="Google Shape;671;p39"/>
                  <p:cNvSpPr txBox="1"/>
                  <p:nvPr/>
                </p:nvSpPr>
                <p:spPr>
                  <a:xfrm rot="300000">
                    <a:off x="3373" y="2197"/>
                    <a:ext cx="44" cy="94"/>
                  </a:xfrm>
                  <a:prstGeom prst="rect">
                    <a:avLst/>
                  </a:prstGeom>
                  <a:solidFill>
                    <a:srgbClr val="FF3300"/>
                  </a:solidFill>
                  <a:ln cap="flat" cmpd="sng" w="12700">
                    <a:solidFill>
                      <a:srgbClr val="FF3300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672" name="Google Shape;672;p39"/>
                <p:cNvSpPr txBox="1"/>
                <p:nvPr/>
              </p:nvSpPr>
              <p:spPr>
                <a:xfrm rot="300000">
                  <a:off x="3343" y="2484"/>
                  <a:ext cx="48" cy="142"/>
                </a:xfrm>
                <a:prstGeom prst="rect">
                  <a:avLst/>
                </a:prstGeom>
                <a:solidFill>
                  <a:schemeClr val="accent2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73" name="Google Shape;673;p39"/>
                <p:cNvSpPr/>
                <p:nvPr/>
              </p:nvSpPr>
              <p:spPr>
                <a:xfrm>
                  <a:off x="3320" y="2792"/>
                  <a:ext cx="80" cy="80"/>
                </a:xfrm>
                <a:prstGeom prst="ellipse">
                  <a:avLst/>
                </a:prstGeom>
                <a:solidFill>
                  <a:schemeClr val="lt1"/>
                </a:solidFill>
                <a:ln cap="flat" cmpd="sng" w="25400">
                  <a:solidFill>
                    <a:srgbClr val="FF33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674" name="Google Shape;674;p39"/>
              <p:cNvGrpSpPr/>
              <p:nvPr/>
            </p:nvGrpSpPr>
            <p:grpSpPr>
              <a:xfrm>
                <a:off x="3350" y="1507"/>
                <a:ext cx="253" cy="389"/>
                <a:chOff x="3350" y="1507"/>
                <a:chExt cx="253" cy="389"/>
              </a:xfrm>
            </p:grpSpPr>
            <p:cxnSp>
              <p:nvCxnSpPr>
                <p:cNvPr id="675" name="Google Shape;675;p39"/>
                <p:cNvCxnSpPr/>
                <p:nvPr/>
              </p:nvCxnSpPr>
              <p:spPr>
                <a:xfrm>
                  <a:off x="3360" y="1560"/>
                  <a:ext cx="0" cy="336"/>
                </a:xfrm>
                <a:prstGeom prst="straightConnector1">
                  <a:avLst/>
                </a:prstGeom>
                <a:noFill/>
                <a:ln cap="flat" cmpd="sng" w="25400">
                  <a:solidFill>
                    <a:srgbClr val="FF3300"/>
                  </a:solidFill>
                  <a:prstDash val="solid"/>
                  <a:miter lim="800000"/>
                  <a:headEnd len="med" w="med" type="none"/>
                  <a:tailEnd len="med" w="med" type="stealth"/>
                </a:ln>
              </p:spPr>
            </p:cxnSp>
            <p:sp>
              <p:nvSpPr>
                <p:cNvPr id="676" name="Google Shape;676;p39"/>
                <p:cNvSpPr txBox="1"/>
                <p:nvPr/>
              </p:nvSpPr>
              <p:spPr>
                <a:xfrm>
                  <a:off x="3350" y="1507"/>
                  <a:ext cx="253" cy="25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6025" lIns="92075" spcFirstLastPara="1" rIns="92075" wrap="square" tIns="46025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3300"/>
                    </a:buClr>
                    <a:buSzPts val="2000"/>
                    <a:buFont typeface="Verdana"/>
                    <a:buNone/>
                  </a:pPr>
                  <a:r>
                    <a:rPr b="0" i="0" lang="en-US" sz="2000" u="none">
                      <a:solidFill>
                        <a:srgbClr val="FF3300"/>
                      </a:solidFill>
                      <a:latin typeface="Verdana"/>
                      <a:ea typeface="Verdana"/>
                      <a:cs typeface="Verdana"/>
                      <a:sym typeface="Verdana"/>
                    </a:rPr>
                    <a:t>I</a:t>
                  </a:r>
                  <a:r>
                    <a:rPr b="0" baseline="-25000" i="0" lang="en-US" sz="2000" u="none">
                      <a:solidFill>
                        <a:srgbClr val="FF3300"/>
                      </a:solidFill>
                      <a:latin typeface="Verdana"/>
                      <a:ea typeface="Verdana"/>
                      <a:cs typeface="Verdana"/>
                      <a:sym typeface="Verdana"/>
                    </a:rPr>
                    <a:t>2</a:t>
                  </a:r>
                  <a:endParaRPr/>
                </a:p>
              </p:txBody>
            </p:sp>
          </p:grpSp>
        </p:grpSp>
        <p:cxnSp>
          <p:nvCxnSpPr>
            <p:cNvPr id="677" name="Google Shape;677;p39"/>
            <p:cNvCxnSpPr/>
            <p:nvPr/>
          </p:nvCxnSpPr>
          <p:spPr>
            <a:xfrm>
              <a:off x="5029249" y="5219555"/>
              <a:ext cx="14290" cy="266688"/>
            </a:xfrm>
            <a:prstGeom prst="straightConnector1">
              <a:avLst/>
            </a:prstGeom>
            <a:noFill/>
            <a:ln cap="flat" cmpd="sng" w="28575">
              <a:solidFill>
                <a:srgbClr val="2F2F98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678" name="Google Shape;678;p39"/>
            <p:cNvSpPr/>
            <p:nvPr/>
          </p:nvSpPr>
          <p:spPr>
            <a:xfrm>
              <a:off x="7468054" y="3390837"/>
              <a:ext cx="527138" cy="587349"/>
            </a:xfrm>
            <a:prstGeom prst="ellipse">
              <a:avLst/>
            </a:prstGeom>
            <a:solidFill>
              <a:schemeClr val="lt1"/>
            </a:solidFill>
            <a:ln cap="flat" cmpd="sng" w="2857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9" name="Google Shape;679;p39"/>
            <p:cNvSpPr/>
            <p:nvPr/>
          </p:nvSpPr>
          <p:spPr>
            <a:xfrm>
              <a:off x="7544267" y="3621015"/>
              <a:ext cx="374712" cy="157155"/>
            </a:xfrm>
            <a:custGeom>
              <a:rect b="b" l="l" r="r" t="t"/>
              <a:pathLst>
                <a:path extrusionOk="0" h="903320" w="678873">
                  <a:moveTo>
                    <a:pt x="0" y="482049"/>
                  </a:moveTo>
                  <a:cubicBezTo>
                    <a:pt x="83127" y="211885"/>
                    <a:pt x="166255" y="-58279"/>
                    <a:pt x="249382" y="10994"/>
                  </a:cubicBezTo>
                  <a:cubicBezTo>
                    <a:pt x="332509" y="80267"/>
                    <a:pt x="427182" y="830721"/>
                    <a:pt x="498764" y="897685"/>
                  </a:cubicBezTo>
                  <a:cubicBezTo>
                    <a:pt x="570346" y="964649"/>
                    <a:pt x="678873" y="412776"/>
                    <a:pt x="678873" y="412776"/>
                  </a:cubicBezTo>
                  <a:lnTo>
                    <a:pt x="678873" y="412776"/>
                  </a:lnTo>
                </a:path>
              </a:pathLst>
            </a:custGeom>
            <a:noFill/>
            <a:ln cap="flat" cmpd="sng" w="25400">
              <a:solidFill>
                <a:srgbClr val="89A4A7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80" name="Google Shape;680;p39"/>
            <p:cNvCxnSpPr/>
            <p:nvPr/>
          </p:nvCxnSpPr>
          <p:spPr>
            <a:xfrm>
              <a:off x="5029249" y="2514576"/>
              <a:ext cx="2702374" cy="0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681" name="Google Shape;681;p39"/>
            <p:cNvCxnSpPr/>
            <p:nvPr/>
          </p:nvCxnSpPr>
          <p:spPr>
            <a:xfrm>
              <a:off x="5043540" y="5486243"/>
              <a:ext cx="1336897" cy="0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682" name="Google Shape;682;p39"/>
            <p:cNvCxnSpPr/>
            <p:nvPr/>
          </p:nvCxnSpPr>
          <p:spPr>
            <a:xfrm>
              <a:off x="6848826" y="5486243"/>
              <a:ext cx="882797" cy="0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683" name="Google Shape;683;p39"/>
            <p:cNvCxnSpPr/>
            <p:nvPr/>
          </p:nvCxnSpPr>
          <p:spPr>
            <a:xfrm rot="10800000">
              <a:off x="7731623" y="3978186"/>
              <a:ext cx="0" cy="1508058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684" name="Google Shape;684;p39"/>
            <p:cNvCxnSpPr/>
            <p:nvPr/>
          </p:nvCxnSpPr>
          <p:spPr>
            <a:xfrm>
              <a:off x="7731623" y="2514576"/>
              <a:ext cx="0" cy="876261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685" name="Google Shape;685;p39"/>
            <p:cNvSpPr txBox="1"/>
            <p:nvPr/>
          </p:nvSpPr>
          <p:spPr>
            <a:xfrm>
              <a:off x="7994650" y="3523079"/>
              <a:ext cx="810301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230 V 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b="0" i="0" lang="en-US" sz="12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AC</a:t>
              </a:r>
              <a:endParaRPr/>
            </a:p>
          </p:txBody>
        </p:sp>
        <p:grpSp>
          <p:nvGrpSpPr>
            <p:cNvPr id="686" name="Google Shape;686;p39"/>
            <p:cNvGrpSpPr/>
            <p:nvPr/>
          </p:nvGrpSpPr>
          <p:grpSpPr>
            <a:xfrm>
              <a:off x="982040" y="2300274"/>
              <a:ext cx="3521660" cy="3330426"/>
              <a:chOff x="1371511" y="2849715"/>
              <a:chExt cx="3521660" cy="3330426"/>
            </a:xfrm>
          </p:grpSpPr>
          <p:cxnSp>
            <p:nvCxnSpPr>
              <p:cNvPr id="687" name="Google Shape;687;p39"/>
              <p:cNvCxnSpPr/>
              <p:nvPr/>
            </p:nvCxnSpPr>
            <p:spPr>
              <a:xfrm rot="10800000">
                <a:off x="1676362" y="2849715"/>
                <a:ext cx="533489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292989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688" name="Google Shape;688;p39"/>
              <p:cNvCxnSpPr/>
              <p:nvPr/>
            </p:nvCxnSpPr>
            <p:spPr>
              <a:xfrm>
                <a:off x="1673186" y="2856065"/>
                <a:ext cx="3176" cy="1844592"/>
              </a:xfrm>
              <a:prstGeom prst="straightConnector1">
                <a:avLst/>
              </a:prstGeom>
              <a:noFill/>
              <a:ln cap="flat" cmpd="sng" w="28575">
                <a:solidFill>
                  <a:srgbClr val="292989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689" name="Google Shape;689;p39"/>
              <p:cNvCxnSpPr/>
              <p:nvPr/>
            </p:nvCxnSpPr>
            <p:spPr>
              <a:xfrm>
                <a:off x="1371511" y="4700657"/>
                <a:ext cx="609701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292989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690" name="Google Shape;690;p39"/>
              <p:cNvCxnSpPr/>
              <p:nvPr/>
            </p:nvCxnSpPr>
            <p:spPr>
              <a:xfrm>
                <a:off x="1523936" y="4835588"/>
                <a:ext cx="304851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292989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691" name="Google Shape;691;p39"/>
              <p:cNvCxnSpPr/>
              <p:nvPr/>
            </p:nvCxnSpPr>
            <p:spPr>
              <a:xfrm flipH="1">
                <a:off x="1673186" y="4835588"/>
                <a:ext cx="3176" cy="1336615"/>
              </a:xfrm>
              <a:prstGeom prst="straightConnector1">
                <a:avLst/>
              </a:prstGeom>
              <a:noFill/>
              <a:ln cap="flat" cmpd="sng" w="28575">
                <a:solidFill>
                  <a:srgbClr val="292989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692" name="Google Shape;692;p39"/>
              <p:cNvCxnSpPr/>
              <p:nvPr/>
            </p:nvCxnSpPr>
            <p:spPr>
              <a:xfrm flipH="1" rot="10800000">
                <a:off x="1673186" y="6165854"/>
                <a:ext cx="3212046" cy="635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292989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693" name="Google Shape;693;p39"/>
              <p:cNvCxnSpPr/>
              <p:nvPr/>
            </p:nvCxnSpPr>
            <p:spPr>
              <a:xfrm flipH="1" rot="10800000">
                <a:off x="2236842" y="2856065"/>
                <a:ext cx="333430" cy="1587"/>
              </a:xfrm>
              <a:prstGeom prst="straightConnector1">
                <a:avLst/>
              </a:prstGeom>
              <a:noFill/>
              <a:ln cap="flat" cmpd="sng" w="28575">
                <a:solidFill>
                  <a:srgbClr val="292989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694" name="Google Shape;694;p39"/>
              <p:cNvCxnSpPr/>
              <p:nvPr/>
            </p:nvCxnSpPr>
            <p:spPr>
              <a:xfrm flipH="1">
                <a:off x="2590914" y="2849715"/>
                <a:ext cx="1162243" cy="7937"/>
              </a:xfrm>
              <a:prstGeom prst="straightConnector1">
                <a:avLst/>
              </a:prstGeom>
              <a:noFill/>
              <a:ln cap="flat" cmpd="sng" w="28575">
                <a:solidFill>
                  <a:srgbClr val="292989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695" name="Google Shape;695;p39"/>
              <p:cNvCxnSpPr/>
              <p:nvPr/>
            </p:nvCxnSpPr>
            <p:spPr>
              <a:xfrm rot="10800000">
                <a:off x="4880469" y="5761060"/>
                <a:ext cx="12702" cy="419081"/>
              </a:xfrm>
              <a:prstGeom prst="straightConnector1">
                <a:avLst/>
              </a:prstGeom>
              <a:noFill/>
              <a:ln cap="flat" cmpd="sng" w="28575">
                <a:solidFill>
                  <a:srgbClr val="292989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</p:grpSp>
        <p:cxnSp>
          <p:nvCxnSpPr>
            <p:cNvPr id="696" name="Google Shape;696;p39"/>
            <p:cNvCxnSpPr/>
            <p:nvPr/>
          </p:nvCxnSpPr>
          <p:spPr>
            <a:xfrm>
              <a:off x="3338282" y="2285986"/>
              <a:ext cx="14289" cy="723868"/>
            </a:xfrm>
            <a:prstGeom prst="straightConnector1">
              <a:avLst/>
            </a:prstGeom>
            <a:noFill/>
            <a:ln cap="flat" cmpd="sng" w="9525">
              <a:solidFill>
                <a:srgbClr val="2F2F98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697" name="Google Shape;697;p39"/>
            <p:cNvSpPr/>
            <p:nvPr/>
          </p:nvSpPr>
          <p:spPr>
            <a:xfrm>
              <a:off x="1828318" y="2285986"/>
              <a:ext cx="46046" cy="46036"/>
            </a:xfrm>
            <a:prstGeom prst="flowChartConnector">
              <a:avLst/>
            </a:prstGeom>
            <a:solidFill>
              <a:schemeClr val="dk1"/>
            </a:solidFill>
            <a:ln cap="flat" cmpd="sng" w="254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8" name="Google Shape;698;p39"/>
            <p:cNvSpPr/>
            <p:nvPr/>
          </p:nvSpPr>
          <p:spPr>
            <a:xfrm>
              <a:off x="2163337" y="2285986"/>
              <a:ext cx="46045" cy="46036"/>
            </a:xfrm>
            <a:prstGeom prst="flowChartConnector">
              <a:avLst/>
            </a:prstGeom>
            <a:solidFill>
              <a:schemeClr val="dk1"/>
            </a:solidFill>
            <a:ln cap="flat" cmpd="sng" w="254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9" name="Google Shape;699;p39"/>
            <p:cNvSpPr txBox="1"/>
            <p:nvPr/>
          </p:nvSpPr>
          <p:spPr>
            <a:xfrm>
              <a:off x="1828800" y="1981200"/>
              <a:ext cx="31771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/>
            </a:p>
          </p:txBody>
        </p:sp>
        <p:sp>
          <p:nvSpPr>
            <p:cNvPr id="700" name="Google Shape;700;p39"/>
            <p:cNvSpPr txBox="1"/>
            <p:nvPr/>
          </p:nvSpPr>
          <p:spPr>
            <a:xfrm>
              <a:off x="581924" y="4066401"/>
              <a:ext cx="484876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Times New Roman"/>
                <a:buNone/>
              </a:pPr>
              <a:r>
                <a:rPr b="0" i="0" lang="en-US" sz="120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24 V</a:t>
              </a:r>
              <a:endParaRPr/>
            </a:p>
          </p:txBody>
        </p: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5" name="Google Shape;705;p4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28750" y="1571625"/>
            <a:ext cx="6286500" cy="3071812"/>
          </a:xfrm>
          <a:prstGeom prst="rect">
            <a:avLst/>
          </a:prstGeom>
          <a:noFill/>
          <a:ln>
            <a:noFill/>
          </a:ln>
        </p:spPr>
      </p:pic>
      <p:pic>
        <p:nvPicPr>
          <p:cNvPr id="706" name="Google Shape;706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57562" y="4500562"/>
            <a:ext cx="2000250" cy="1857375"/>
          </a:xfrm>
          <a:prstGeom prst="rect">
            <a:avLst/>
          </a:prstGeom>
          <a:noFill/>
          <a:ln>
            <a:noFill/>
          </a:ln>
        </p:spPr>
      </p:pic>
      <p:sp>
        <p:nvSpPr>
          <p:cNvPr id="707" name="Google Shape;707;p40"/>
          <p:cNvSpPr txBox="1"/>
          <p:nvPr/>
        </p:nvSpPr>
        <p:spPr>
          <a:xfrm>
            <a:off x="1143000" y="642937"/>
            <a:ext cx="7143750" cy="830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Relay normally open and normally closed contacts.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4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Switches</a:t>
            </a:r>
            <a:endParaRPr/>
          </a:p>
        </p:txBody>
      </p:sp>
      <p:sp>
        <p:nvSpPr>
          <p:cNvPr id="713" name="Google Shape;713;p41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1" i="1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Manually operated switches -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are controlled by hand. These include toggle switches, pushbutton switches, knife switches, and selector switches.</a:t>
            </a:r>
            <a:endParaRPr b="1" i="1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1" i="1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Mechanically operated switches -</a:t>
            </a: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are controlled automatically by factors such as pressure, position, or temperature.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42"/>
          <p:cNvSpPr txBox="1"/>
          <p:nvPr>
            <p:ph type="title"/>
          </p:nvPr>
        </p:nvSpPr>
        <p:spPr>
          <a:xfrm>
            <a:off x="714375" y="21431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1" i="1" lang="en-US" sz="3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Manually operated switches</a:t>
            </a:r>
            <a:endParaRPr/>
          </a:p>
        </p:txBody>
      </p:sp>
      <p:sp>
        <p:nvSpPr>
          <p:cNvPr id="719" name="Google Shape;719;p42"/>
          <p:cNvSpPr txBox="1"/>
          <p:nvPr>
            <p:ph idx="1" type="body"/>
          </p:nvPr>
        </p:nvSpPr>
        <p:spPr>
          <a:xfrm>
            <a:off x="500062" y="1500187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</a:pPr>
            <a:r>
              <a:rPr b="1" i="1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Pushbutton switches</a:t>
            </a:r>
            <a:r>
              <a:rPr b="1" i="1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 -  </a:t>
            </a: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operates by opening or closing contacts when pressed.</a:t>
            </a:r>
            <a:endParaRPr/>
          </a:p>
        </p:txBody>
      </p:sp>
      <p:sp>
        <p:nvSpPr>
          <p:cNvPr id="720" name="Google Shape;720;p42"/>
          <p:cNvSpPr txBox="1"/>
          <p:nvPr/>
        </p:nvSpPr>
        <p:spPr>
          <a:xfrm>
            <a:off x="642937" y="2928937"/>
            <a:ext cx="4643437" cy="26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Normally open (NO) </a:t>
            </a:r>
            <a:r>
              <a:rPr b="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pushbutton, which makes a 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circuit when it is pressed and returns to its open position when the button is released.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21" name="Google Shape;721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86437" y="3143250"/>
            <a:ext cx="2867025" cy="17859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43"/>
          <p:cNvSpPr txBox="1"/>
          <p:nvPr/>
        </p:nvSpPr>
        <p:spPr>
          <a:xfrm>
            <a:off x="642937" y="1214437"/>
            <a:ext cx="4572000" cy="2308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Normally closed (NC) </a:t>
            </a:r>
            <a:r>
              <a:rPr b="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pushbutton, which opens the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circuit when it is pressed and returns to the closed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position when the button is released.</a:t>
            </a:r>
            <a:endParaRPr/>
          </a:p>
        </p:txBody>
      </p:sp>
      <p:pic>
        <p:nvPicPr>
          <p:cNvPr id="727" name="Google Shape;727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29250" y="1285875"/>
            <a:ext cx="3000375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8" name="Google Shape;728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00687" y="3929062"/>
            <a:ext cx="2976562" cy="1985962"/>
          </a:xfrm>
          <a:prstGeom prst="rect">
            <a:avLst/>
          </a:prstGeom>
          <a:noFill/>
          <a:ln>
            <a:noFill/>
          </a:ln>
        </p:spPr>
      </p:pic>
      <p:sp>
        <p:nvSpPr>
          <p:cNvPr id="729" name="Google Shape;729;p43"/>
          <p:cNvSpPr txBox="1"/>
          <p:nvPr/>
        </p:nvSpPr>
        <p:spPr>
          <a:xfrm>
            <a:off x="642937" y="3786187"/>
            <a:ext cx="4572000" cy="2678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Break-before-make </a:t>
            </a:r>
            <a:r>
              <a:rPr b="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pushbutton in which the top 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section contacts are NC and the bottom section contacts are NO. When the button is pressed, the top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contacts open before the bottom contacts are closed.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44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1" i="1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Selector switch</a:t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Switch positions are established by turning the operator knob right or left. Selector switches may have two or more selector positions</a:t>
            </a:r>
            <a:endParaRPr/>
          </a:p>
        </p:txBody>
      </p:sp>
      <p:pic>
        <p:nvPicPr>
          <p:cNvPr id="735" name="Google Shape;735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57437" y="4143375"/>
            <a:ext cx="1928812" cy="1643062"/>
          </a:xfrm>
          <a:prstGeom prst="rect">
            <a:avLst/>
          </a:prstGeom>
          <a:noFill/>
          <a:ln>
            <a:noFill/>
          </a:ln>
        </p:spPr>
      </p:pic>
      <p:pic>
        <p:nvPicPr>
          <p:cNvPr id="736" name="Google Shape;736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72125" y="3929062"/>
            <a:ext cx="2314575" cy="185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4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b="1" i="0" lang="en-US" sz="36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Mechanically Operated Switches</a:t>
            </a:r>
            <a:endParaRPr/>
          </a:p>
        </p:txBody>
      </p:sp>
      <p:sp>
        <p:nvSpPr>
          <p:cNvPr id="742" name="Google Shape;742;p45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1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Limit switch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Limit switches are designed to operate only when a predetermined limit is reached, and they are usually actuate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They are often used in the control circuits of machine processes to govern the starting, stopping, or reversal of motors by contact with an object such as a cam.</a:t>
            </a:r>
            <a:endParaRPr/>
          </a:p>
        </p:txBody>
      </p:sp>
      <p:pic>
        <p:nvPicPr>
          <p:cNvPr id="743" name="Google Shape;743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28750" y="4572000"/>
            <a:ext cx="6500812" cy="214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46"/>
          <p:cNvSpPr txBox="1"/>
          <p:nvPr>
            <p:ph idx="1" type="body"/>
          </p:nvPr>
        </p:nvSpPr>
        <p:spPr>
          <a:xfrm>
            <a:off x="500062" y="11430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1" i="1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Temperature switch, or thermostat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✔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These switches open or close when a designated temperature is reached.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✔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Industrial applications for these devices include maintaining the desired temperature range of air, gases, liquids, or solids.</a:t>
            </a:r>
            <a:endParaRPr/>
          </a:p>
        </p:txBody>
      </p:sp>
      <p:pic>
        <p:nvPicPr>
          <p:cNvPr id="749" name="Google Shape;749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57562" y="4286250"/>
            <a:ext cx="2714625" cy="171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47"/>
          <p:cNvSpPr txBox="1"/>
          <p:nvPr>
            <p:ph idx="1" type="body"/>
          </p:nvPr>
        </p:nvSpPr>
        <p:spPr>
          <a:xfrm>
            <a:off x="357187" y="928687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1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Pressure switches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used to control the pressure of liquids and gases.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They are all basically designed to actuate (open or close) their contacts when a specified pressure is reached.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Pressure switches can be pneumatically (air) or hydraulically (liquid) operated switches. 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Generally, bellows or a diaphragm presses up against a small microswitch and causes it to open or close.</a:t>
            </a:r>
            <a:endParaRPr/>
          </a:p>
        </p:txBody>
      </p:sp>
      <p:pic>
        <p:nvPicPr>
          <p:cNvPr id="755" name="Google Shape;75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00375" y="4786312"/>
            <a:ext cx="2286000" cy="16430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48"/>
          <p:cNvSpPr txBox="1"/>
          <p:nvPr>
            <p:ph idx="1" type="body"/>
          </p:nvPr>
        </p:nvSpPr>
        <p:spPr>
          <a:xfrm>
            <a:off x="500062" y="785812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1" i="1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Level switches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✔"/>
            </a:pPr>
            <a:r>
              <a:rPr b="1" i="1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used to sense liquid levels in vessels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and provide automatic control for motors that transfer liquids from sumps or into tanks.</a:t>
            </a:r>
            <a:endParaRPr/>
          </a:p>
        </p:txBody>
      </p:sp>
      <p:pic>
        <p:nvPicPr>
          <p:cNvPr id="761" name="Google Shape;761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00375" y="3643312"/>
            <a:ext cx="3000375" cy="200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4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Reed switch</a:t>
            </a:r>
            <a:endParaRPr/>
          </a:p>
        </p:txBody>
      </p:sp>
      <p:sp>
        <p:nvSpPr>
          <p:cNvPr id="767" name="Google Shape;767;p49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 </a:t>
            </a: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reed switch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is an electrical switch operated by an applied magnetic field. It was invented at Bell Telephone Laboratories in 1936 by W. B. Ellwood.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consists of a pair of contacts on ferrous metal reeds in a hermetically sealed glass envelope. The contacts may be normally open, closing when a magnetic field is present, or normally closed and opening when a magnetic field is applied.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5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Reed switch</a:t>
            </a:r>
            <a:endParaRPr/>
          </a:p>
        </p:txBody>
      </p:sp>
      <p:pic>
        <p:nvPicPr>
          <p:cNvPr descr="Reed Switch" id="773" name="Google Shape;773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57312" y="1428750"/>
            <a:ext cx="6286500" cy="3214687"/>
          </a:xfrm>
          <a:prstGeom prst="rect">
            <a:avLst/>
          </a:prstGeom>
          <a:noFill/>
          <a:ln>
            <a:noFill/>
          </a:ln>
        </p:spPr>
      </p:pic>
      <p:sp>
        <p:nvSpPr>
          <p:cNvPr id="774" name="Google Shape;774;p50"/>
          <p:cNvSpPr txBox="1"/>
          <p:nvPr/>
        </p:nvSpPr>
        <p:spPr>
          <a:xfrm>
            <a:off x="714375" y="5214937"/>
            <a:ext cx="7500937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is used on pneumatic cylinders to sense the position of piston which has magnet on its end.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5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Proximity Sensor</a:t>
            </a:r>
            <a:endParaRPr/>
          </a:p>
        </p:txBody>
      </p:sp>
      <p:sp>
        <p:nvSpPr>
          <p:cNvPr id="780" name="Google Shape;780;p51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1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Proximity sensors, </a:t>
            </a: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are pilot devices that detect the presence of an object (usually called the target) </a:t>
            </a:r>
            <a:r>
              <a:rPr b="0" i="1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without physical contact.</a:t>
            </a:r>
            <a:endParaRPr/>
          </a:p>
        </p:txBody>
      </p:sp>
      <p:pic>
        <p:nvPicPr>
          <p:cNvPr id="781" name="Google Shape;781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28812" y="3786187"/>
            <a:ext cx="5795962" cy="234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5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Inductive-type</a:t>
            </a:r>
            <a:r>
              <a:rPr b="1" i="1" lang="en-US" sz="32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proximity sensor</a:t>
            </a:r>
            <a:endParaRPr/>
          </a:p>
        </p:txBody>
      </p:sp>
      <p:sp>
        <p:nvSpPr>
          <p:cNvPr id="787" name="Google Shape;787;p52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Used to detect both ferrous metals (containing iron) and nonferrous metals (such as copper, aluminum, and brass).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Inductive proximity sensors operate under the electrical principle of inductance, where a fluctuating current induces an electromotive force (emf) in a target object.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2" name="Google Shape;792;p5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14562" y="3571875"/>
            <a:ext cx="4071937" cy="2786062"/>
          </a:xfrm>
          <a:prstGeom prst="rect">
            <a:avLst/>
          </a:prstGeom>
          <a:noFill/>
          <a:ln>
            <a:noFill/>
          </a:ln>
        </p:spPr>
      </p:pic>
      <p:sp>
        <p:nvSpPr>
          <p:cNvPr id="793" name="Google Shape;793;p53"/>
          <p:cNvSpPr txBox="1"/>
          <p:nvPr/>
        </p:nvSpPr>
        <p:spPr>
          <a:xfrm>
            <a:off x="785812" y="571500"/>
            <a:ext cx="7929562" cy="34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524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oscillator circuit generates a high-frequency electromagnetic field that radiates from the end of the sensor.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When a metal object enters the field, eddy currents are induced in the surface of the object.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The eddy currents on the object absorb some of the radiated energy from the sensor, resulting in a loss of energy and change of strength of the oscillator.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54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sensor’s detection circuit monitors the oscillator’s strength and triggers a solid-state output at a specific level.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Once the metal object leaves the sensing area, the oscillator returns to its initial value.</a:t>
            </a:r>
            <a:endParaRPr/>
          </a:p>
          <a:p>
            <a:pPr indent="-1397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5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</a:pPr>
            <a:r>
              <a:rPr b="1" i="1" lang="en-US" sz="32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Capacitive proximity sensors</a:t>
            </a:r>
            <a:endParaRPr/>
          </a:p>
        </p:txBody>
      </p:sp>
      <p:sp>
        <p:nvSpPr>
          <p:cNvPr id="804" name="Google Shape;804;p55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Senses both conductive and  nonconductive materials such as paper, glass, liquids, and cloth.</a:t>
            </a:r>
            <a:endParaRPr/>
          </a:p>
        </p:txBody>
      </p:sp>
      <p:pic>
        <p:nvPicPr>
          <p:cNvPr id="805" name="Google Shape;805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5875" y="3357562"/>
            <a:ext cx="6572250" cy="29289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5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Operation</a:t>
            </a:r>
            <a:endParaRPr/>
          </a:p>
        </p:txBody>
      </p:sp>
      <p:sp>
        <p:nvSpPr>
          <p:cNvPr id="811" name="Google Shape;811;p56"/>
          <p:cNvSpPr txBox="1"/>
          <p:nvPr/>
        </p:nvSpPr>
        <p:spPr>
          <a:xfrm>
            <a:off x="571500" y="1128712"/>
            <a:ext cx="7786687" cy="4524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524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capacitive sensor contains a high-frequency oscillator along with a sensing surface formed by two metal electrodes. </a:t>
            </a:r>
            <a:endParaRPr/>
          </a:p>
          <a:p>
            <a:pPr indent="-1524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When the target nears the sensing surface, it enters the  electrostatic field of the electrodes and changes the capacitance of the oscillator. </a:t>
            </a:r>
            <a:endParaRPr/>
          </a:p>
          <a:p>
            <a:pPr indent="-1524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As a result, the oscillator circuit begins oscillating and changes the output state of the sensor when it reaches a certain amplitude. </a:t>
            </a:r>
            <a:endParaRPr/>
          </a:p>
          <a:p>
            <a:pPr indent="-1524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 the target moves away from the sensor, the oscillator’s amplitude decreases, switching the sensor back to its original state.</a:t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p5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Light Sensors</a:t>
            </a:r>
            <a:endParaRPr/>
          </a:p>
        </p:txBody>
      </p:sp>
      <p:sp>
        <p:nvSpPr>
          <p:cNvPr id="817" name="Google Shape;817;p57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i="1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photoelectric sensor – </a:t>
            </a: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</a:t>
            </a:r>
            <a:r>
              <a:rPr b="1" i="1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an optical control device that operates by detecting a visible or invisible beam of light and responding to a change in the received light intensity.</a:t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58"/>
          <p:cNvSpPr txBox="1"/>
          <p:nvPr>
            <p:ph idx="1" type="body"/>
          </p:nvPr>
        </p:nvSpPr>
        <p:spPr>
          <a:xfrm>
            <a:off x="428625" y="785812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transmitter contains a light source, usually an LED along with an oscillator.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transmitter sends this modulated light beam to the receiver.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receiver decodes the light beam and switches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the output device, which interfaces with the load.</a:t>
            </a:r>
            <a:endParaRPr/>
          </a:p>
        </p:txBody>
      </p:sp>
      <p:pic>
        <p:nvPicPr>
          <p:cNvPr id="823" name="Google Shape;823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14562" y="4214812"/>
            <a:ext cx="4286250" cy="217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5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Ultrasonic Sensors</a:t>
            </a:r>
            <a:endParaRPr/>
          </a:p>
        </p:txBody>
      </p:sp>
      <p:sp>
        <p:nvSpPr>
          <p:cNvPr id="829" name="Google Shape;829;p59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 </a:t>
            </a:r>
            <a:r>
              <a:rPr b="1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ultrasonic sensor operates by sending high-frequency 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sound waves toward the target and measuring the time it takes for the pulses to bounce back.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time taken for this echo to return to the sensor is directly proportional to the distance or height of the object because sound has a constant velocity.</a:t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60"/>
          <p:cNvSpPr txBox="1"/>
          <p:nvPr>
            <p:ph idx="1" type="body"/>
          </p:nvPr>
        </p:nvSpPr>
        <p:spPr>
          <a:xfrm>
            <a:off x="457200" y="428625"/>
            <a:ext cx="8229600" cy="56975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practical application in which the returning echo signal is electronically converted to a 4 to 20 mA output.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4- to 20-mA mA represents the sensor’s measurement span.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sensor will proportionately generate a 4-mA signal when the tank is empty and a 20-mA signal when the tank is full. </a:t>
            </a:r>
            <a:endParaRPr/>
          </a:p>
        </p:txBody>
      </p:sp>
      <p:pic>
        <p:nvPicPr>
          <p:cNvPr id="835" name="Google Shape;835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28937" y="4143375"/>
            <a:ext cx="3114675" cy="2714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6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Temperature Sensors</a:t>
            </a:r>
            <a:endParaRPr/>
          </a:p>
        </p:txBody>
      </p:sp>
      <p:sp>
        <p:nvSpPr>
          <p:cNvPr id="841" name="Google Shape;841;p61"/>
          <p:cNvSpPr txBox="1"/>
          <p:nvPr>
            <p:ph idx="1" type="body"/>
          </p:nvPr>
        </p:nvSpPr>
        <p:spPr>
          <a:xfrm>
            <a:off x="500062" y="1285875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thermocouple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the most widely used temperature sensor.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Thermocouples operate on the principle that when two dissimilar metals are joined, a predictable DC voltage will be generated that relates to the difference in temperature between the hot junction and the cold junction</a:t>
            </a:r>
            <a:endParaRPr/>
          </a:p>
        </p:txBody>
      </p:sp>
      <p:pic>
        <p:nvPicPr>
          <p:cNvPr id="842" name="Google Shape;842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57500" y="3714750"/>
            <a:ext cx="4071937" cy="28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62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Resistance temperature detectors (RTDs) 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are wire wound temperature-sensing devices that operate on the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principle of the positive temperature coefficient (PTC) of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metals.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That means the electrical resistance of metals is directly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proportional to temperature.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Platinum is the material most often used in RTDs because of its superiority regarding temperature limit, linearity, and stability.</a:t>
            </a: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6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Velocity and Position Sensors</a:t>
            </a:r>
            <a:endParaRPr/>
          </a:p>
        </p:txBody>
      </p:sp>
      <p:sp>
        <p:nvSpPr>
          <p:cNvPr id="853" name="Google Shape;853;p63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1" i="1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1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Tachometer generators 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provide a convenient means of converting rotational speed into an analog voltage signal that can be used for motor speed indication and control applications.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 </a:t>
            </a:r>
            <a:r>
              <a:rPr b="1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encoder 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used to convert linear or rotary motion     into a binary digital signal. Encoders are used in applications where positions have to be precisely determined.</a:t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6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Output Control Devices</a:t>
            </a:r>
            <a:endParaRPr/>
          </a:p>
        </p:txBody>
      </p:sp>
      <p:sp>
        <p:nvSpPr>
          <p:cNvPr id="859" name="Google Shape;859;p64"/>
          <p:cNvSpPr txBox="1"/>
          <p:nvPr>
            <p:ph idx="1" type="body"/>
          </p:nvPr>
        </p:nvSpPr>
        <p:spPr>
          <a:xfrm>
            <a:off x="500062" y="1285875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These devices include pilot lights, control relays, motor starters, alarms, heaters, solenoids, solenoid valves, small motors, and horns.</a:t>
            </a:r>
            <a:endParaRPr/>
          </a:p>
          <a:p>
            <a:pPr indent="-1397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60" name="Google Shape;860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5875" y="3286125"/>
            <a:ext cx="3305175" cy="331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1" name="Google Shape;861;p6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86375" y="3357562"/>
            <a:ext cx="2924175" cy="28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p65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 </a:t>
            </a:r>
            <a:r>
              <a:rPr b="1" i="1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actuator, </a:t>
            </a: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any device that converts an electrical signal into mechanical movement.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 electromechanical solenoid is an actuator that uses electrical energy to magnetically cause mechanical control action.</a:t>
            </a:r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1" name="Google Shape;871;p6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57812" y="2286000"/>
            <a:ext cx="3571875" cy="3643312"/>
          </a:xfrm>
          <a:prstGeom prst="rect">
            <a:avLst/>
          </a:prstGeom>
          <a:noFill/>
          <a:ln>
            <a:noFill/>
          </a:ln>
        </p:spPr>
      </p:pic>
      <p:sp>
        <p:nvSpPr>
          <p:cNvPr id="872" name="Google Shape;872;p66"/>
          <p:cNvSpPr txBox="1"/>
          <p:nvPr/>
        </p:nvSpPr>
        <p:spPr>
          <a:xfrm>
            <a:off x="500062" y="1071562"/>
            <a:ext cx="7929562" cy="9540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solenoid consists of a 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coil, frame, and plunger (or armature)</a:t>
            </a:r>
            <a:endParaRPr/>
          </a:p>
        </p:txBody>
      </p:sp>
      <p:sp>
        <p:nvSpPr>
          <p:cNvPr id="873" name="Google Shape;873;p66"/>
          <p:cNvSpPr txBox="1"/>
          <p:nvPr/>
        </p:nvSpPr>
        <p:spPr>
          <a:xfrm>
            <a:off x="428625" y="2428875"/>
            <a:ext cx="4572000" cy="41544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When the coil is energized, it produces a magnetic field that attracts the plunger, pulling it into the frame and thus creating mechanical motion.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When the coil is de-energized the plunger returns to its normal position through gravity or assistance from spring assemblies within the solenoid.</a:t>
            </a:r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67"/>
          <p:cNvSpPr txBox="1"/>
          <p:nvPr>
            <p:ph idx="1" type="body"/>
          </p:nvPr>
        </p:nvSpPr>
        <p:spPr>
          <a:xfrm>
            <a:off x="428625" y="785812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i="1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Stepper motors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rotate continuously when voltage is applied to their terminals.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shaft of a stepper motor rotates in discrete increments when electrical command pulses are applied to it in the proper sequence.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amount of rotation is directly proportional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to the number of pulses, and the speed of rotation is relative to the frequency of those pulses.</a:t>
            </a:r>
            <a:endParaRPr/>
          </a:p>
        </p:txBody>
      </p:sp>
      <p:pic>
        <p:nvPicPr>
          <p:cNvPr id="879" name="Google Shape;879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86125" y="4786312"/>
            <a:ext cx="1714500" cy="185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6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1" i="0" lang="en-US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Latching Relays</a:t>
            </a:r>
            <a:endParaRPr/>
          </a:p>
        </p:txBody>
      </p:sp>
      <p:sp>
        <p:nvSpPr>
          <p:cNvPr id="885" name="Google Shape;885;p68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Electromagnetic </a:t>
            </a: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latching relays are designed to hold the 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relay closed after power has been removed from the coil.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Latching relays are used where it is necessary for contacts to stay open and/or closed even though the coil is energized only momentarily.</a:t>
            </a:r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6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Additional resources</a:t>
            </a:r>
            <a:endParaRPr/>
          </a:p>
        </p:txBody>
      </p:sp>
      <p:sp>
        <p:nvSpPr>
          <p:cNvPr id="891" name="Google Shape;891;p69"/>
          <p:cNvSpPr txBox="1"/>
          <p:nvPr/>
        </p:nvSpPr>
        <p:spPr>
          <a:xfrm>
            <a:off x="1000125" y="3143250"/>
            <a:ext cx="5572125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https://www.youtube.com/watch?v=7VpgURVaspU</a:t>
            </a:r>
            <a:endParaRPr/>
          </a:p>
        </p:txBody>
      </p:sp>
      <p:sp>
        <p:nvSpPr>
          <p:cNvPr id="892" name="Google Shape;892;p69"/>
          <p:cNvSpPr txBox="1"/>
          <p:nvPr/>
        </p:nvSpPr>
        <p:spPr>
          <a:xfrm>
            <a:off x="928687" y="2000250"/>
            <a:ext cx="6357937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https://www.youtube.com/watch?v=ReTtgzN-Dmc</a:t>
            </a:r>
            <a:endParaRPr/>
          </a:p>
        </p:txBody>
      </p:sp>
      <p:sp>
        <p:nvSpPr>
          <p:cNvPr id="893" name="Google Shape;893;p69"/>
          <p:cNvSpPr txBox="1"/>
          <p:nvPr/>
        </p:nvSpPr>
        <p:spPr>
          <a:xfrm>
            <a:off x="1071562" y="4286250"/>
            <a:ext cx="5929312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https://www.youtube.com/watch?v=htlo_gUMJQg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iseño predeterminado">
  <a:themeElements>
    <a:clrScheme name="Diseño predeterminad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2010-05-23T14:28:12Z</dcterms:created>
  <dc:creator>Mariajose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